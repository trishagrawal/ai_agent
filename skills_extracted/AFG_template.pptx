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1.xml" ContentType="application/vnd.openxmlformats-officedocument.presentationml.tag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5.xml" ContentType="application/vnd.openxmlformats-officedocument.presentationml.notesSlide+xml"/>
  <Override PartName="/ppt/tags/tag41.xml" ContentType="application/vnd.openxmlformats-officedocument.presentationml.tags+xml"/>
  <Override PartName="/ppt/notesSlides/notesSlide6.xml" ContentType="application/vnd.openxmlformats-officedocument.presentationml.notesSlide+xml"/>
  <Override PartName="/ppt/tags/tag42.xml" ContentType="application/vnd.openxmlformats-officedocument.presentationml.tags+xml"/>
  <Override PartName="/ppt/notesSlides/notesSlide7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8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9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0.xml" ContentType="application/vnd.openxmlformats-officedocument.presentationml.notesSlide+xml"/>
  <Override PartName="/ppt/tags/tag54.xml" ContentType="application/vnd.openxmlformats-officedocument.presentationml.tags+xml"/>
  <Override PartName="/ppt/notesSlides/notesSlide11.xml" ContentType="application/vnd.openxmlformats-officedocument.presentationml.notesSlide+xml"/>
  <Override PartName="/ppt/tags/tag55.xml" ContentType="application/vnd.openxmlformats-officedocument.presentationml.tags+xml"/>
  <Override PartName="/ppt/notesSlides/notesSlide12.xml" ContentType="application/vnd.openxmlformats-officedocument.presentationml.notesSlide+xml"/>
  <Override PartName="/ppt/tags/tag56.xml" ContentType="application/vnd.openxmlformats-officedocument.presentationml.tags+xml"/>
  <Override PartName="/ppt/notesSlides/notesSlide13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4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3" r:id="rId5"/>
  </p:sldMasterIdLst>
  <p:notesMasterIdLst>
    <p:notesMasterId r:id="rId108"/>
  </p:notesMasterIdLst>
  <p:handoutMasterIdLst>
    <p:handoutMasterId r:id="rId109"/>
  </p:handoutMasterIdLst>
  <p:sldIdLst>
    <p:sldId id="256" r:id="rId6"/>
    <p:sldId id="2147482449" r:id="rId7"/>
    <p:sldId id="2147482450" r:id="rId8"/>
    <p:sldId id="2147482451" r:id="rId9"/>
    <p:sldId id="260" r:id="rId10"/>
    <p:sldId id="261" r:id="rId11"/>
    <p:sldId id="2147482452" r:id="rId12"/>
    <p:sldId id="2147482453" r:id="rId13"/>
    <p:sldId id="2147482454" r:id="rId14"/>
    <p:sldId id="2147482455" r:id="rId15"/>
    <p:sldId id="281" r:id="rId16"/>
    <p:sldId id="283" r:id="rId17"/>
    <p:sldId id="282" r:id="rId18"/>
    <p:sldId id="2147482456" r:id="rId19"/>
    <p:sldId id="2147482457" r:id="rId20"/>
    <p:sldId id="2147482458" r:id="rId21"/>
    <p:sldId id="2147482459" r:id="rId22"/>
    <p:sldId id="2147482460" r:id="rId23"/>
    <p:sldId id="2147482461" r:id="rId24"/>
    <p:sldId id="2147482462" r:id="rId25"/>
    <p:sldId id="2147482463" r:id="rId26"/>
    <p:sldId id="2147482464" r:id="rId27"/>
    <p:sldId id="2147482465" r:id="rId28"/>
    <p:sldId id="474" r:id="rId29"/>
    <p:sldId id="468" r:id="rId30"/>
    <p:sldId id="2147482347" r:id="rId31"/>
    <p:sldId id="2147482348" r:id="rId32"/>
    <p:sldId id="2147482350" r:id="rId33"/>
    <p:sldId id="2147482369" r:id="rId34"/>
    <p:sldId id="2147482351" r:id="rId35"/>
    <p:sldId id="2147482352" r:id="rId36"/>
    <p:sldId id="2147482366" r:id="rId37"/>
    <p:sldId id="2147482365" r:id="rId38"/>
    <p:sldId id="2147482363" r:id="rId39"/>
    <p:sldId id="2147482364" r:id="rId40"/>
    <p:sldId id="452" r:id="rId41"/>
    <p:sldId id="387" r:id="rId42"/>
    <p:sldId id="390" r:id="rId43"/>
    <p:sldId id="451" r:id="rId44"/>
    <p:sldId id="392" r:id="rId45"/>
    <p:sldId id="453" r:id="rId46"/>
    <p:sldId id="397" r:id="rId47"/>
    <p:sldId id="2147482367" r:id="rId48"/>
    <p:sldId id="439" r:id="rId49"/>
    <p:sldId id="457" r:id="rId50"/>
    <p:sldId id="427" r:id="rId51"/>
    <p:sldId id="428" r:id="rId52"/>
    <p:sldId id="429" r:id="rId53"/>
    <p:sldId id="431" r:id="rId54"/>
    <p:sldId id="434" r:id="rId55"/>
    <p:sldId id="435" r:id="rId56"/>
    <p:sldId id="464" r:id="rId57"/>
    <p:sldId id="440" r:id="rId58"/>
    <p:sldId id="449" r:id="rId59"/>
    <p:sldId id="450" r:id="rId60"/>
    <p:sldId id="2147482370" r:id="rId61"/>
    <p:sldId id="446" r:id="rId62"/>
    <p:sldId id="401" r:id="rId63"/>
    <p:sldId id="448" r:id="rId64"/>
    <p:sldId id="419" r:id="rId65"/>
    <p:sldId id="437" r:id="rId66"/>
    <p:sldId id="454" r:id="rId67"/>
    <p:sldId id="407" r:id="rId68"/>
    <p:sldId id="400" r:id="rId69"/>
    <p:sldId id="402" r:id="rId70"/>
    <p:sldId id="2147482371" r:id="rId71"/>
    <p:sldId id="383" r:id="rId72"/>
    <p:sldId id="445" r:id="rId73"/>
    <p:sldId id="388" r:id="rId74"/>
    <p:sldId id="410" r:id="rId75"/>
    <p:sldId id="447" r:id="rId76"/>
    <p:sldId id="384" r:id="rId77"/>
    <p:sldId id="430" r:id="rId78"/>
    <p:sldId id="421" r:id="rId79"/>
    <p:sldId id="422" r:id="rId80"/>
    <p:sldId id="424" r:id="rId81"/>
    <p:sldId id="459" r:id="rId82"/>
    <p:sldId id="458" r:id="rId83"/>
    <p:sldId id="465" r:id="rId84"/>
    <p:sldId id="466" r:id="rId85"/>
    <p:sldId id="467" r:id="rId86"/>
    <p:sldId id="412" r:id="rId87"/>
    <p:sldId id="469" r:id="rId88"/>
    <p:sldId id="416" r:id="rId89"/>
    <p:sldId id="404" r:id="rId90"/>
    <p:sldId id="406" r:id="rId91"/>
    <p:sldId id="408" r:id="rId92"/>
    <p:sldId id="443" r:id="rId93"/>
    <p:sldId id="444" r:id="rId94"/>
    <p:sldId id="436" r:id="rId95"/>
    <p:sldId id="425" r:id="rId96"/>
    <p:sldId id="414" r:id="rId97"/>
    <p:sldId id="409" r:id="rId98"/>
    <p:sldId id="405" r:id="rId99"/>
    <p:sldId id="399" r:id="rId100"/>
    <p:sldId id="396" r:id="rId101"/>
    <p:sldId id="395" r:id="rId102"/>
    <p:sldId id="472" r:id="rId103"/>
    <p:sldId id="473" r:id="rId104"/>
    <p:sldId id="462" r:id="rId105"/>
    <p:sldId id="470" r:id="rId106"/>
    <p:sldId id="471" r:id="rId10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library" id="{DE894EB8-17B7-49BB-8BC0-0FFF77903BE5}">
          <p14:sldIdLst/>
        </p14:section>
        <p14:section name="Masterslides" id="{AC746845-5B2E-4513-83D9-62E54799DEE9}">
          <p14:sldIdLst>
            <p14:sldId id="256"/>
            <p14:sldId id="2147482449"/>
            <p14:sldId id="2147482450"/>
            <p14:sldId id="2147482451"/>
            <p14:sldId id="260"/>
            <p14:sldId id="261"/>
            <p14:sldId id="2147482452"/>
            <p14:sldId id="2147482453"/>
            <p14:sldId id="2147482454"/>
            <p14:sldId id="2147482455"/>
            <p14:sldId id="281"/>
            <p14:sldId id="283"/>
            <p14:sldId id="282"/>
            <p14:sldId id="2147482456"/>
            <p14:sldId id="2147482457"/>
            <p14:sldId id="2147482458"/>
            <p14:sldId id="2147482459"/>
            <p14:sldId id="2147482460"/>
            <p14:sldId id="2147482461"/>
            <p14:sldId id="2147482462"/>
            <p14:sldId id="2147482463"/>
            <p14:sldId id="2147482464"/>
            <p14:sldId id="2147482465"/>
          </p14:sldIdLst>
        </p14:section>
        <p14:section name="Corporate Introduction layouts" id="{69788E10-975F-47E9-891D-ABF60DB973BA}">
          <p14:sldIdLst>
            <p14:sldId id="474"/>
            <p14:sldId id="468"/>
            <p14:sldId id="2147482347"/>
            <p14:sldId id="2147482348"/>
            <p14:sldId id="2147482350"/>
            <p14:sldId id="2147482369"/>
            <p14:sldId id="2147482351"/>
            <p14:sldId id="2147482352"/>
            <p14:sldId id="2147482366"/>
            <p14:sldId id="2147482365"/>
            <p14:sldId id="2147482363"/>
            <p14:sldId id="2147482364"/>
          </p14:sldIdLst>
        </p14:section>
        <p14:section name="Executive Summary and resourcing" id="{51E4AE8C-C30B-410F-9C64-5CA400E00F46}">
          <p14:sldIdLst>
            <p14:sldId id="452"/>
            <p14:sldId id="387"/>
          </p14:sldIdLst>
        </p14:section>
        <p14:section name="Strategy &amp; Outcome" id="{9F1EC55C-CC3E-46C3-AEDD-3697D281FEC2}">
          <p14:sldIdLst>
            <p14:sldId id="390"/>
            <p14:sldId id="451"/>
          </p14:sldIdLst>
        </p14:section>
        <p14:section name="Quarterly Roadmap" id="{C376C1C7-8B66-49F0-90BA-90E3DB50721C}">
          <p14:sldIdLst>
            <p14:sldId id="392"/>
            <p14:sldId id="453"/>
          </p14:sldIdLst>
        </p14:section>
        <p14:section name="Brands" id="{AF3CAF7C-EEEC-4AF9-B54D-FDAD9EA73A4D}">
          <p14:sldIdLst>
            <p14:sldId id="397"/>
            <p14:sldId id="2147482367"/>
            <p14:sldId id="439"/>
            <p14:sldId id="457"/>
          </p14:sldIdLst>
        </p14:section>
        <p14:section name="Text Content" id="{50EE6585-690F-4FC3-913B-F2AFB9687590}">
          <p14:sldIdLst>
            <p14:sldId id="427"/>
            <p14:sldId id="428"/>
            <p14:sldId id="429"/>
            <p14:sldId id="431"/>
            <p14:sldId id="434"/>
            <p14:sldId id="435"/>
            <p14:sldId id="464"/>
            <p14:sldId id="440"/>
            <p14:sldId id="449"/>
            <p14:sldId id="450"/>
            <p14:sldId id="2147482370"/>
            <p14:sldId id="446"/>
            <p14:sldId id="401"/>
            <p14:sldId id="448"/>
            <p14:sldId id="419"/>
            <p14:sldId id="437"/>
          </p14:sldIdLst>
        </p14:section>
        <p14:section name="Text and images" id="{6AB9CF51-4654-4C54-8487-22CC6CA57F73}">
          <p14:sldIdLst>
            <p14:sldId id="454"/>
            <p14:sldId id="407"/>
            <p14:sldId id="400"/>
            <p14:sldId id="402"/>
            <p14:sldId id="2147482371"/>
            <p14:sldId id="383"/>
            <p14:sldId id="445"/>
            <p14:sldId id="388"/>
            <p14:sldId id="410"/>
            <p14:sldId id="447"/>
            <p14:sldId id="384"/>
            <p14:sldId id="430"/>
          </p14:sldIdLst>
        </p14:section>
        <p14:section name="Table Slides" id="{6F6A6670-B4E5-48C4-9410-8B0230C3F4F9}">
          <p14:sldIdLst>
            <p14:sldId id="421"/>
            <p14:sldId id="422"/>
            <p14:sldId id="424"/>
            <p14:sldId id="459"/>
            <p14:sldId id="458"/>
            <p14:sldId id="465"/>
            <p14:sldId id="466"/>
          </p14:sldIdLst>
        </p14:section>
        <p14:section name="Organigram Slides" id="{37C9809E-F6B0-4D10-81B0-702DB1408699}">
          <p14:sldIdLst>
            <p14:sldId id="467"/>
            <p14:sldId id="412"/>
            <p14:sldId id="469"/>
            <p14:sldId id="416"/>
          </p14:sldIdLst>
        </p14:section>
        <p14:section name="Numbers and factsheets" id="{509B97B1-51B7-4288-A194-328D831138E9}">
          <p14:sldIdLst>
            <p14:sldId id="404"/>
            <p14:sldId id="406"/>
            <p14:sldId id="408"/>
          </p14:sldIdLst>
        </p14:section>
        <p14:section name="Diagrams and Charts" id="{3DF58947-A338-4620-9B9B-418EE13C1E17}">
          <p14:sldIdLst>
            <p14:sldId id="443"/>
            <p14:sldId id="444"/>
            <p14:sldId id="436"/>
            <p14:sldId id="425"/>
            <p14:sldId id="414"/>
            <p14:sldId id="409"/>
            <p14:sldId id="405"/>
            <p14:sldId id="399"/>
            <p14:sldId id="396"/>
            <p14:sldId id="395"/>
          </p14:sldIdLst>
        </p14:section>
        <p14:section name="Next Steps" id="{041A000D-CABC-41C1-A8DA-30E4C0CCEFF3}">
          <p14:sldIdLst>
            <p14:sldId id="472"/>
            <p14:sldId id="473"/>
            <p14:sldId id="462"/>
            <p14:sldId id="470"/>
            <p14:sldId id="4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F08F65-5526-DDD4-9F74-18E3A0379DAB}" name="Guest User" initials="GU" userId="S::urn:spo:anon#70ee25c20c03187486c2d38669e732e394c9827c3432459d87615f19ae6012c3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754"/>
    <a:srgbClr val="FFFFFF"/>
    <a:srgbClr val="004F9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D4E3C-F10C-4999-861B-7EDD23947920}" v="1" dt="2025-06-26T05:20:52.814"/>
    <p1510:client id="{8EF30907-A33A-4B68-B424-59DB3E54A58C}" v="235" dt="2025-06-25T19:49:19.678"/>
    <p1510:client id="{C7F86E9D-1E91-46E3-B389-2F31EBB0E079}" v="134" dt="2025-06-25T07:09:29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01" autoAdjust="0"/>
  </p:normalViewPr>
  <p:slideViewPr>
    <p:cSldViewPr snapToGrid="0" showGuides="1">
      <p:cViewPr varScale="1">
        <p:scale>
          <a:sx n="74" d="100"/>
          <a:sy n="74" d="100"/>
        </p:scale>
        <p:origin x="3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1940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12" Type="http://schemas.openxmlformats.org/officeDocument/2006/relationships/theme" Target="theme/theme1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tableStyles" Target="tableStyles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14" Type="http://schemas.microsoft.com/office/2015/10/relationships/revisionInfo" Target="revisionInfo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presProps" Target="presProps.xml"/><Relationship Id="rId115" Type="http://schemas.microsoft.com/office/2018/10/relationships/authors" Target="authors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052770049879392E-2"/>
          <c:y val="2.040454841177388E-2"/>
          <c:w val="0.93633198118782102"/>
          <c:h val="0.912160461945517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F4-48F2-B66D-C0FF6CA66A3F}"/>
              </c:ext>
            </c:extLst>
          </c:dPt>
          <c:cat>
            <c:strRef>
              <c:f>Tabelle1!$A$2:$A$6</c:f>
              <c:strCache>
                <c:ptCount val="5"/>
                <c:pt idx="0">
                  <c:v>Topic</c:v>
                </c:pt>
                <c:pt idx="1">
                  <c:v>Topic</c:v>
                </c:pt>
                <c:pt idx="2">
                  <c:v>Topic</c:v>
                </c:pt>
                <c:pt idx="3">
                  <c:v>Topic</c:v>
                </c:pt>
                <c:pt idx="4">
                  <c:v>Topic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800</c:v>
                </c:pt>
                <c:pt idx="1">
                  <c:v>1200</c:v>
                </c:pt>
                <c:pt idx="2">
                  <c:v>500</c:v>
                </c:pt>
                <c:pt idx="3">
                  <c:v>950</c:v>
                </c:pt>
                <c:pt idx="4">
                  <c:v>1150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F4-48F2-B66D-C0FF6CA66A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5353823"/>
        <c:axId val="415354303"/>
      </c:barChart>
      <c:catAx>
        <c:axId val="415353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2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15354303"/>
        <c:crosses val="autoZero"/>
        <c:auto val="1"/>
        <c:lblAlgn val="ctr"/>
        <c:lblOffset val="100"/>
        <c:noMultiLvlLbl val="0"/>
      </c:catAx>
      <c:valAx>
        <c:axId val="415354303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7E8E8"/>
              </a:solidFill>
              <a:prstDash val="solid"/>
              <a:round/>
              <a:headEnd type="none" w="med" len="med"/>
              <a:tailEnd type="none" w="med" len="med"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153538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64D267-EE9A-D26D-3033-6E78240D55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990E51-8CEA-B3D8-A2E2-42E8085794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DBBD5C-35DE-4B3F-B9B0-D59150655B2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7F44D1-A1EF-5DCA-0141-C6E8D20FBC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F37CC-B86F-A7E6-F5AC-F5CC67CBEE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31485-EA3E-449A-BE99-4C9497343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020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159F2-39EE-404B-8ECA-F6AD2572997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2743200" cy="1543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2892829"/>
            <a:ext cx="5486400" cy="5108171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00E15-219A-48FA-894E-29E5D5C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65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300"/>
      </a:spcAft>
      <a:buFont typeface="Symbol" panose="05050102010706020507" pitchFamily="18" charset="2"/>
      <a:buNone/>
      <a:defRPr sz="1800" kern="1200">
        <a:solidFill>
          <a:schemeClr val="tx2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spcAft>
        <a:spcPts val="300"/>
      </a:spcAft>
      <a:buFont typeface="Symbol" panose="05050102010706020507" pitchFamily="18" charset="2"/>
      <a:buChar char="-"/>
      <a:defRPr sz="1800" kern="1200">
        <a:solidFill>
          <a:schemeClr val="tx2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spcAft>
        <a:spcPts val="300"/>
      </a:spcAft>
      <a:buFont typeface="Symbol" panose="05050102010706020507" pitchFamily="18" charset="2"/>
      <a:buChar char="-"/>
      <a:defRPr sz="1800" kern="1200">
        <a:solidFill>
          <a:schemeClr val="tx2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spcAft>
        <a:spcPts val="300"/>
      </a:spcAft>
      <a:buFont typeface="Symbol" panose="05050102010706020507" pitchFamily="18" charset="2"/>
      <a:buChar char="-"/>
      <a:defRPr sz="1800" kern="1200">
        <a:solidFill>
          <a:schemeClr val="tx2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spcAft>
        <a:spcPts val="300"/>
      </a:spcAft>
      <a:buFont typeface="Symbol" panose="05050102010706020507" pitchFamily="18" charset="2"/>
      <a:buChar char="-"/>
      <a:defRPr sz="1800" kern="1200">
        <a:solidFill>
          <a:schemeClr val="tx2"/>
        </a:solidFill>
        <a:latin typeface="+mn-lt"/>
        <a:ea typeface="+mn-ea"/>
        <a:cs typeface="+mn-cs"/>
      </a:defRPr>
    </a:lvl5pPr>
    <a:lvl6pPr marL="900000" indent="-180000" algn="l" defTabSz="914400" rtl="0" eaLnBrk="1" latinLnBrk="0" hangingPunct="1">
      <a:spcAft>
        <a:spcPts val="300"/>
      </a:spcAft>
      <a:buFont typeface="Symbol" panose="05050102010706020507" pitchFamily="18" charset="2"/>
      <a:buChar char="-"/>
      <a:defRPr sz="1800" kern="1200">
        <a:solidFill>
          <a:schemeClr val="tx2"/>
        </a:solidFill>
        <a:latin typeface="+mn-lt"/>
        <a:ea typeface="+mn-ea"/>
        <a:cs typeface="+mn-cs"/>
      </a:defRPr>
    </a:lvl6pPr>
    <a:lvl7pPr marL="1080000" indent="-180000" algn="l" defTabSz="914400" rtl="0" eaLnBrk="1" latinLnBrk="0" hangingPunct="1">
      <a:spcAft>
        <a:spcPts val="300"/>
      </a:spcAft>
      <a:buFont typeface="Symbol" panose="05050102010706020507" pitchFamily="18" charset="2"/>
      <a:buChar char="-"/>
      <a:defRPr sz="1800" kern="1200">
        <a:solidFill>
          <a:schemeClr val="tx2"/>
        </a:solidFill>
        <a:latin typeface="+mn-lt"/>
        <a:ea typeface="+mn-ea"/>
        <a:cs typeface="+mn-cs"/>
      </a:defRPr>
    </a:lvl7pPr>
    <a:lvl8pPr marL="1431450" indent="-171450" algn="l" defTabSz="914400" rtl="0" eaLnBrk="1" latinLnBrk="0" hangingPunct="1">
      <a:spcAft>
        <a:spcPts val="300"/>
      </a:spcAft>
      <a:buFont typeface="Symbol" panose="05050102010706020507" pitchFamily="18" charset="2"/>
      <a:buChar char="-"/>
      <a:defRPr sz="1800" kern="1200">
        <a:solidFill>
          <a:schemeClr val="tx2"/>
        </a:solidFill>
        <a:latin typeface="+mn-lt"/>
        <a:ea typeface="+mn-ea"/>
        <a:cs typeface="+mn-cs"/>
      </a:defRPr>
    </a:lvl8pPr>
    <a:lvl9pPr marL="1620000" indent="-180000" algn="l" defTabSz="914400" rtl="0" eaLnBrk="1" latinLnBrk="0" hangingPunct="1">
      <a:spcAft>
        <a:spcPts val="300"/>
      </a:spcAft>
      <a:buFont typeface="Symbol" panose="05050102010706020507" pitchFamily="18" charset="2"/>
      <a:buChar char="-"/>
      <a:defRPr sz="1800" kern="1200">
        <a:solidFill>
          <a:schemeClr val="tx2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00E15-219A-48FA-894E-29E5D5C5489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59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C604-7F17-52E4-49BB-9BB52C0CC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D6377A-9D94-C869-8F11-112831234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EF32084-CE9D-E917-D4D8-469CE6DD1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4D6559-F025-EE23-06DB-882968F4E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00E15-219A-48FA-894E-29E5D5C5489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09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AB02-F3CC-CB24-757E-F40E6BE20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25BC088-9718-ED5B-8F95-FF73535AB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0BCF4DA-2376-E700-79AA-A6BDFB7AB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AE"/>
              <a:t>37</a:t>
            </a:r>
          </a:p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5C104A-1857-BE85-7429-7B6578FFE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00E15-219A-48FA-894E-29E5D5C5489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46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00E15-219A-48FA-894E-29E5D5C5489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37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A2C40-DF2D-4C09-3941-7B0F5966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C374EDF-FEED-20DD-496C-118AA52AB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CCE46DF-D9D4-2370-3E48-71B8940B6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0188E1-58AF-E629-5AF6-AED5FE142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00E15-219A-48FA-894E-29E5D5C5489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43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986A4-EF9B-88AB-F8B9-70AD6667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95FF351-5AC0-82EB-ED8B-5C019AC79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9D1F91E-4CB9-E111-AB52-ACC1A45AE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F15392-E115-3269-1CDF-78AB52E57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00E15-219A-48FA-894E-29E5D5C5489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333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E1591-8026-F48C-847E-8F904CB3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0849DAB-F571-2E3C-F302-6DF6E4BCB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634757B-A733-45C8-0E1A-1F32AA0DA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945EC0-656C-66FA-F966-78F62F5C0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00E15-219A-48FA-894E-29E5D5C5489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0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0DDEF-3BDD-EDF0-0007-E17CA0349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2705D39-5DC0-E6E2-5C7D-7A1A2672D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60143EE-525D-EDCA-77B7-459D14564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94ECB5-D349-383E-F096-53B799FD5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00E15-219A-48FA-894E-29E5D5C5489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2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BD3AE-6CDD-AA99-9D53-116166A7C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75EDECE-DD24-0413-3C83-EBD8D2827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1599323-DCE5-33E6-AAFD-24B917294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1947B4-85CF-EF35-E0AE-AAA23CA89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A8D9F-AA68-4F7F-BCD5-33D43D36BAF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97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9DD27-719F-659C-4014-DA10A1AB4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0DAD8D6-FC97-9509-1AE3-5D67C8CC9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A0C7A37-0BFB-D1A8-4BAF-694934B00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2AFF59-28BD-2A0D-5413-3C8577453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00E15-219A-48FA-894E-29E5D5C5489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96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E4D1F-AF98-D3E0-0DF1-3214625D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1AD325-E008-2620-ACF0-749BC5B20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389DCFD-F978-1A84-03AA-00552F186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654239-2C1B-DAE8-8790-B472FD15B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00E15-219A-48FA-894E-29E5D5C5489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82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2306F-6971-0E9B-C147-85529D29B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760175E-B804-9908-E7FA-77F6DAE4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A916AA7-6928-4691-9D05-6A2747E23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1B2932-0EF4-6080-D387-ECD3B5314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00E15-219A-48FA-894E-29E5D5C54897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71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2BAF0-E680-7DBD-84D9-24952DDC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0528833-40FC-C692-0EC6-EC5A86F45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4DEED83-1BDA-FC4B-8F73-0070DE840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1F240D-7F63-49B9-3903-5D62F9939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00E15-219A-48FA-894E-29E5D5C5489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51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0E285-A164-4F31-4635-9C7D23A3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2786BCA-58F5-83F2-696A-48C4DFA7B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D280172-D9D9-6F60-FBC6-708164B7B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52667A-595F-B1F0-2F3C-C3FC241D3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00E15-219A-48FA-894E-29E5D5C54897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04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B494-BA15-F2B4-DAD3-A3B2AF6C73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48" y="1875367"/>
            <a:ext cx="11112502" cy="1821921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insert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95B62-3DC6-BA29-E15A-17D867C811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48" y="3970338"/>
            <a:ext cx="11112502" cy="942022"/>
          </a:xfrm>
        </p:spPr>
        <p:txBody>
          <a:bodyPr>
            <a:noAutofit/>
          </a:bodyPr>
          <a:lstStyle>
            <a:lvl1pPr marL="0" indent="0" algn="l"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>
              <a:spcAft>
                <a:spcPts val="0"/>
              </a:spcAft>
              <a:buNone/>
              <a:defRPr lang="en-US" sz="28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Division/Trading Entity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F8D7363-2FCC-9FA4-5689-CD0AE7825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5858230"/>
            <a:ext cx="5556251" cy="184666"/>
          </a:xfrm>
        </p:spPr>
        <p:txBody>
          <a:bodyPr anchor="b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94A6121-889B-625F-300B-FA52A95E298E}"/>
              </a:ext>
            </a:extLst>
          </p:cNvPr>
          <p:cNvGrpSpPr/>
          <p:nvPr userDrawn="1"/>
        </p:nvGrpSpPr>
        <p:grpSpPr bwMode="black">
          <a:xfrm>
            <a:off x="538164" y="853208"/>
            <a:ext cx="3585838" cy="764057"/>
            <a:chOff x="538164" y="853208"/>
            <a:chExt cx="3585838" cy="764057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F6D1DAD-05DF-9AD9-7E5E-DD88E78C0A43}"/>
                </a:ext>
              </a:extLst>
            </p:cNvPr>
            <p:cNvSpPr/>
            <p:nvPr/>
          </p:nvSpPr>
          <p:spPr bwMode="black">
            <a:xfrm>
              <a:off x="1630469" y="1071851"/>
              <a:ext cx="2493533" cy="436490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3B3ADD2-B7B2-47A7-DF0B-4995540F41E0}"/>
                </a:ext>
              </a:extLst>
            </p:cNvPr>
            <p:cNvSpPr/>
            <p:nvPr/>
          </p:nvSpPr>
          <p:spPr bwMode="black">
            <a:xfrm>
              <a:off x="538164" y="853208"/>
              <a:ext cx="873889" cy="764057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614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59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232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B494-BA15-F2B4-DAD3-A3B2AF6C73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48" y="1875367"/>
            <a:ext cx="11112502" cy="1821921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Please insert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95B62-3DC6-BA29-E15A-17D867C811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48" y="3970338"/>
            <a:ext cx="11112502" cy="94202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Division/Trading Entity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F8D7363-2FCC-9FA4-5689-CD0AE7825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5858230"/>
            <a:ext cx="5556251" cy="184666"/>
          </a:xfrm>
        </p:spPr>
        <p:txBody>
          <a:bodyPr anchor="b">
            <a:spAutoFit/>
          </a:bodyPr>
          <a:lstStyle>
            <a:lvl1pPr>
              <a:defRPr sz="1200"/>
            </a:lvl1pPr>
          </a:lstStyle>
          <a:p>
            <a:pPr lvl="0"/>
            <a:r>
              <a:rPr lang="en-GB" dirty="0"/>
              <a:t>Date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94A6121-889B-625F-300B-FA52A95E298E}"/>
              </a:ext>
            </a:extLst>
          </p:cNvPr>
          <p:cNvGrpSpPr/>
          <p:nvPr userDrawn="1"/>
        </p:nvGrpSpPr>
        <p:grpSpPr>
          <a:xfrm>
            <a:off x="538164" y="853208"/>
            <a:ext cx="3585838" cy="764057"/>
            <a:chOff x="538164" y="853208"/>
            <a:chExt cx="3585838" cy="76405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F6D1DAD-05DF-9AD9-7E5E-DD88E78C0A43}"/>
                </a:ext>
              </a:extLst>
            </p:cNvPr>
            <p:cNvSpPr/>
            <p:nvPr/>
          </p:nvSpPr>
          <p:spPr>
            <a:xfrm>
              <a:off x="1630469" y="1071851"/>
              <a:ext cx="2493533" cy="436490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solidFill>
              <a:srgbClr val="004F9F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3B3ADD2-B7B2-47A7-DF0B-4995540F41E0}"/>
                </a:ext>
              </a:extLst>
            </p:cNvPr>
            <p:cNvSpPr/>
            <p:nvPr/>
          </p:nvSpPr>
          <p:spPr>
            <a:xfrm>
              <a:off x="538164" y="853208"/>
              <a:ext cx="873889" cy="764057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378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59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232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with ima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B494-BA15-F2B4-DAD3-A3B2AF6C73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48" y="4332800"/>
            <a:ext cx="11112502" cy="498598"/>
          </a:xfrm>
        </p:spPr>
        <p:txBody>
          <a:bodyPr anchor="b">
            <a:sp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insert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95B62-3DC6-BA29-E15A-17D867C811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48" y="4831398"/>
            <a:ext cx="11112502" cy="276999"/>
          </a:xfrm>
        </p:spPr>
        <p:txBody>
          <a:bodyPr>
            <a:sp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Division/Trading Entity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F8D7363-2FCC-9FA4-5689-CD0AE7825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5858230"/>
            <a:ext cx="5556251" cy="184666"/>
          </a:xfrm>
        </p:spPr>
        <p:txBody>
          <a:bodyPr anchor="b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E228A9F-E9A6-695B-D921-9A62CF784E3E}"/>
              </a:ext>
            </a:extLst>
          </p:cNvPr>
          <p:cNvGrpSpPr/>
          <p:nvPr userDrawn="1"/>
        </p:nvGrpSpPr>
        <p:grpSpPr bwMode="black">
          <a:xfrm>
            <a:off x="539261" y="3700464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647B08E-14B1-01D6-5B5D-811758E0E340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5C09C97-7D6A-EB6B-7CA5-302B174E7E1E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D383AD4-FE7F-970C-622A-7ECEF38EB69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3465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14187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29" userDrawn="1">
          <p15:clr>
            <a:srgbClr val="FBAE40"/>
          </p15:clr>
        </p15:guide>
        <p15:guide id="5" orient="horz" pos="215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with ima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B494-BA15-F2B4-DAD3-A3B2AF6C73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48" y="4332800"/>
            <a:ext cx="11112502" cy="498598"/>
          </a:xfrm>
        </p:spPr>
        <p:txBody>
          <a:bodyPr anchor="b">
            <a:sp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Please insert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95B62-3DC6-BA29-E15A-17D867C811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48" y="4831398"/>
            <a:ext cx="11112502" cy="276999"/>
          </a:xfrm>
        </p:spPr>
        <p:txBody>
          <a:bodyPr>
            <a:sp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Division/Trading Entity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F8D7363-2FCC-9FA4-5689-CD0AE7825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5858230"/>
            <a:ext cx="5556251" cy="184666"/>
          </a:xfrm>
        </p:spPr>
        <p:txBody>
          <a:bodyPr anchor="b">
            <a:spAutoFit/>
          </a:bodyPr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D383AD4-FE7F-970C-622A-7ECEF38EB69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3465"/>
          </a:xfrm>
          <a:solidFill>
            <a:schemeClr val="accent4"/>
          </a:solidFill>
        </p:spPr>
        <p:txBody>
          <a:bodyPr/>
          <a:lstStyle/>
          <a:p>
            <a:r>
              <a:rPr lang="en-GB" dirty="0"/>
              <a:t>Click to insert picture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8A4B62-2CDE-8BDE-A1E0-6E4E632CC8A2}"/>
              </a:ext>
            </a:extLst>
          </p:cNvPr>
          <p:cNvGrpSpPr>
            <a:grpSpLocks/>
          </p:cNvGrpSpPr>
          <p:nvPr userDrawn="1"/>
        </p:nvGrpSpPr>
        <p:grpSpPr>
          <a:xfrm>
            <a:off x="539261" y="3700464"/>
            <a:ext cx="1704301" cy="363146"/>
            <a:chOff x="9951588" y="538699"/>
            <a:chExt cx="1704301" cy="36314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8BD4D0C-D116-3ACE-3A99-213BA02AA8E7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solidFill>
              <a:srgbClr val="004F9F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5F62912-AD05-DB00-3F45-40DAF6BFF1F9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3035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29" userDrawn="1">
          <p15:clr>
            <a:srgbClr val="FBAE40"/>
          </p15:clr>
        </p15:guide>
        <p15:guide id="5" orient="horz" pos="215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bilingual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B494-BA15-F2B4-DAD3-A3B2AF6C73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48" y="1875367"/>
            <a:ext cx="11112502" cy="1821921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insert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95B62-3DC6-BA29-E15A-17D867C811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48" y="3970338"/>
            <a:ext cx="11112502" cy="94202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Division/Trading Entity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F8D7363-2FCC-9FA4-5689-CD0AE7825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5858230"/>
            <a:ext cx="5556251" cy="184666"/>
          </a:xfrm>
        </p:spPr>
        <p:txBody>
          <a:bodyPr anchor="b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F6D1DAD-05DF-9AD9-7E5E-DD88E78C0A43}"/>
              </a:ext>
            </a:extLst>
          </p:cNvPr>
          <p:cNvSpPr>
            <a:spLocks/>
          </p:cNvSpPr>
          <p:nvPr/>
        </p:nvSpPr>
        <p:spPr bwMode="black">
          <a:xfrm>
            <a:off x="539748" y="1071851"/>
            <a:ext cx="2493533" cy="436490"/>
          </a:xfrm>
          <a:custGeom>
            <a:avLst/>
            <a:gdLst>
              <a:gd name="connsiteX0" fmla="*/ 259606 w 1185143"/>
              <a:gd name="connsiteY0" fmla="*/ 138234 h 207458"/>
              <a:gd name="connsiteX1" fmla="*/ 311539 w 1185143"/>
              <a:gd name="connsiteY1" fmla="*/ 138234 h 207458"/>
              <a:gd name="connsiteX2" fmla="*/ 311539 w 1185143"/>
              <a:gd name="connsiteY2" fmla="*/ 103486 h 207458"/>
              <a:gd name="connsiteX3" fmla="*/ 259606 w 1185143"/>
              <a:gd name="connsiteY3" fmla="*/ 103486 h 207458"/>
              <a:gd name="connsiteX4" fmla="*/ 259606 w 1185143"/>
              <a:gd name="connsiteY4" fmla="*/ 138234 h 207458"/>
              <a:gd name="connsiteX5" fmla="*/ 787196 w 1185143"/>
              <a:gd name="connsiteY5" fmla="*/ 103756 h 207458"/>
              <a:gd name="connsiteX6" fmla="*/ 821943 w 1185143"/>
              <a:gd name="connsiteY6" fmla="*/ 103756 h 207458"/>
              <a:gd name="connsiteX7" fmla="*/ 821943 w 1185143"/>
              <a:gd name="connsiteY7" fmla="*/ 172981 h 207458"/>
              <a:gd name="connsiteX8" fmla="*/ 787196 w 1185143"/>
              <a:gd name="connsiteY8" fmla="*/ 172981 h 207458"/>
              <a:gd name="connsiteX9" fmla="*/ 787196 w 1185143"/>
              <a:gd name="connsiteY9" fmla="*/ 103756 h 207458"/>
              <a:gd name="connsiteX10" fmla="*/ 752718 w 1185143"/>
              <a:gd name="connsiteY10" fmla="*/ 69225 h 207458"/>
              <a:gd name="connsiteX11" fmla="*/ 735318 w 1185143"/>
              <a:gd name="connsiteY11" fmla="*/ 103756 h 207458"/>
              <a:gd name="connsiteX12" fmla="*/ 735318 w 1185143"/>
              <a:gd name="connsiteY12" fmla="*/ 172981 h 207458"/>
              <a:gd name="connsiteX13" fmla="*/ 752718 w 1185143"/>
              <a:gd name="connsiteY13" fmla="*/ 207458 h 207458"/>
              <a:gd name="connsiteX14" fmla="*/ 873821 w 1185143"/>
              <a:gd name="connsiteY14" fmla="*/ 207458 h 207458"/>
              <a:gd name="connsiteX15" fmla="*/ 873821 w 1185143"/>
              <a:gd name="connsiteY15" fmla="*/ 69225 h 207458"/>
              <a:gd name="connsiteX16" fmla="*/ 752718 w 1185143"/>
              <a:gd name="connsiteY16" fmla="*/ 69225 h 207458"/>
              <a:gd name="connsiteX17" fmla="*/ 977577 w 1185143"/>
              <a:gd name="connsiteY17" fmla="*/ 69225 h 207458"/>
              <a:gd name="connsiteX18" fmla="*/ 977577 w 1185143"/>
              <a:gd name="connsiteY18" fmla="*/ 207458 h 207458"/>
              <a:gd name="connsiteX19" fmla="*/ 1029455 w 1185143"/>
              <a:gd name="connsiteY19" fmla="*/ 207458 h 207458"/>
              <a:gd name="connsiteX20" fmla="*/ 1029455 w 1185143"/>
              <a:gd name="connsiteY20" fmla="*/ 103756 h 207458"/>
              <a:gd name="connsiteX21" fmla="*/ 1055394 w 1185143"/>
              <a:gd name="connsiteY21" fmla="*/ 103756 h 207458"/>
              <a:gd name="connsiteX22" fmla="*/ 1055394 w 1185143"/>
              <a:gd name="connsiteY22" fmla="*/ 207458 h 207458"/>
              <a:gd name="connsiteX23" fmla="*/ 1107273 w 1185143"/>
              <a:gd name="connsiteY23" fmla="*/ 207458 h 207458"/>
              <a:gd name="connsiteX24" fmla="*/ 1107273 w 1185143"/>
              <a:gd name="connsiteY24" fmla="*/ 103756 h 207458"/>
              <a:gd name="connsiteX25" fmla="*/ 1133266 w 1185143"/>
              <a:gd name="connsiteY25" fmla="*/ 103756 h 207458"/>
              <a:gd name="connsiteX26" fmla="*/ 1133266 w 1185143"/>
              <a:gd name="connsiteY26" fmla="*/ 207458 h 207458"/>
              <a:gd name="connsiteX27" fmla="*/ 1185144 w 1185143"/>
              <a:gd name="connsiteY27" fmla="*/ 207458 h 207458"/>
              <a:gd name="connsiteX28" fmla="*/ 1185144 w 1185143"/>
              <a:gd name="connsiteY28" fmla="*/ 103756 h 207458"/>
              <a:gd name="connsiteX29" fmla="*/ 1168013 w 1185143"/>
              <a:gd name="connsiteY29" fmla="*/ 69225 h 207458"/>
              <a:gd name="connsiteX30" fmla="*/ 977631 w 1185143"/>
              <a:gd name="connsiteY30" fmla="*/ 69225 h 207458"/>
              <a:gd name="connsiteX31" fmla="*/ 899760 w 1185143"/>
              <a:gd name="connsiteY31" fmla="*/ 207458 h 207458"/>
              <a:gd name="connsiteX32" fmla="*/ 951692 w 1185143"/>
              <a:gd name="connsiteY32" fmla="*/ 207458 h 207458"/>
              <a:gd name="connsiteX33" fmla="*/ 951692 w 1185143"/>
              <a:gd name="connsiteY33" fmla="*/ 69225 h 207458"/>
              <a:gd name="connsiteX34" fmla="*/ 899760 w 1185143"/>
              <a:gd name="connsiteY34" fmla="*/ 69009 h 207458"/>
              <a:gd name="connsiteX35" fmla="*/ 899760 w 1185143"/>
              <a:gd name="connsiteY35" fmla="*/ 207458 h 207458"/>
              <a:gd name="connsiteX36" fmla="*/ 112565 w 1185143"/>
              <a:gd name="connsiteY36" fmla="*/ 34477 h 207458"/>
              <a:gd name="connsiteX37" fmla="*/ 112565 w 1185143"/>
              <a:gd name="connsiteY37" fmla="*/ 103756 h 207458"/>
              <a:gd name="connsiteX38" fmla="*/ 86355 w 1185143"/>
              <a:gd name="connsiteY38" fmla="*/ 103756 h 207458"/>
              <a:gd name="connsiteX39" fmla="*/ 112565 w 1185143"/>
              <a:gd name="connsiteY39" fmla="*/ 34477 h 207458"/>
              <a:gd name="connsiteX40" fmla="*/ 69225 w 1185143"/>
              <a:gd name="connsiteY40" fmla="*/ 0 h 207458"/>
              <a:gd name="connsiteX41" fmla="*/ 0 w 1185143"/>
              <a:gd name="connsiteY41" fmla="*/ 207458 h 207458"/>
              <a:gd name="connsiteX42" fmla="*/ 51878 w 1185143"/>
              <a:gd name="connsiteY42" fmla="*/ 207458 h 207458"/>
              <a:gd name="connsiteX43" fmla="*/ 77817 w 1185143"/>
              <a:gd name="connsiteY43" fmla="*/ 138450 h 207458"/>
              <a:gd name="connsiteX44" fmla="*/ 112565 w 1185143"/>
              <a:gd name="connsiteY44" fmla="*/ 138450 h 207458"/>
              <a:gd name="connsiteX45" fmla="*/ 112565 w 1185143"/>
              <a:gd name="connsiteY45" fmla="*/ 207458 h 207458"/>
              <a:gd name="connsiteX46" fmla="*/ 164443 w 1185143"/>
              <a:gd name="connsiteY46" fmla="*/ 207458 h 207458"/>
              <a:gd name="connsiteX47" fmla="*/ 164443 w 1185143"/>
              <a:gd name="connsiteY47" fmla="*/ 0 h 207458"/>
              <a:gd name="connsiteX48" fmla="*/ 69225 w 1185143"/>
              <a:gd name="connsiteY48" fmla="*/ 0 h 207458"/>
              <a:gd name="connsiteX49" fmla="*/ 190328 w 1185143"/>
              <a:gd name="connsiteY49" fmla="*/ 207458 h 207458"/>
              <a:gd name="connsiteX50" fmla="*/ 242206 w 1185143"/>
              <a:gd name="connsiteY50" fmla="*/ 207458 h 207458"/>
              <a:gd name="connsiteX51" fmla="*/ 242206 w 1185143"/>
              <a:gd name="connsiteY51" fmla="*/ 0 h 207458"/>
              <a:gd name="connsiteX52" fmla="*/ 190328 w 1185143"/>
              <a:gd name="connsiteY52" fmla="*/ 0 h 207458"/>
              <a:gd name="connsiteX53" fmla="*/ 190328 w 1185143"/>
              <a:gd name="connsiteY53" fmla="*/ 207458 h 207458"/>
              <a:gd name="connsiteX54" fmla="*/ 328615 w 1185143"/>
              <a:gd name="connsiteY54" fmla="*/ 0 h 207458"/>
              <a:gd name="connsiteX55" fmla="*/ 328615 w 1185143"/>
              <a:gd name="connsiteY55" fmla="*/ 207458 h 207458"/>
              <a:gd name="connsiteX56" fmla="*/ 380493 w 1185143"/>
              <a:gd name="connsiteY56" fmla="*/ 207458 h 207458"/>
              <a:gd name="connsiteX57" fmla="*/ 380493 w 1185143"/>
              <a:gd name="connsiteY57" fmla="*/ 103756 h 207458"/>
              <a:gd name="connsiteX58" fmla="*/ 415295 w 1185143"/>
              <a:gd name="connsiteY58" fmla="*/ 103756 h 207458"/>
              <a:gd name="connsiteX59" fmla="*/ 415295 w 1185143"/>
              <a:gd name="connsiteY59" fmla="*/ 172981 h 207458"/>
              <a:gd name="connsiteX60" fmla="*/ 432641 w 1185143"/>
              <a:gd name="connsiteY60" fmla="*/ 207458 h 207458"/>
              <a:gd name="connsiteX61" fmla="*/ 553798 w 1185143"/>
              <a:gd name="connsiteY61" fmla="*/ 207458 h 207458"/>
              <a:gd name="connsiteX62" fmla="*/ 553798 w 1185143"/>
              <a:gd name="connsiteY62" fmla="*/ 103756 h 207458"/>
              <a:gd name="connsiteX63" fmla="*/ 579737 w 1185143"/>
              <a:gd name="connsiteY63" fmla="*/ 103756 h 207458"/>
              <a:gd name="connsiteX64" fmla="*/ 579737 w 1185143"/>
              <a:gd name="connsiteY64" fmla="*/ 207458 h 207458"/>
              <a:gd name="connsiteX65" fmla="*/ 631561 w 1185143"/>
              <a:gd name="connsiteY65" fmla="*/ 207458 h 207458"/>
              <a:gd name="connsiteX66" fmla="*/ 631561 w 1185143"/>
              <a:gd name="connsiteY66" fmla="*/ 103756 h 207458"/>
              <a:gd name="connsiteX67" fmla="*/ 657555 w 1185143"/>
              <a:gd name="connsiteY67" fmla="*/ 103756 h 207458"/>
              <a:gd name="connsiteX68" fmla="*/ 657555 w 1185143"/>
              <a:gd name="connsiteY68" fmla="*/ 207458 h 207458"/>
              <a:gd name="connsiteX69" fmla="*/ 709433 w 1185143"/>
              <a:gd name="connsiteY69" fmla="*/ 207458 h 207458"/>
              <a:gd name="connsiteX70" fmla="*/ 709433 w 1185143"/>
              <a:gd name="connsiteY70" fmla="*/ 103756 h 207458"/>
              <a:gd name="connsiteX71" fmla="*/ 735372 w 1185143"/>
              <a:gd name="connsiteY71" fmla="*/ 103756 h 207458"/>
              <a:gd name="connsiteX72" fmla="*/ 735372 w 1185143"/>
              <a:gd name="connsiteY72" fmla="*/ 69225 h 207458"/>
              <a:gd name="connsiteX73" fmla="*/ 709433 w 1185143"/>
              <a:gd name="connsiteY73" fmla="*/ 69225 h 207458"/>
              <a:gd name="connsiteX74" fmla="*/ 709433 w 1185143"/>
              <a:gd name="connsiteY74" fmla="*/ 34477 h 207458"/>
              <a:gd name="connsiteX75" fmla="*/ 657555 w 1185143"/>
              <a:gd name="connsiteY75" fmla="*/ 34477 h 207458"/>
              <a:gd name="connsiteX76" fmla="*/ 657555 w 1185143"/>
              <a:gd name="connsiteY76" fmla="*/ 69225 h 207458"/>
              <a:gd name="connsiteX77" fmla="*/ 631561 w 1185143"/>
              <a:gd name="connsiteY77" fmla="*/ 69225 h 207458"/>
              <a:gd name="connsiteX78" fmla="*/ 631561 w 1185143"/>
              <a:gd name="connsiteY78" fmla="*/ 34477 h 207458"/>
              <a:gd name="connsiteX79" fmla="*/ 579737 w 1185143"/>
              <a:gd name="connsiteY79" fmla="*/ 34477 h 207458"/>
              <a:gd name="connsiteX80" fmla="*/ 579737 w 1185143"/>
              <a:gd name="connsiteY80" fmla="*/ 69225 h 207458"/>
              <a:gd name="connsiteX81" fmla="*/ 501650 w 1185143"/>
              <a:gd name="connsiteY81" fmla="*/ 69225 h 207458"/>
              <a:gd name="connsiteX82" fmla="*/ 501650 w 1185143"/>
              <a:gd name="connsiteY82" fmla="*/ 172927 h 207458"/>
              <a:gd name="connsiteX83" fmla="*/ 467173 w 1185143"/>
              <a:gd name="connsiteY83" fmla="*/ 172927 h 207458"/>
              <a:gd name="connsiteX84" fmla="*/ 467173 w 1185143"/>
              <a:gd name="connsiteY84" fmla="*/ 69225 h 207458"/>
              <a:gd name="connsiteX85" fmla="*/ 380547 w 1185143"/>
              <a:gd name="connsiteY85" fmla="*/ 69225 h 207458"/>
              <a:gd name="connsiteX86" fmla="*/ 380547 w 1185143"/>
              <a:gd name="connsiteY86" fmla="*/ 34477 h 207458"/>
              <a:gd name="connsiteX87" fmla="*/ 467173 w 1185143"/>
              <a:gd name="connsiteY87" fmla="*/ 34477 h 207458"/>
              <a:gd name="connsiteX88" fmla="*/ 467173 w 1185143"/>
              <a:gd name="connsiteY88" fmla="*/ 0 h 207458"/>
              <a:gd name="connsiteX89" fmla="*/ 328669 w 1185143"/>
              <a:gd name="connsiteY89" fmla="*/ 0 h 207458"/>
              <a:gd name="connsiteX90" fmla="*/ 899760 w 1185143"/>
              <a:gd name="connsiteY90" fmla="*/ 34477 h 207458"/>
              <a:gd name="connsiteX91" fmla="*/ 951692 w 1185143"/>
              <a:gd name="connsiteY91" fmla="*/ 34477 h 207458"/>
              <a:gd name="connsiteX92" fmla="*/ 951692 w 1185143"/>
              <a:gd name="connsiteY92" fmla="*/ 0 h 207458"/>
              <a:gd name="connsiteX93" fmla="*/ 899760 w 1185143"/>
              <a:gd name="connsiteY93" fmla="*/ 0 h 207458"/>
              <a:gd name="connsiteX94" fmla="*/ 899760 w 1185143"/>
              <a:gd name="connsiteY94" fmla="*/ 34477 h 20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185143" h="207458">
                <a:moveTo>
                  <a:pt x="259606" y="138234"/>
                </a:moveTo>
                <a:lnTo>
                  <a:pt x="311539" y="138234"/>
                </a:lnTo>
                <a:lnTo>
                  <a:pt x="311539" y="103486"/>
                </a:lnTo>
                <a:lnTo>
                  <a:pt x="259606" y="103486"/>
                </a:lnTo>
                <a:lnTo>
                  <a:pt x="259606" y="138234"/>
                </a:lnTo>
                <a:close/>
                <a:moveTo>
                  <a:pt x="787196" y="103756"/>
                </a:moveTo>
                <a:lnTo>
                  <a:pt x="821943" y="103756"/>
                </a:lnTo>
                <a:lnTo>
                  <a:pt x="821943" y="172981"/>
                </a:lnTo>
                <a:lnTo>
                  <a:pt x="787196" y="172981"/>
                </a:lnTo>
                <a:lnTo>
                  <a:pt x="787196" y="103756"/>
                </a:lnTo>
                <a:close/>
                <a:moveTo>
                  <a:pt x="752718" y="69225"/>
                </a:moveTo>
                <a:lnTo>
                  <a:pt x="735318" y="103756"/>
                </a:lnTo>
                <a:lnTo>
                  <a:pt x="735318" y="172981"/>
                </a:lnTo>
                <a:lnTo>
                  <a:pt x="752718" y="207458"/>
                </a:lnTo>
                <a:lnTo>
                  <a:pt x="873821" y="207458"/>
                </a:lnTo>
                <a:lnTo>
                  <a:pt x="873821" y="69225"/>
                </a:lnTo>
                <a:lnTo>
                  <a:pt x="752718" y="69225"/>
                </a:lnTo>
                <a:close/>
                <a:moveTo>
                  <a:pt x="977577" y="69225"/>
                </a:moveTo>
                <a:lnTo>
                  <a:pt x="977577" y="207458"/>
                </a:lnTo>
                <a:lnTo>
                  <a:pt x="1029455" y="207458"/>
                </a:lnTo>
                <a:lnTo>
                  <a:pt x="1029455" y="103756"/>
                </a:lnTo>
                <a:lnTo>
                  <a:pt x="1055394" y="103756"/>
                </a:lnTo>
                <a:lnTo>
                  <a:pt x="1055394" y="207458"/>
                </a:lnTo>
                <a:lnTo>
                  <a:pt x="1107273" y="207458"/>
                </a:lnTo>
                <a:lnTo>
                  <a:pt x="1107273" y="103756"/>
                </a:lnTo>
                <a:lnTo>
                  <a:pt x="1133266" y="103756"/>
                </a:lnTo>
                <a:lnTo>
                  <a:pt x="1133266" y="207458"/>
                </a:lnTo>
                <a:lnTo>
                  <a:pt x="1185144" y="207458"/>
                </a:lnTo>
                <a:lnTo>
                  <a:pt x="1185144" y="103756"/>
                </a:lnTo>
                <a:lnTo>
                  <a:pt x="1168013" y="69225"/>
                </a:lnTo>
                <a:lnTo>
                  <a:pt x="977631" y="69225"/>
                </a:lnTo>
                <a:close/>
                <a:moveTo>
                  <a:pt x="899760" y="207458"/>
                </a:moveTo>
                <a:lnTo>
                  <a:pt x="951692" y="207458"/>
                </a:lnTo>
                <a:lnTo>
                  <a:pt x="951692" y="69225"/>
                </a:lnTo>
                <a:lnTo>
                  <a:pt x="899760" y="69009"/>
                </a:lnTo>
                <a:lnTo>
                  <a:pt x="899760" y="207458"/>
                </a:lnTo>
                <a:close/>
                <a:moveTo>
                  <a:pt x="112565" y="34477"/>
                </a:moveTo>
                <a:lnTo>
                  <a:pt x="112565" y="103756"/>
                </a:lnTo>
                <a:lnTo>
                  <a:pt x="86355" y="103756"/>
                </a:lnTo>
                <a:lnTo>
                  <a:pt x="112565" y="34477"/>
                </a:lnTo>
                <a:close/>
                <a:moveTo>
                  <a:pt x="69225" y="0"/>
                </a:moveTo>
                <a:lnTo>
                  <a:pt x="0" y="207458"/>
                </a:lnTo>
                <a:lnTo>
                  <a:pt x="51878" y="207458"/>
                </a:lnTo>
                <a:lnTo>
                  <a:pt x="77817" y="138450"/>
                </a:lnTo>
                <a:lnTo>
                  <a:pt x="112565" y="138450"/>
                </a:lnTo>
                <a:lnTo>
                  <a:pt x="112565" y="207458"/>
                </a:lnTo>
                <a:lnTo>
                  <a:pt x="164443" y="207458"/>
                </a:lnTo>
                <a:lnTo>
                  <a:pt x="164443" y="0"/>
                </a:lnTo>
                <a:lnTo>
                  <a:pt x="69225" y="0"/>
                </a:lnTo>
                <a:close/>
                <a:moveTo>
                  <a:pt x="190328" y="207458"/>
                </a:moveTo>
                <a:lnTo>
                  <a:pt x="242206" y="207458"/>
                </a:lnTo>
                <a:lnTo>
                  <a:pt x="242206" y="0"/>
                </a:lnTo>
                <a:lnTo>
                  <a:pt x="190328" y="0"/>
                </a:lnTo>
                <a:lnTo>
                  <a:pt x="190328" y="207458"/>
                </a:lnTo>
                <a:close/>
                <a:moveTo>
                  <a:pt x="328615" y="0"/>
                </a:moveTo>
                <a:lnTo>
                  <a:pt x="328615" y="207458"/>
                </a:lnTo>
                <a:lnTo>
                  <a:pt x="380493" y="207458"/>
                </a:lnTo>
                <a:lnTo>
                  <a:pt x="380493" y="103756"/>
                </a:lnTo>
                <a:lnTo>
                  <a:pt x="415295" y="103756"/>
                </a:lnTo>
                <a:lnTo>
                  <a:pt x="415295" y="172981"/>
                </a:lnTo>
                <a:lnTo>
                  <a:pt x="432641" y="207458"/>
                </a:lnTo>
                <a:lnTo>
                  <a:pt x="553798" y="207458"/>
                </a:lnTo>
                <a:lnTo>
                  <a:pt x="553798" y="103756"/>
                </a:lnTo>
                <a:lnTo>
                  <a:pt x="579737" y="103756"/>
                </a:lnTo>
                <a:lnTo>
                  <a:pt x="579737" y="207458"/>
                </a:lnTo>
                <a:lnTo>
                  <a:pt x="631561" y="207458"/>
                </a:lnTo>
                <a:lnTo>
                  <a:pt x="631561" y="103756"/>
                </a:lnTo>
                <a:lnTo>
                  <a:pt x="657555" y="103756"/>
                </a:lnTo>
                <a:lnTo>
                  <a:pt x="657555" y="207458"/>
                </a:lnTo>
                <a:lnTo>
                  <a:pt x="709433" y="207458"/>
                </a:lnTo>
                <a:lnTo>
                  <a:pt x="709433" y="103756"/>
                </a:lnTo>
                <a:lnTo>
                  <a:pt x="735372" y="103756"/>
                </a:lnTo>
                <a:lnTo>
                  <a:pt x="735372" y="69225"/>
                </a:lnTo>
                <a:lnTo>
                  <a:pt x="709433" y="69225"/>
                </a:lnTo>
                <a:lnTo>
                  <a:pt x="709433" y="34477"/>
                </a:lnTo>
                <a:lnTo>
                  <a:pt x="657555" y="34477"/>
                </a:lnTo>
                <a:lnTo>
                  <a:pt x="657555" y="69225"/>
                </a:lnTo>
                <a:lnTo>
                  <a:pt x="631561" y="69225"/>
                </a:lnTo>
                <a:lnTo>
                  <a:pt x="631561" y="34477"/>
                </a:lnTo>
                <a:lnTo>
                  <a:pt x="579737" y="34477"/>
                </a:lnTo>
                <a:lnTo>
                  <a:pt x="579737" y="69225"/>
                </a:lnTo>
                <a:lnTo>
                  <a:pt x="501650" y="69225"/>
                </a:lnTo>
                <a:lnTo>
                  <a:pt x="501650" y="172927"/>
                </a:lnTo>
                <a:lnTo>
                  <a:pt x="467173" y="172927"/>
                </a:lnTo>
                <a:lnTo>
                  <a:pt x="467173" y="69225"/>
                </a:lnTo>
                <a:lnTo>
                  <a:pt x="380547" y="69225"/>
                </a:lnTo>
                <a:lnTo>
                  <a:pt x="380547" y="34477"/>
                </a:lnTo>
                <a:lnTo>
                  <a:pt x="467173" y="34477"/>
                </a:lnTo>
                <a:lnTo>
                  <a:pt x="467173" y="0"/>
                </a:lnTo>
                <a:lnTo>
                  <a:pt x="328669" y="0"/>
                </a:lnTo>
                <a:close/>
                <a:moveTo>
                  <a:pt x="899760" y="34477"/>
                </a:moveTo>
                <a:lnTo>
                  <a:pt x="951692" y="34477"/>
                </a:lnTo>
                <a:lnTo>
                  <a:pt x="951692" y="0"/>
                </a:lnTo>
                <a:lnTo>
                  <a:pt x="899760" y="0"/>
                </a:lnTo>
                <a:lnTo>
                  <a:pt x="899760" y="34477"/>
                </a:lnTo>
                <a:close/>
              </a:path>
            </a:pathLst>
          </a:custGeom>
          <a:solidFill>
            <a:schemeClr val="bg1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3B3ADD2-B7B2-47A7-DF0B-4995540F41E0}"/>
              </a:ext>
            </a:extLst>
          </p:cNvPr>
          <p:cNvSpPr>
            <a:spLocks/>
          </p:cNvSpPr>
          <p:nvPr/>
        </p:nvSpPr>
        <p:spPr bwMode="black">
          <a:xfrm>
            <a:off x="3347197" y="853208"/>
            <a:ext cx="873889" cy="764057"/>
          </a:xfrm>
          <a:custGeom>
            <a:avLst/>
            <a:gdLst>
              <a:gd name="connsiteX0" fmla="*/ 156175 w 415348"/>
              <a:gd name="connsiteY0" fmla="*/ 155526 h 363146"/>
              <a:gd name="connsiteX1" fmla="*/ 207782 w 415348"/>
              <a:gd name="connsiteY1" fmla="*/ 103864 h 363146"/>
              <a:gd name="connsiteX2" fmla="*/ 259390 w 415348"/>
              <a:gd name="connsiteY2" fmla="*/ 155526 h 363146"/>
              <a:gd name="connsiteX3" fmla="*/ 207782 w 415348"/>
              <a:gd name="connsiteY3" fmla="*/ 207296 h 363146"/>
              <a:gd name="connsiteX4" fmla="*/ 156175 w 415348"/>
              <a:gd name="connsiteY4" fmla="*/ 155526 h 363146"/>
              <a:gd name="connsiteX5" fmla="*/ 207782 w 415348"/>
              <a:gd name="connsiteY5" fmla="*/ 0 h 363146"/>
              <a:gd name="connsiteX6" fmla="*/ 0 w 415348"/>
              <a:gd name="connsiteY6" fmla="*/ 207350 h 363146"/>
              <a:gd name="connsiteX7" fmla="*/ 51986 w 415348"/>
              <a:gd name="connsiteY7" fmla="*/ 259228 h 363146"/>
              <a:gd name="connsiteX8" fmla="*/ 104134 w 415348"/>
              <a:gd name="connsiteY8" fmla="*/ 207512 h 363146"/>
              <a:gd name="connsiteX9" fmla="*/ 155904 w 415348"/>
              <a:gd name="connsiteY9" fmla="*/ 259499 h 363146"/>
              <a:gd name="connsiteX10" fmla="*/ 103810 w 415348"/>
              <a:gd name="connsiteY10" fmla="*/ 311593 h 363146"/>
              <a:gd name="connsiteX11" fmla="*/ 155904 w 415348"/>
              <a:gd name="connsiteY11" fmla="*/ 363147 h 363146"/>
              <a:gd name="connsiteX12" fmla="*/ 206810 w 415348"/>
              <a:gd name="connsiteY12" fmla="*/ 311431 h 363146"/>
              <a:gd name="connsiteX13" fmla="*/ 259823 w 415348"/>
              <a:gd name="connsiteY13" fmla="*/ 363147 h 363146"/>
              <a:gd name="connsiteX14" fmla="*/ 311485 w 415348"/>
              <a:gd name="connsiteY14" fmla="*/ 311431 h 363146"/>
              <a:gd name="connsiteX15" fmla="*/ 259823 w 415348"/>
              <a:gd name="connsiteY15" fmla="*/ 259769 h 363146"/>
              <a:gd name="connsiteX16" fmla="*/ 312025 w 415348"/>
              <a:gd name="connsiteY16" fmla="*/ 207512 h 363146"/>
              <a:gd name="connsiteX17" fmla="*/ 363633 w 415348"/>
              <a:gd name="connsiteY17" fmla="*/ 259228 h 363146"/>
              <a:gd name="connsiteX18" fmla="*/ 415349 w 415348"/>
              <a:gd name="connsiteY18" fmla="*/ 207512 h 363146"/>
              <a:gd name="connsiteX19" fmla="*/ 207782 w 415348"/>
              <a:gd name="connsiteY19" fmla="*/ 0 h 36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15348" h="363146">
                <a:moveTo>
                  <a:pt x="156175" y="155526"/>
                </a:moveTo>
                <a:lnTo>
                  <a:pt x="207782" y="103864"/>
                </a:lnTo>
                <a:lnTo>
                  <a:pt x="259390" y="155526"/>
                </a:lnTo>
                <a:lnTo>
                  <a:pt x="207782" y="207296"/>
                </a:lnTo>
                <a:lnTo>
                  <a:pt x="156175" y="155526"/>
                </a:lnTo>
                <a:close/>
                <a:moveTo>
                  <a:pt x="207782" y="0"/>
                </a:moveTo>
                <a:lnTo>
                  <a:pt x="0" y="207350"/>
                </a:lnTo>
                <a:lnTo>
                  <a:pt x="51986" y="259228"/>
                </a:lnTo>
                <a:lnTo>
                  <a:pt x="104134" y="207512"/>
                </a:lnTo>
                <a:lnTo>
                  <a:pt x="155904" y="259499"/>
                </a:lnTo>
                <a:lnTo>
                  <a:pt x="103810" y="311593"/>
                </a:lnTo>
                <a:lnTo>
                  <a:pt x="155904" y="363147"/>
                </a:lnTo>
                <a:lnTo>
                  <a:pt x="206810" y="311431"/>
                </a:lnTo>
                <a:lnTo>
                  <a:pt x="259823" y="363147"/>
                </a:lnTo>
                <a:lnTo>
                  <a:pt x="311485" y="311431"/>
                </a:lnTo>
                <a:lnTo>
                  <a:pt x="259823" y="259769"/>
                </a:lnTo>
                <a:lnTo>
                  <a:pt x="312025" y="207512"/>
                </a:lnTo>
                <a:lnTo>
                  <a:pt x="363633" y="259228"/>
                </a:lnTo>
                <a:lnTo>
                  <a:pt x="415349" y="207512"/>
                </a:lnTo>
                <a:lnTo>
                  <a:pt x="207782" y="0"/>
                </a:lnTo>
                <a:close/>
              </a:path>
            </a:pathLst>
          </a:custGeom>
          <a:solidFill>
            <a:schemeClr val="accent2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AEDEE7-6139-A3E5-0EEB-3CA889D93948}"/>
              </a:ext>
            </a:extLst>
          </p:cNvPr>
          <p:cNvGrpSpPr/>
          <p:nvPr userDrawn="1"/>
        </p:nvGrpSpPr>
        <p:grpSpPr bwMode="black">
          <a:xfrm>
            <a:off x="4535003" y="1051336"/>
            <a:ext cx="2089689" cy="458152"/>
            <a:chOff x="4668001" y="1061496"/>
            <a:chExt cx="2089689" cy="458152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60A75C9-C33F-F1B4-B027-9CA6362EC936}"/>
                </a:ext>
              </a:extLst>
            </p:cNvPr>
            <p:cNvSpPr/>
            <p:nvPr/>
          </p:nvSpPr>
          <p:spPr bwMode="black">
            <a:xfrm>
              <a:off x="6666155" y="1061496"/>
              <a:ext cx="91535" cy="366141"/>
            </a:xfrm>
            <a:custGeom>
              <a:avLst/>
              <a:gdLst>
                <a:gd name="connsiteX0" fmla="*/ 0 w 91535"/>
                <a:gd name="connsiteY0" fmla="*/ 0 h 366141"/>
                <a:gd name="connsiteX1" fmla="*/ 91535 w 91535"/>
                <a:gd name="connsiteY1" fmla="*/ 0 h 366141"/>
                <a:gd name="connsiteX2" fmla="*/ 91535 w 91535"/>
                <a:gd name="connsiteY2" fmla="*/ 366141 h 366141"/>
                <a:gd name="connsiteX3" fmla="*/ 0 w 91535"/>
                <a:gd name="connsiteY3" fmla="*/ 366141 h 366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5" h="366141">
                  <a:moveTo>
                    <a:pt x="0" y="0"/>
                  </a:moveTo>
                  <a:lnTo>
                    <a:pt x="91535" y="0"/>
                  </a:lnTo>
                  <a:lnTo>
                    <a:pt x="91535" y="366141"/>
                  </a:lnTo>
                  <a:lnTo>
                    <a:pt x="0" y="3661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DDB4EAB-7657-1478-B192-F9D2CB024DAE}"/>
                </a:ext>
              </a:extLst>
            </p:cNvPr>
            <p:cNvSpPr/>
            <p:nvPr/>
          </p:nvSpPr>
          <p:spPr bwMode="black">
            <a:xfrm>
              <a:off x="6178094" y="1092452"/>
              <a:ext cx="91439" cy="60960"/>
            </a:xfrm>
            <a:custGeom>
              <a:avLst/>
              <a:gdLst>
                <a:gd name="connsiteX0" fmla="*/ 0 w 91439"/>
                <a:gd name="connsiteY0" fmla="*/ 0 h 60960"/>
                <a:gd name="connsiteX1" fmla="*/ 91440 w 91439"/>
                <a:gd name="connsiteY1" fmla="*/ 0 h 60960"/>
                <a:gd name="connsiteX2" fmla="*/ 91440 w 91439"/>
                <a:gd name="connsiteY2" fmla="*/ 60960 h 60960"/>
                <a:gd name="connsiteX3" fmla="*/ 0 w 91439"/>
                <a:gd name="connsiteY3" fmla="*/ 60960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39" h="60960">
                  <a:moveTo>
                    <a:pt x="0" y="0"/>
                  </a:moveTo>
                  <a:lnTo>
                    <a:pt x="91440" y="0"/>
                  </a:lnTo>
                  <a:lnTo>
                    <a:pt x="91440" y="60960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B733183-CCDF-16AA-5012-9CBA5B443389}"/>
                </a:ext>
              </a:extLst>
            </p:cNvPr>
            <p:cNvSpPr/>
            <p:nvPr/>
          </p:nvSpPr>
          <p:spPr bwMode="black">
            <a:xfrm>
              <a:off x="4668001" y="1061496"/>
              <a:ext cx="1952339" cy="458152"/>
            </a:xfrm>
            <a:custGeom>
              <a:avLst/>
              <a:gdLst>
                <a:gd name="connsiteX0" fmla="*/ 274511 w 1952339"/>
                <a:gd name="connsiteY0" fmla="*/ 274987 h 458152"/>
                <a:gd name="connsiteX1" fmla="*/ 335566 w 1952339"/>
                <a:gd name="connsiteY1" fmla="*/ 274987 h 458152"/>
                <a:gd name="connsiteX2" fmla="*/ 335566 w 1952339"/>
                <a:gd name="connsiteY2" fmla="*/ 397097 h 458152"/>
                <a:gd name="connsiteX3" fmla="*/ 274511 w 1952339"/>
                <a:gd name="connsiteY3" fmla="*/ 397097 h 458152"/>
                <a:gd name="connsiteX4" fmla="*/ 274511 w 1952339"/>
                <a:gd name="connsiteY4" fmla="*/ 274987 h 458152"/>
                <a:gd name="connsiteX5" fmla="*/ 1525334 w 1952339"/>
                <a:gd name="connsiteY5" fmla="*/ 183452 h 458152"/>
                <a:gd name="connsiteX6" fmla="*/ 1586293 w 1952339"/>
                <a:gd name="connsiteY6" fmla="*/ 183452 h 458152"/>
                <a:gd name="connsiteX7" fmla="*/ 1586293 w 1952339"/>
                <a:gd name="connsiteY7" fmla="*/ 305467 h 458152"/>
                <a:gd name="connsiteX8" fmla="*/ 1525334 w 1952339"/>
                <a:gd name="connsiteY8" fmla="*/ 305467 h 458152"/>
                <a:gd name="connsiteX9" fmla="*/ 1525334 w 1952339"/>
                <a:gd name="connsiteY9" fmla="*/ 183452 h 458152"/>
                <a:gd name="connsiteX10" fmla="*/ 1860899 w 1952339"/>
                <a:gd name="connsiteY10" fmla="*/ 0 h 458152"/>
                <a:gd name="connsiteX11" fmla="*/ 1860899 w 1952339"/>
                <a:gd name="connsiteY11" fmla="*/ 305086 h 458152"/>
                <a:gd name="connsiteX12" fmla="*/ 1677829 w 1952339"/>
                <a:gd name="connsiteY12" fmla="*/ 305086 h 458152"/>
                <a:gd name="connsiteX13" fmla="*/ 1677829 w 1952339"/>
                <a:gd name="connsiteY13" fmla="*/ 183452 h 458152"/>
                <a:gd name="connsiteX14" fmla="*/ 1647349 w 1952339"/>
                <a:gd name="connsiteY14" fmla="*/ 122396 h 458152"/>
                <a:gd name="connsiteX15" fmla="*/ 1433798 w 1952339"/>
                <a:gd name="connsiteY15" fmla="*/ 122396 h 458152"/>
                <a:gd name="connsiteX16" fmla="*/ 1433798 w 1952339"/>
                <a:gd name="connsiteY16" fmla="*/ 305372 h 458152"/>
                <a:gd name="connsiteX17" fmla="*/ 1250823 w 1952339"/>
                <a:gd name="connsiteY17" fmla="*/ 305372 h 458152"/>
                <a:gd name="connsiteX18" fmla="*/ 1250823 w 1952339"/>
                <a:gd name="connsiteY18" fmla="*/ 183356 h 458152"/>
                <a:gd name="connsiteX19" fmla="*/ 1220343 w 1952339"/>
                <a:gd name="connsiteY19" fmla="*/ 122301 h 458152"/>
                <a:gd name="connsiteX20" fmla="*/ 1006697 w 1952339"/>
                <a:gd name="connsiteY20" fmla="*/ 122301 h 458152"/>
                <a:gd name="connsiteX21" fmla="*/ 1006697 w 1952339"/>
                <a:gd name="connsiteY21" fmla="*/ 191 h 458152"/>
                <a:gd name="connsiteX22" fmla="*/ 915257 w 1952339"/>
                <a:gd name="connsiteY22" fmla="*/ 191 h 458152"/>
                <a:gd name="connsiteX23" fmla="*/ 915257 w 1952339"/>
                <a:gd name="connsiteY23" fmla="*/ 274987 h 458152"/>
                <a:gd name="connsiteX24" fmla="*/ 1006697 w 1952339"/>
                <a:gd name="connsiteY24" fmla="*/ 274987 h 458152"/>
                <a:gd name="connsiteX25" fmla="*/ 1006697 w 1952339"/>
                <a:gd name="connsiteY25" fmla="*/ 183452 h 458152"/>
                <a:gd name="connsiteX26" fmla="*/ 1159383 w 1952339"/>
                <a:gd name="connsiteY26" fmla="*/ 183452 h 458152"/>
                <a:gd name="connsiteX27" fmla="*/ 1159383 w 1952339"/>
                <a:gd name="connsiteY27" fmla="*/ 305467 h 458152"/>
                <a:gd name="connsiteX28" fmla="*/ 732282 w 1952339"/>
                <a:gd name="connsiteY28" fmla="*/ 305467 h 458152"/>
                <a:gd name="connsiteX29" fmla="*/ 732282 w 1952339"/>
                <a:gd name="connsiteY29" fmla="*/ 182975 h 458152"/>
                <a:gd name="connsiteX30" fmla="*/ 640747 w 1952339"/>
                <a:gd name="connsiteY30" fmla="*/ 182975 h 458152"/>
                <a:gd name="connsiteX31" fmla="*/ 640747 w 1952339"/>
                <a:gd name="connsiteY31" fmla="*/ 305467 h 458152"/>
                <a:gd name="connsiteX32" fmla="*/ 427196 w 1952339"/>
                <a:gd name="connsiteY32" fmla="*/ 305467 h 458152"/>
                <a:gd name="connsiteX33" fmla="*/ 427196 w 1952339"/>
                <a:gd name="connsiteY33" fmla="*/ 274987 h 458152"/>
                <a:gd name="connsiteX34" fmla="*/ 396621 w 1952339"/>
                <a:gd name="connsiteY34" fmla="*/ 214027 h 458152"/>
                <a:gd name="connsiteX35" fmla="*/ 183071 w 1952339"/>
                <a:gd name="connsiteY35" fmla="*/ 214027 h 458152"/>
                <a:gd name="connsiteX36" fmla="*/ 183071 w 1952339"/>
                <a:gd name="connsiteY36" fmla="*/ 305562 h 458152"/>
                <a:gd name="connsiteX37" fmla="*/ 0 w 1952339"/>
                <a:gd name="connsiteY37" fmla="*/ 305562 h 458152"/>
                <a:gd name="connsiteX38" fmla="*/ 0 w 1952339"/>
                <a:gd name="connsiteY38" fmla="*/ 366141 h 458152"/>
                <a:gd name="connsiteX39" fmla="*/ 182975 w 1952339"/>
                <a:gd name="connsiteY39" fmla="*/ 366141 h 458152"/>
                <a:gd name="connsiteX40" fmla="*/ 182975 w 1952339"/>
                <a:gd name="connsiteY40" fmla="*/ 397097 h 458152"/>
                <a:gd name="connsiteX41" fmla="*/ 213455 w 1952339"/>
                <a:gd name="connsiteY41" fmla="*/ 458153 h 458152"/>
                <a:gd name="connsiteX42" fmla="*/ 427006 w 1952339"/>
                <a:gd name="connsiteY42" fmla="*/ 458153 h 458152"/>
                <a:gd name="connsiteX43" fmla="*/ 427006 w 1952339"/>
                <a:gd name="connsiteY43" fmla="*/ 366046 h 458152"/>
                <a:gd name="connsiteX44" fmla="*/ 1921859 w 1952339"/>
                <a:gd name="connsiteY44" fmla="*/ 366046 h 458152"/>
                <a:gd name="connsiteX45" fmla="*/ 1952339 w 1952339"/>
                <a:gd name="connsiteY45" fmla="*/ 305181 h 458152"/>
                <a:gd name="connsiteX46" fmla="*/ 1952339 w 1952339"/>
                <a:gd name="connsiteY46" fmla="*/ 0 h 458152"/>
                <a:gd name="connsiteX47" fmla="*/ 1860804 w 1952339"/>
                <a:gd name="connsiteY47" fmla="*/ 0 h 45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952339" h="458152">
                  <a:moveTo>
                    <a:pt x="274511" y="274987"/>
                  </a:moveTo>
                  <a:lnTo>
                    <a:pt x="335566" y="274987"/>
                  </a:lnTo>
                  <a:lnTo>
                    <a:pt x="335566" y="397097"/>
                  </a:lnTo>
                  <a:lnTo>
                    <a:pt x="274511" y="397097"/>
                  </a:lnTo>
                  <a:lnTo>
                    <a:pt x="274511" y="274987"/>
                  </a:lnTo>
                  <a:close/>
                  <a:moveTo>
                    <a:pt x="1525334" y="183452"/>
                  </a:moveTo>
                  <a:lnTo>
                    <a:pt x="1586293" y="183452"/>
                  </a:lnTo>
                  <a:lnTo>
                    <a:pt x="1586293" y="305467"/>
                  </a:lnTo>
                  <a:lnTo>
                    <a:pt x="1525334" y="305467"/>
                  </a:lnTo>
                  <a:lnTo>
                    <a:pt x="1525334" y="183452"/>
                  </a:lnTo>
                  <a:close/>
                  <a:moveTo>
                    <a:pt x="1860899" y="0"/>
                  </a:moveTo>
                  <a:lnTo>
                    <a:pt x="1860899" y="305086"/>
                  </a:lnTo>
                  <a:lnTo>
                    <a:pt x="1677829" y="305086"/>
                  </a:lnTo>
                  <a:lnTo>
                    <a:pt x="1677829" y="183452"/>
                  </a:lnTo>
                  <a:lnTo>
                    <a:pt x="1647349" y="122396"/>
                  </a:lnTo>
                  <a:lnTo>
                    <a:pt x="1433798" y="122396"/>
                  </a:lnTo>
                  <a:lnTo>
                    <a:pt x="1433798" y="305372"/>
                  </a:lnTo>
                  <a:lnTo>
                    <a:pt x="1250823" y="305372"/>
                  </a:lnTo>
                  <a:lnTo>
                    <a:pt x="1250823" y="183356"/>
                  </a:lnTo>
                  <a:lnTo>
                    <a:pt x="1220343" y="122301"/>
                  </a:lnTo>
                  <a:lnTo>
                    <a:pt x="1006697" y="122301"/>
                  </a:lnTo>
                  <a:lnTo>
                    <a:pt x="1006697" y="191"/>
                  </a:lnTo>
                  <a:lnTo>
                    <a:pt x="915257" y="191"/>
                  </a:lnTo>
                  <a:lnTo>
                    <a:pt x="915257" y="274987"/>
                  </a:lnTo>
                  <a:lnTo>
                    <a:pt x="1006697" y="274987"/>
                  </a:lnTo>
                  <a:lnTo>
                    <a:pt x="1006697" y="183452"/>
                  </a:lnTo>
                  <a:lnTo>
                    <a:pt x="1159383" y="183452"/>
                  </a:lnTo>
                  <a:lnTo>
                    <a:pt x="1159383" y="305467"/>
                  </a:lnTo>
                  <a:lnTo>
                    <a:pt x="732282" y="305467"/>
                  </a:lnTo>
                  <a:lnTo>
                    <a:pt x="732282" y="182975"/>
                  </a:lnTo>
                  <a:lnTo>
                    <a:pt x="640747" y="182975"/>
                  </a:lnTo>
                  <a:lnTo>
                    <a:pt x="640747" y="305467"/>
                  </a:lnTo>
                  <a:lnTo>
                    <a:pt x="427196" y="305467"/>
                  </a:lnTo>
                  <a:lnTo>
                    <a:pt x="427196" y="274987"/>
                  </a:lnTo>
                  <a:lnTo>
                    <a:pt x="396621" y="214027"/>
                  </a:lnTo>
                  <a:lnTo>
                    <a:pt x="183071" y="214027"/>
                  </a:lnTo>
                  <a:lnTo>
                    <a:pt x="183071" y="305562"/>
                  </a:lnTo>
                  <a:lnTo>
                    <a:pt x="0" y="305562"/>
                  </a:lnTo>
                  <a:lnTo>
                    <a:pt x="0" y="366141"/>
                  </a:lnTo>
                  <a:lnTo>
                    <a:pt x="182975" y="366141"/>
                  </a:lnTo>
                  <a:cubicBezTo>
                    <a:pt x="182975" y="366141"/>
                    <a:pt x="182975" y="397097"/>
                    <a:pt x="182975" y="397097"/>
                  </a:cubicBezTo>
                  <a:lnTo>
                    <a:pt x="213455" y="458153"/>
                  </a:lnTo>
                  <a:lnTo>
                    <a:pt x="427006" y="458153"/>
                  </a:lnTo>
                  <a:lnTo>
                    <a:pt x="427006" y="366046"/>
                  </a:lnTo>
                  <a:lnTo>
                    <a:pt x="1921859" y="366046"/>
                  </a:lnTo>
                  <a:cubicBezTo>
                    <a:pt x="1921859" y="366046"/>
                    <a:pt x="1952339" y="305181"/>
                    <a:pt x="1952339" y="305181"/>
                  </a:cubicBezTo>
                  <a:lnTo>
                    <a:pt x="1952339" y="0"/>
                  </a:lnTo>
                  <a:lnTo>
                    <a:pt x="186080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472D19-4BEE-DDF9-4802-3B0FF5FD9444}"/>
                </a:ext>
              </a:extLst>
            </p:cNvPr>
            <p:cNvSpPr/>
            <p:nvPr/>
          </p:nvSpPr>
          <p:spPr bwMode="black">
            <a:xfrm>
              <a:off x="5369612" y="1458593"/>
              <a:ext cx="91535" cy="61055"/>
            </a:xfrm>
            <a:custGeom>
              <a:avLst/>
              <a:gdLst>
                <a:gd name="connsiteX0" fmla="*/ 0 w 91535"/>
                <a:gd name="connsiteY0" fmla="*/ 0 h 61055"/>
                <a:gd name="connsiteX1" fmla="*/ 91535 w 91535"/>
                <a:gd name="connsiteY1" fmla="*/ 0 h 61055"/>
                <a:gd name="connsiteX2" fmla="*/ 91535 w 91535"/>
                <a:gd name="connsiteY2" fmla="*/ 61055 h 61055"/>
                <a:gd name="connsiteX3" fmla="*/ 0 w 91535"/>
                <a:gd name="connsiteY3" fmla="*/ 61055 h 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5" h="61055">
                  <a:moveTo>
                    <a:pt x="0" y="0"/>
                  </a:moveTo>
                  <a:lnTo>
                    <a:pt x="91535" y="0"/>
                  </a:lnTo>
                  <a:lnTo>
                    <a:pt x="91535" y="61055"/>
                  </a:lnTo>
                  <a:lnTo>
                    <a:pt x="0" y="61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269D0F9-38E6-22C6-2DF3-4B96E6B7BBA6}"/>
                </a:ext>
              </a:extLst>
            </p:cNvPr>
            <p:cNvSpPr/>
            <p:nvPr/>
          </p:nvSpPr>
          <p:spPr bwMode="black">
            <a:xfrm>
              <a:off x="5247597" y="1458593"/>
              <a:ext cx="91535" cy="61055"/>
            </a:xfrm>
            <a:custGeom>
              <a:avLst/>
              <a:gdLst>
                <a:gd name="connsiteX0" fmla="*/ 0 w 91535"/>
                <a:gd name="connsiteY0" fmla="*/ 0 h 61055"/>
                <a:gd name="connsiteX1" fmla="*/ 91535 w 91535"/>
                <a:gd name="connsiteY1" fmla="*/ 0 h 61055"/>
                <a:gd name="connsiteX2" fmla="*/ 91535 w 91535"/>
                <a:gd name="connsiteY2" fmla="*/ 61055 h 61055"/>
                <a:gd name="connsiteX3" fmla="*/ 0 w 91535"/>
                <a:gd name="connsiteY3" fmla="*/ 61055 h 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5" h="61055">
                  <a:moveTo>
                    <a:pt x="0" y="0"/>
                  </a:moveTo>
                  <a:lnTo>
                    <a:pt x="91535" y="0"/>
                  </a:lnTo>
                  <a:lnTo>
                    <a:pt x="91535" y="61055"/>
                  </a:lnTo>
                  <a:lnTo>
                    <a:pt x="0" y="61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049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500" userDrawn="1">
          <p15:clr>
            <a:srgbClr val="FBAE40"/>
          </p15:clr>
        </p15:guide>
        <p15:guide id="4" orient="horz" pos="232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bilingual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B494-BA15-F2B4-DAD3-A3B2AF6C73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48" y="1875367"/>
            <a:ext cx="11112502" cy="1821921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Please insert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95B62-3DC6-BA29-E15A-17D867C811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48" y="3970338"/>
            <a:ext cx="11112502" cy="94202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Division/Trading Entity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F8D7363-2FCC-9FA4-5689-CD0AE7825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5858230"/>
            <a:ext cx="5556251" cy="184666"/>
          </a:xfrm>
        </p:spPr>
        <p:txBody>
          <a:bodyPr anchor="b">
            <a:spAutoFit/>
          </a:bodyPr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3B3ADD2-B7B2-47A7-DF0B-4995540F41E0}"/>
              </a:ext>
            </a:extLst>
          </p:cNvPr>
          <p:cNvSpPr>
            <a:spLocks/>
          </p:cNvSpPr>
          <p:nvPr/>
        </p:nvSpPr>
        <p:spPr>
          <a:xfrm>
            <a:off x="3347197" y="853208"/>
            <a:ext cx="873889" cy="764057"/>
          </a:xfrm>
          <a:custGeom>
            <a:avLst/>
            <a:gdLst>
              <a:gd name="connsiteX0" fmla="*/ 156175 w 415348"/>
              <a:gd name="connsiteY0" fmla="*/ 155526 h 363146"/>
              <a:gd name="connsiteX1" fmla="*/ 207782 w 415348"/>
              <a:gd name="connsiteY1" fmla="*/ 103864 h 363146"/>
              <a:gd name="connsiteX2" fmla="*/ 259390 w 415348"/>
              <a:gd name="connsiteY2" fmla="*/ 155526 h 363146"/>
              <a:gd name="connsiteX3" fmla="*/ 207782 w 415348"/>
              <a:gd name="connsiteY3" fmla="*/ 207296 h 363146"/>
              <a:gd name="connsiteX4" fmla="*/ 156175 w 415348"/>
              <a:gd name="connsiteY4" fmla="*/ 155526 h 363146"/>
              <a:gd name="connsiteX5" fmla="*/ 207782 w 415348"/>
              <a:gd name="connsiteY5" fmla="*/ 0 h 363146"/>
              <a:gd name="connsiteX6" fmla="*/ 0 w 415348"/>
              <a:gd name="connsiteY6" fmla="*/ 207350 h 363146"/>
              <a:gd name="connsiteX7" fmla="*/ 51986 w 415348"/>
              <a:gd name="connsiteY7" fmla="*/ 259228 h 363146"/>
              <a:gd name="connsiteX8" fmla="*/ 104134 w 415348"/>
              <a:gd name="connsiteY8" fmla="*/ 207512 h 363146"/>
              <a:gd name="connsiteX9" fmla="*/ 155904 w 415348"/>
              <a:gd name="connsiteY9" fmla="*/ 259499 h 363146"/>
              <a:gd name="connsiteX10" fmla="*/ 103810 w 415348"/>
              <a:gd name="connsiteY10" fmla="*/ 311593 h 363146"/>
              <a:gd name="connsiteX11" fmla="*/ 155904 w 415348"/>
              <a:gd name="connsiteY11" fmla="*/ 363147 h 363146"/>
              <a:gd name="connsiteX12" fmla="*/ 206810 w 415348"/>
              <a:gd name="connsiteY12" fmla="*/ 311431 h 363146"/>
              <a:gd name="connsiteX13" fmla="*/ 259823 w 415348"/>
              <a:gd name="connsiteY13" fmla="*/ 363147 h 363146"/>
              <a:gd name="connsiteX14" fmla="*/ 311485 w 415348"/>
              <a:gd name="connsiteY14" fmla="*/ 311431 h 363146"/>
              <a:gd name="connsiteX15" fmla="*/ 259823 w 415348"/>
              <a:gd name="connsiteY15" fmla="*/ 259769 h 363146"/>
              <a:gd name="connsiteX16" fmla="*/ 312025 w 415348"/>
              <a:gd name="connsiteY16" fmla="*/ 207512 h 363146"/>
              <a:gd name="connsiteX17" fmla="*/ 363633 w 415348"/>
              <a:gd name="connsiteY17" fmla="*/ 259228 h 363146"/>
              <a:gd name="connsiteX18" fmla="*/ 415349 w 415348"/>
              <a:gd name="connsiteY18" fmla="*/ 207512 h 363146"/>
              <a:gd name="connsiteX19" fmla="*/ 207782 w 415348"/>
              <a:gd name="connsiteY19" fmla="*/ 0 h 36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15348" h="363146">
                <a:moveTo>
                  <a:pt x="156175" y="155526"/>
                </a:moveTo>
                <a:lnTo>
                  <a:pt x="207782" y="103864"/>
                </a:lnTo>
                <a:lnTo>
                  <a:pt x="259390" y="155526"/>
                </a:lnTo>
                <a:lnTo>
                  <a:pt x="207782" y="207296"/>
                </a:lnTo>
                <a:lnTo>
                  <a:pt x="156175" y="155526"/>
                </a:lnTo>
                <a:close/>
                <a:moveTo>
                  <a:pt x="207782" y="0"/>
                </a:moveTo>
                <a:lnTo>
                  <a:pt x="0" y="207350"/>
                </a:lnTo>
                <a:lnTo>
                  <a:pt x="51986" y="259228"/>
                </a:lnTo>
                <a:lnTo>
                  <a:pt x="104134" y="207512"/>
                </a:lnTo>
                <a:lnTo>
                  <a:pt x="155904" y="259499"/>
                </a:lnTo>
                <a:lnTo>
                  <a:pt x="103810" y="311593"/>
                </a:lnTo>
                <a:lnTo>
                  <a:pt x="155904" y="363147"/>
                </a:lnTo>
                <a:lnTo>
                  <a:pt x="206810" y="311431"/>
                </a:lnTo>
                <a:lnTo>
                  <a:pt x="259823" y="363147"/>
                </a:lnTo>
                <a:lnTo>
                  <a:pt x="311485" y="311431"/>
                </a:lnTo>
                <a:lnTo>
                  <a:pt x="259823" y="259769"/>
                </a:lnTo>
                <a:lnTo>
                  <a:pt x="312025" y="207512"/>
                </a:lnTo>
                <a:lnTo>
                  <a:pt x="363633" y="259228"/>
                </a:lnTo>
                <a:lnTo>
                  <a:pt x="415349" y="207512"/>
                </a:lnTo>
                <a:lnTo>
                  <a:pt x="207782" y="0"/>
                </a:lnTo>
                <a:close/>
              </a:path>
            </a:pathLst>
          </a:custGeom>
          <a:solidFill>
            <a:schemeClr val="accent2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AEDEE7-6139-A3E5-0EEB-3CA889D93948}"/>
              </a:ext>
            </a:extLst>
          </p:cNvPr>
          <p:cNvGrpSpPr/>
          <p:nvPr userDrawn="1"/>
        </p:nvGrpSpPr>
        <p:grpSpPr>
          <a:xfrm>
            <a:off x="4535003" y="1051336"/>
            <a:ext cx="2089689" cy="458152"/>
            <a:chOff x="4668001" y="1061496"/>
            <a:chExt cx="2089689" cy="458152"/>
          </a:xfrm>
          <a:solidFill>
            <a:srgbClr val="004F9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60A75C9-C33F-F1B4-B027-9CA6362EC936}"/>
                </a:ext>
              </a:extLst>
            </p:cNvPr>
            <p:cNvSpPr/>
            <p:nvPr/>
          </p:nvSpPr>
          <p:spPr>
            <a:xfrm>
              <a:off x="6666155" y="1061496"/>
              <a:ext cx="91535" cy="366141"/>
            </a:xfrm>
            <a:custGeom>
              <a:avLst/>
              <a:gdLst>
                <a:gd name="connsiteX0" fmla="*/ 0 w 91535"/>
                <a:gd name="connsiteY0" fmla="*/ 0 h 366141"/>
                <a:gd name="connsiteX1" fmla="*/ 91535 w 91535"/>
                <a:gd name="connsiteY1" fmla="*/ 0 h 366141"/>
                <a:gd name="connsiteX2" fmla="*/ 91535 w 91535"/>
                <a:gd name="connsiteY2" fmla="*/ 366141 h 366141"/>
                <a:gd name="connsiteX3" fmla="*/ 0 w 91535"/>
                <a:gd name="connsiteY3" fmla="*/ 366141 h 366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5" h="366141">
                  <a:moveTo>
                    <a:pt x="0" y="0"/>
                  </a:moveTo>
                  <a:lnTo>
                    <a:pt x="91535" y="0"/>
                  </a:lnTo>
                  <a:lnTo>
                    <a:pt x="91535" y="366141"/>
                  </a:lnTo>
                  <a:lnTo>
                    <a:pt x="0" y="3661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DDB4EAB-7657-1478-B192-F9D2CB024DAE}"/>
                </a:ext>
              </a:extLst>
            </p:cNvPr>
            <p:cNvSpPr/>
            <p:nvPr/>
          </p:nvSpPr>
          <p:spPr>
            <a:xfrm>
              <a:off x="6178094" y="1092452"/>
              <a:ext cx="91439" cy="60960"/>
            </a:xfrm>
            <a:custGeom>
              <a:avLst/>
              <a:gdLst>
                <a:gd name="connsiteX0" fmla="*/ 0 w 91439"/>
                <a:gd name="connsiteY0" fmla="*/ 0 h 60960"/>
                <a:gd name="connsiteX1" fmla="*/ 91440 w 91439"/>
                <a:gd name="connsiteY1" fmla="*/ 0 h 60960"/>
                <a:gd name="connsiteX2" fmla="*/ 91440 w 91439"/>
                <a:gd name="connsiteY2" fmla="*/ 60960 h 60960"/>
                <a:gd name="connsiteX3" fmla="*/ 0 w 91439"/>
                <a:gd name="connsiteY3" fmla="*/ 60960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39" h="60960">
                  <a:moveTo>
                    <a:pt x="0" y="0"/>
                  </a:moveTo>
                  <a:lnTo>
                    <a:pt x="91440" y="0"/>
                  </a:lnTo>
                  <a:lnTo>
                    <a:pt x="91440" y="60960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B733183-CCDF-16AA-5012-9CBA5B443389}"/>
                </a:ext>
              </a:extLst>
            </p:cNvPr>
            <p:cNvSpPr/>
            <p:nvPr/>
          </p:nvSpPr>
          <p:spPr>
            <a:xfrm>
              <a:off x="4668001" y="1061496"/>
              <a:ext cx="1952339" cy="458152"/>
            </a:xfrm>
            <a:custGeom>
              <a:avLst/>
              <a:gdLst>
                <a:gd name="connsiteX0" fmla="*/ 274511 w 1952339"/>
                <a:gd name="connsiteY0" fmla="*/ 274987 h 458152"/>
                <a:gd name="connsiteX1" fmla="*/ 335566 w 1952339"/>
                <a:gd name="connsiteY1" fmla="*/ 274987 h 458152"/>
                <a:gd name="connsiteX2" fmla="*/ 335566 w 1952339"/>
                <a:gd name="connsiteY2" fmla="*/ 397097 h 458152"/>
                <a:gd name="connsiteX3" fmla="*/ 274511 w 1952339"/>
                <a:gd name="connsiteY3" fmla="*/ 397097 h 458152"/>
                <a:gd name="connsiteX4" fmla="*/ 274511 w 1952339"/>
                <a:gd name="connsiteY4" fmla="*/ 274987 h 458152"/>
                <a:gd name="connsiteX5" fmla="*/ 1525334 w 1952339"/>
                <a:gd name="connsiteY5" fmla="*/ 183452 h 458152"/>
                <a:gd name="connsiteX6" fmla="*/ 1586293 w 1952339"/>
                <a:gd name="connsiteY6" fmla="*/ 183452 h 458152"/>
                <a:gd name="connsiteX7" fmla="*/ 1586293 w 1952339"/>
                <a:gd name="connsiteY7" fmla="*/ 305467 h 458152"/>
                <a:gd name="connsiteX8" fmla="*/ 1525334 w 1952339"/>
                <a:gd name="connsiteY8" fmla="*/ 305467 h 458152"/>
                <a:gd name="connsiteX9" fmla="*/ 1525334 w 1952339"/>
                <a:gd name="connsiteY9" fmla="*/ 183452 h 458152"/>
                <a:gd name="connsiteX10" fmla="*/ 1860899 w 1952339"/>
                <a:gd name="connsiteY10" fmla="*/ 0 h 458152"/>
                <a:gd name="connsiteX11" fmla="*/ 1860899 w 1952339"/>
                <a:gd name="connsiteY11" fmla="*/ 305086 h 458152"/>
                <a:gd name="connsiteX12" fmla="*/ 1677829 w 1952339"/>
                <a:gd name="connsiteY12" fmla="*/ 305086 h 458152"/>
                <a:gd name="connsiteX13" fmla="*/ 1677829 w 1952339"/>
                <a:gd name="connsiteY13" fmla="*/ 183452 h 458152"/>
                <a:gd name="connsiteX14" fmla="*/ 1647349 w 1952339"/>
                <a:gd name="connsiteY14" fmla="*/ 122396 h 458152"/>
                <a:gd name="connsiteX15" fmla="*/ 1433798 w 1952339"/>
                <a:gd name="connsiteY15" fmla="*/ 122396 h 458152"/>
                <a:gd name="connsiteX16" fmla="*/ 1433798 w 1952339"/>
                <a:gd name="connsiteY16" fmla="*/ 305372 h 458152"/>
                <a:gd name="connsiteX17" fmla="*/ 1250823 w 1952339"/>
                <a:gd name="connsiteY17" fmla="*/ 305372 h 458152"/>
                <a:gd name="connsiteX18" fmla="*/ 1250823 w 1952339"/>
                <a:gd name="connsiteY18" fmla="*/ 183356 h 458152"/>
                <a:gd name="connsiteX19" fmla="*/ 1220343 w 1952339"/>
                <a:gd name="connsiteY19" fmla="*/ 122301 h 458152"/>
                <a:gd name="connsiteX20" fmla="*/ 1006697 w 1952339"/>
                <a:gd name="connsiteY20" fmla="*/ 122301 h 458152"/>
                <a:gd name="connsiteX21" fmla="*/ 1006697 w 1952339"/>
                <a:gd name="connsiteY21" fmla="*/ 191 h 458152"/>
                <a:gd name="connsiteX22" fmla="*/ 915257 w 1952339"/>
                <a:gd name="connsiteY22" fmla="*/ 191 h 458152"/>
                <a:gd name="connsiteX23" fmla="*/ 915257 w 1952339"/>
                <a:gd name="connsiteY23" fmla="*/ 274987 h 458152"/>
                <a:gd name="connsiteX24" fmla="*/ 1006697 w 1952339"/>
                <a:gd name="connsiteY24" fmla="*/ 274987 h 458152"/>
                <a:gd name="connsiteX25" fmla="*/ 1006697 w 1952339"/>
                <a:gd name="connsiteY25" fmla="*/ 183452 h 458152"/>
                <a:gd name="connsiteX26" fmla="*/ 1159383 w 1952339"/>
                <a:gd name="connsiteY26" fmla="*/ 183452 h 458152"/>
                <a:gd name="connsiteX27" fmla="*/ 1159383 w 1952339"/>
                <a:gd name="connsiteY27" fmla="*/ 305467 h 458152"/>
                <a:gd name="connsiteX28" fmla="*/ 732282 w 1952339"/>
                <a:gd name="connsiteY28" fmla="*/ 305467 h 458152"/>
                <a:gd name="connsiteX29" fmla="*/ 732282 w 1952339"/>
                <a:gd name="connsiteY29" fmla="*/ 182975 h 458152"/>
                <a:gd name="connsiteX30" fmla="*/ 640747 w 1952339"/>
                <a:gd name="connsiteY30" fmla="*/ 182975 h 458152"/>
                <a:gd name="connsiteX31" fmla="*/ 640747 w 1952339"/>
                <a:gd name="connsiteY31" fmla="*/ 305467 h 458152"/>
                <a:gd name="connsiteX32" fmla="*/ 427196 w 1952339"/>
                <a:gd name="connsiteY32" fmla="*/ 305467 h 458152"/>
                <a:gd name="connsiteX33" fmla="*/ 427196 w 1952339"/>
                <a:gd name="connsiteY33" fmla="*/ 274987 h 458152"/>
                <a:gd name="connsiteX34" fmla="*/ 396621 w 1952339"/>
                <a:gd name="connsiteY34" fmla="*/ 214027 h 458152"/>
                <a:gd name="connsiteX35" fmla="*/ 183071 w 1952339"/>
                <a:gd name="connsiteY35" fmla="*/ 214027 h 458152"/>
                <a:gd name="connsiteX36" fmla="*/ 183071 w 1952339"/>
                <a:gd name="connsiteY36" fmla="*/ 305562 h 458152"/>
                <a:gd name="connsiteX37" fmla="*/ 0 w 1952339"/>
                <a:gd name="connsiteY37" fmla="*/ 305562 h 458152"/>
                <a:gd name="connsiteX38" fmla="*/ 0 w 1952339"/>
                <a:gd name="connsiteY38" fmla="*/ 366141 h 458152"/>
                <a:gd name="connsiteX39" fmla="*/ 182975 w 1952339"/>
                <a:gd name="connsiteY39" fmla="*/ 366141 h 458152"/>
                <a:gd name="connsiteX40" fmla="*/ 182975 w 1952339"/>
                <a:gd name="connsiteY40" fmla="*/ 397097 h 458152"/>
                <a:gd name="connsiteX41" fmla="*/ 213455 w 1952339"/>
                <a:gd name="connsiteY41" fmla="*/ 458153 h 458152"/>
                <a:gd name="connsiteX42" fmla="*/ 427006 w 1952339"/>
                <a:gd name="connsiteY42" fmla="*/ 458153 h 458152"/>
                <a:gd name="connsiteX43" fmla="*/ 427006 w 1952339"/>
                <a:gd name="connsiteY43" fmla="*/ 366046 h 458152"/>
                <a:gd name="connsiteX44" fmla="*/ 1921859 w 1952339"/>
                <a:gd name="connsiteY44" fmla="*/ 366046 h 458152"/>
                <a:gd name="connsiteX45" fmla="*/ 1952339 w 1952339"/>
                <a:gd name="connsiteY45" fmla="*/ 305181 h 458152"/>
                <a:gd name="connsiteX46" fmla="*/ 1952339 w 1952339"/>
                <a:gd name="connsiteY46" fmla="*/ 0 h 458152"/>
                <a:gd name="connsiteX47" fmla="*/ 1860804 w 1952339"/>
                <a:gd name="connsiteY47" fmla="*/ 0 h 45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952339" h="458152">
                  <a:moveTo>
                    <a:pt x="274511" y="274987"/>
                  </a:moveTo>
                  <a:lnTo>
                    <a:pt x="335566" y="274987"/>
                  </a:lnTo>
                  <a:lnTo>
                    <a:pt x="335566" y="397097"/>
                  </a:lnTo>
                  <a:lnTo>
                    <a:pt x="274511" y="397097"/>
                  </a:lnTo>
                  <a:lnTo>
                    <a:pt x="274511" y="274987"/>
                  </a:lnTo>
                  <a:close/>
                  <a:moveTo>
                    <a:pt x="1525334" y="183452"/>
                  </a:moveTo>
                  <a:lnTo>
                    <a:pt x="1586293" y="183452"/>
                  </a:lnTo>
                  <a:lnTo>
                    <a:pt x="1586293" y="305467"/>
                  </a:lnTo>
                  <a:lnTo>
                    <a:pt x="1525334" y="305467"/>
                  </a:lnTo>
                  <a:lnTo>
                    <a:pt x="1525334" y="183452"/>
                  </a:lnTo>
                  <a:close/>
                  <a:moveTo>
                    <a:pt x="1860899" y="0"/>
                  </a:moveTo>
                  <a:lnTo>
                    <a:pt x="1860899" y="305086"/>
                  </a:lnTo>
                  <a:lnTo>
                    <a:pt x="1677829" y="305086"/>
                  </a:lnTo>
                  <a:lnTo>
                    <a:pt x="1677829" y="183452"/>
                  </a:lnTo>
                  <a:lnTo>
                    <a:pt x="1647349" y="122396"/>
                  </a:lnTo>
                  <a:lnTo>
                    <a:pt x="1433798" y="122396"/>
                  </a:lnTo>
                  <a:lnTo>
                    <a:pt x="1433798" y="305372"/>
                  </a:lnTo>
                  <a:lnTo>
                    <a:pt x="1250823" y="305372"/>
                  </a:lnTo>
                  <a:lnTo>
                    <a:pt x="1250823" y="183356"/>
                  </a:lnTo>
                  <a:lnTo>
                    <a:pt x="1220343" y="122301"/>
                  </a:lnTo>
                  <a:lnTo>
                    <a:pt x="1006697" y="122301"/>
                  </a:lnTo>
                  <a:lnTo>
                    <a:pt x="1006697" y="191"/>
                  </a:lnTo>
                  <a:lnTo>
                    <a:pt x="915257" y="191"/>
                  </a:lnTo>
                  <a:lnTo>
                    <a:pt x="915257" y="274987"/>
                  </a:lnTo>
                  <a:lnTo>
                    <a:pt x="1006697" y="274987"/>
                  </a:lnTo>
                  <a:lnTo>
                    <a:pt x="1006697" y="183452"/>
                  </a:lnTo>
                  <a:lnTo>
                    <a:pt x="1159383" y="183452"/>
                  </a:lnTo>
                  <a:lnTo>
                    <a:pt x="1159383" y="305467"/>
                  </a:lnTo>
                  <a:lnTo>
                    <a:pt x="732282" y="305467"/>
                  </a:lnTo>
                  <a:lnTo>
                    <a:pt x="732282" y="182975"/>
                  </a:lnTo>
                  <a:lnTo>
                    <a:pt x="640747" y="182975"/>
                  </a:lnTo>
                  <a:lnTo>
                    <a:pt x="640747" y="305467"/>
                  </a:lnTo>
                  <a:lnTo>
                    <a:pt x="427196" y="305467"/>
                  </a:lnTo>
                  <a:lnTo>
                    <a:pt x="427196" y="274987"/>
                  </a:lnTo>
                  <a:lnTo>
                    <a:pt x="396621" y="214027"/>
                  </a:lnTo>
                  <a:lnTo>
                    <a:pt x="183071" y="214027"/>
                  </a:lnTo>
                  <a:lnTo>
                    <a:pt x="183071" y="305562"/>
                  </a:lnTo>
                  <a:lnTo>
                    <a:pt x="0" y="305562"/>
                  </a:lnTo>
                  <a:lnTo>
                    <a:pt x="0" y="366141"/>
                  </a:lnTo>
                  <a:lnTo>
                    <a:pt x="182975" y="366141"/>
                  </a:lnTo>
                  <a:cubicBezTo>
                    <a:pt x="182975" y="366141"/>
                    <a:pt x="182975" y="397097"/>
                    <a:pt x="182975" y="397097"/>
                  </a:cubicBezTo>
                  <a:lnTo>
                    <a:pt x="213455" y="458153"/>
                  </a:lnTo>
                  <a:lnTo>
                    <a:pt x="427006" y="458153"/>
                  </a:lnTo>
                  <a:lnTo>
                    <a:pt x="427006" y="366046"/>
                  </a:lnTo>
                  <a:lnTo>
                    <a:pt x="1921859" y="366046"/>
                  </a:lnTo>
                  <a:cubicBezTo>
                    <a:pt x="1921859" y="366046"/>
                    <a:pt x="1952339" y="305181"/>
                    <a:pt x="1952339" y="305181"/>
                  </a:cubicBezTo>
                  <a:lnTo>
                    <a:pt x="1952339" y="0"/>
                  </a:lnTo>
                  <a:lnTo>
                    <a:pt x="186080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472D19-4BEE-DDF9-4802-3B0FF5FD9444}"/>
                </a:ext>
              </a:extLst>
            </p:cNvPr>
            <p:cNvSpPr/>
            <p:nvPr/>
          </p:nvSpPr>
          <p:spPr>
            <a:xfrm>
              <a:off x="5369612" y="1458593"/>
              <a:ext cx="91535" cy="61055"/>
            </a:xfrm>
            <a:custGeom>
              <a:avLst/>
              <a:gdLst>
                <a:gd name="connsiteX0" fmla="*/ 0 w 91535"/>
                <a:gd name="connsiteY0" fmla="*/ 0 h 61055"/>
                <a:gd name="connsiteX1" fmla="*/ 91535 w 91535"/>
                <a:gd name="connsiteY1" fmla="*/ 0 h 61055"/>
                <a:gd name="connsiteX2" fmla="*/ 91535 w 91535"/>
                <a:gd name="connsiteY2" fmla="*/ 61055 h 61055"/>
                <a:gd name="connsiteX3" fmla="*/ 0 w 91535"/>
                <a:gd name="connsiteY3" fmla="*/ 61055 h 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5" h="61055">
                  <a:moveTo>
                    <a:pt x="0" y="0"/>
                  </a:moveTo>
                  <a:lnTo>
                    <a:pt x="91535" y="0"/>
                  </a:lnTo>
                  <a:lnTo>
                    <a:pt x="91535" y="61055"/>
                  </a:lnTo>
                  <a:lnTo>
                    <a:pt x="0" y="61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269D0F9-38E6-22C6-2DF3-4B96E6B7BBA6}"/>
                </a:ext>
              </a:extLst>
            </p:cNvPr>
            <p:cNvSpPr/>
            <p:nvPr/>
          </p:nvSpPr>
          <p:spPr>
            <a:xfrm>
              <a:off x="5247597" y="1458593"/>
              <a:ext cx="91535" cy="61055"/>
            </a:xfrm>
            <a:custGeom>
              <a:avLst/>
              <a:gdLst>
                <a:gd name="connsiteX0" fmla="*/ 0 w 91535"/>
                <a:gd name="connsiteY0" fmla="*/ 0 h 61055"/>
                <a:gd name="connsiteX1" fmla="*/ 91535 w 91535"/>
                <a:gd name="connsiteY1" fmla="*/ 0 h 61055"/>
                <a:gd name="connsiteX2" fmla="*/ 91535 w 91535"/>
                <a:gd name="connsiteY2" fmla="*/ 61055 h 61055"/>
                <a:gd name="connsiteX3" fmla="*/ 0 w 91535"/>
                <a:gd name="connsiteY3" fmla="*/ 61055 h 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5" h="61055">
                  <a:moveTo>
                    <a:pt x="0" y="0"/>
                  </a:moveTo>
                  <a:lnTo>
                    <a:pt x="91535" y="0"/>
                  </a:lnTo>
                  <a:lnTo>
                    <a:pt x="91535" y="61055"/>
                  </a:lnTo>
                  <a:lnTo>
                    <a:pt x="0" y="61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6995BA0-03DD-649F-88BF-F31C62BBE676}"/>
              </a:ext>
            </a:extLst>
          </p:cNvPr>
          <p:cNvSpPr>
            <a:spLocks/>
          </p:cNvSpPr>
          <p:nvPr userDrawn="1"/>
        </p:nvSpPr>
        <p:spPr>
          <a:xfrm>
            <a:off x="539748" y="1071851"/>
            <a:ext cx="2493533" cy="436490"/>
          </a:xfrm>
          <a:custGeom>
            <a:avLst/>
            <a:gdLst>
              <a:gd name="connsiteX0" fmla="*/ 259606 w 1185143"/>
              <a:gd name="connsiteY0" fmla="*/ 138234 h 207458"/>
              <a:gd name="connsiteX1" fmla="*/ 311539 w 1185143"/>
              <a:gd name="connsiteY1" fmla="*/ 138234 h 207458"/>
              <a:gd name="connsiteX2" fmla="*/ 311539 w 1185143"/>
              <a:gd name="connsiteY2" fmla="*/ 103486 h 207458"/>
              <a:gd name="connsiteX3" fmla="*/ 259606 w 1185143"/>
              <a:gd name="connsiteY3" fmla="*/ 103486 h 207458"/>
              <a:gd name="connsiteX4" fmla="*/ 259606 w 1185143"/>
              <a:gd name="connsiteY4" fmla="*/ 138234 h 207458"/>
              <a:gd name="connsiteX5" fmla="*/ 787196 w 1185143"/>
              <a:gd name="connsiteY5" fmla="*/ 103756 h 207458"/>
              <a:gd name="connsiteX6" fmla="*/ 821943 w 1185143"/>
              <a:gd name="connsiteY6" fmla="*/ 103756 h 207458"/>
              <a:gd name="connsiteX7" fmla="*/ 821943 w 1185143"/>
              <a:gd name="connsiteY7" fmla="*/ 172981 h 207458"/>
              <a:gd name="connsiteX8" fmla="*/ 787196 w 1185143"/>
              <a:gd name="connsiteY8" fmla="*/ 172981 h 207458"/>
              <a:gd name="connsiteX9" fmla="*/ 787196 w 1185143"/>
              <a:gd name="connsiteY9" fmla="*/ 103756 h 207458"/>
              <a:gd name="connsiteX10" fmla="*/ 752718 w 1185143"/>
              <a:gd name="connsiteY10" fmla="*/ 69225 h 207458"/>
              <a:gd name="connsiteX11" fmla="*/ 735318 w 1185143"/>
              <a:gd name="connsiteY11" fmla="*/ 103756 h 207458"/>
              <a:gd name="connsiteX12" fmla="*/ 735318 w 1185143"/>
              <a:gd name="connsiteY12" fmla="*/ 172981 h 207458"/>
              <a:gd name="connsiteX13" fmla="*/ 752718 w 1185143"/>
              <a:gd name="connsiteY13" fmla="*/ 207458 h 207458"/>
              <a:gd name="connsiteX14" fmla="*/ 873821 w 1185143"/>
              <a:gd name="connsiteY14" fmla="*/ 207458 h 207458"/>
              <a:gd name="connsiteX15" fmla="*/ 873821 w 1185143"/>
              <a:gd name="connsiteY15" fmla="*/ 69225 h 207458"/>
              <a:gd name="connsiteX16" fmla="*/ 752718 w 1185143"/>
              <a:gd name="connsiteY16" fmla="*/ 69225 h 207458"/>
              <a:gd name="connsiteX17" fmla="*/ 977577 w 1185143"/>
              <a:gd name="connsiteY17" fmla="*/ 69225 h 207458"/>
              <a:gd name="connsiteX18" fmla="*/ 977577 w 1185143"/>
              <a:gd name="connsiteY18" fmla="*/ 207458 h 207458"/>
              <a:gd name="connsiteX19" fmla="*/ 1029455 w 1185143"/>
              <a:gd name="connsiteY19" fmla="*/ 207458 h 207458"/>
              <a:gd name="connsiteX20" fmla="*/ 1029455 w 1185143"/>
              <a:gd name="connsiteY20" fmla="*/ 103756 h 207458"/>
              <a:gd name="connsiteX21" fmla="*/ 1055394 w 1185143"/>
              <a:gd name="connsiteY21" fmla="*/ 103756 h 207458"/>
              <a:gd name="connsiteX22" fmla="*/ 1055394 w 1185143"/>
              <a:gd name="connsiteY22" fmla="*/ 207458 h 207458"/>
              <a:gd name="connsiteX23" fmla="*/ 1107273 w 1185143"/>
              <a:gd name="connsiteY23" fmla="*/ 207458 h 207458"/>
              <a:gd name="connsiteX24" fmla="*/ 1107273 w 1185143"/>
              <a:gd name="connsiteY24" fmla="*/ 103756 h 207458"/>
              <a:gd name="connsiteX25" fmla="*/ 1133266 w 1185143"/>
              <a:gd name="connsiteY25" fmla="*/ 103756 h 207458"/>
              <a:gd name="connsiteX26" fmla="*/ 1133266 w 1185143"/>
              <a:gd name="connsiteY26" fmla="*/ 207458 h 207458"/>
              <a:gd name="connsiteX27" fmla="*/ 1185144 w 1185143"/>
              <a:gd name="connsiteY27" fmla="*/ 207458 h 207458"/>
              <a:gd name="connsiteX28" fmla="*/ 1185144 w 1185143"/>
              <a:gd name="connsiteY28" fmla="*/ 103756 h 207458"/>
              <a:gd name="connsiteX29" fmla="*/ 1168013 w 1185143"/>
              <a:gd name="connsiteY29" fmla="*/ 69225 h 207458"/>
              <a:gd name="connsiteX30" fmla="*/ 977631 w 1185143"/>
              <a:gd name="connsiteY30" fmla="*/ 69225 h 207458"/>
              <a:gd name="connsiteX31" fmla="*/ 899760 w 1185143"/>
              <a:gd name="connsiteY31" fmla="*/ 207458 h 207458"/>
              <a:gd name="connsiteX32" fmla="*/ 951692 w 1185143"/>
              <a:gd name="connsiteY32" fmla="*/ 207458 h 207458"/>
              <a:gd name="connsiteX33" fmla="*/ 951692 w 1185143"/>
              <a:gd name="connsiteY33" fmla="*/ 69225 h 207458"/>
              <a:gd name="connsiteX34" fmla="*/ 899760 w 1185143"/>
              <a:gd name="connsiteY34" fmla="*/ 69009 h 207458"/>
              <a:gd name="connsiteX35" fmla="*/ 899760 w 1185143"/>
              <a:gd name="connsiteY35" fmla="*/ 207458 h 207458"/>
              <a:gd name="connsiteX36" fmla="*/ 112565 w 1185143"/>
              <a:gd name="connsiteY36" fmla="*/ 34477 h 207458"/>
              <a:gd name="connsiteX37" fmla="*/ 112565 w 1185143"/>
              <a:gd name="connsiteY37" fmla="*/ 103756 h 207458"/>
              <a:gd name="connsiteX38" fmla="*/ 86355 w 1185143"/>
              <a:gd name="connsiteY38" fmla="*/ 103756 h 207458"/>
              <a:gd name="connsiteX39" fmla="*/ 112565 w 1185143"/>
              <a:gd name="connsiteY39" fmla="*/ 34477 h 207458"/>
              <a:gd name="connsiteX40" fmla="*/ 69225 w 1185143"/>
              <a:gd name="connsiteY40" fmla="*/ 0 h 207458"/>
              <a:gd name="connsiteX41" fmla="*/ 0 w 1185143"/>
              <a:gd name="connsiteY41" fmla="*/ 207458 h 207458"/>
              <a:gd name="connsiteX42" fmla="*/ 51878 w 1185143"/>
              <a:gd name="connsiteY42" fmla="*/ 207458 h 207458"/>
              <a:gd name="connsiteX43" fmla="*/ 77817 w 1185143"/>
              <a:gd name="connsiteY43" fmla="*/ 138450 h 207458"/>
              <a:gd name="connsiteX44" fmla="*/ 112565 w 1185143"/>
              <a:gd name="connsiteY44" fmla="*/ 138450 h 207458"/>
              <a:gd name="connsiteX45" fmla="*/ 112565 w 1185143"/>
              <a:gd name="connsiteY45" fmla="*/ 207458 h 207458"/>
              <a:gd name="connsiteX46" fmla="*/ 164443 w 1185143"/>
              <a:gd name="connsiteY46" fmla="*/ 207458 h 207458"/>
              <a:gd name="connsiteX47" fmla="*/ 164443 w 1185143"/>
              <a:gd name="connsiteY47" fmla="*/ 0 h 207458"/>
              <a:gd name="connsiteX48" fmla="*/ 69225 w 1185143"/>
              <a:gd name="connsiteY48" fmla="*/ 0 h 207458"/>
              <a:gd name="connsiteX49" fmla="*/ 190328 w 1185143"/>
              <a:gd name="connsiteY49" fmla="*/ 207458 h 207458"/>
              <a:gd name="connsiteX50" fmla="*/ 242206 w 1185143"/>
              <a:gd name="connsiteY50" fmla="*/ 207458 h 207458"/>
              <a:gd name="connsiteX51" fmla="*/ 242206 w 1185143"/>
              <a:gd name="connsiteY51" fmla="*/ 0 h 207458"/>
              <a:gd name="connsiteX52" fmla="*/ 190328 w 1185143"/>
              <a:gd name="connsiteY52" fmla="*/ 0 h 207458"/>
              <a:gd name="connsiteX53" fmla="*/ 190328 w 1185143"/>
              <a:gd name="connsiteY53" fmla="*/ 207458 h 207458"/>
              <a:gd name="connsiteX54" fmla="*/ 328615 w 1185143"/>
              <a:gd name="connsiteY54" fmla="*/ 0 h 207458"/>
              <a:gd name="connsiteX55" fmla="*/ 328615 w 1185143"/>
              <a:gd name="connsiteY55" fmla="*/ 207458 h 207458"/>
              <a:gd name="connsiteX56" fmla="*/ 380493 w 1185143"/>
              <a:gd name="connsiteY56" fmla="*/ 207458 h 207458"/>
              <a:gd name="connsiteX57" fmla="*/ 380493 w 1185143"/>
              <a:gd name="connsiteY57" fmla="*/ 103756 h 207458"/>
              <a:gd name="connsiteX58" fmla="*/ 415295 w 1185143"/>
              <a:gd name="connsiteY58" fmla="*/ 103756 h 207458"/>
              <a:gd name="connsiteX59" fmla="*/ 415295 w 1185143"/>
              <a:gd name="connsiteY59" fmla="*/ 172981 h 207458"/>
              <a:gd name="connsiteX60" fmla="*/ 432641 w 1185143"/>
              <a:gd name="connsiteY60" fmla="*/ 207458 h 207458"/>
              <a:gd name="connsiteX61" fmla="*/ 553798 w 1185143"/>
              <a:gd name="connsiteY61" fmla="*/ 207458 h 207458"/>
              <a:gd name="connsiteX62" fmla="*/ 553798 w 1185143"/>
              <a:gd name="connsiteY62" fmla="*/ 103756 h 207458"/>
              <a:gd name="connsiteX63" fmla="*/ 579737 w 1185143"/>
              <a:gd name="connsiteY63" fmla="*/ 103756 h 207458"/>
              <a:gd name="connsiteX64" fmla="*/ 579737 w 1185143"/>
              <a:gd name="connsiteY64" fmla="*/ 207458 h 207458"/>
              <a:gd name="connsiteX65" fmla="*/ 631561 w 1185143"/>
              <a:gd name="connsiteY65" fmla="*/ 207458 h 207458"/>
              <a:gd name="connsiteX66" fmla="*/ 631561 w 1185143"/>
              <a:gd name="connsiteY66" fmla="*/ 103756 h 207458"/>
              <a:gd name="connsiteX67" fmla="*/ 657555 w 1185143"/>
              <a:gd name="connsiteY67" fmla="*/ 103756 h 207458"/>
              <a:gd name="connsiteX68" fmla="*/ 657555 w 1185143"/>
              <a:gd name="connsiteY68" fmla="*/ 207458 h 207458"/>
              <a:gd name="connsiteX69" fmla="*/ 709433 w 1185143"/>
              <a:gd name="connsiteY69" fmla="*/ 207458 h 207458"/>
              <a:gd name="connsiteX70" fmla="*/ 709433 w 1185143"/>
              <a:gd name="connsiteY70" fmla="*/ 103756 h 207458"/>
              <a:gd name="connsiteX71" fmla="*/ 735372 w 1185143"/>
              <a:gd name="connsiteY71" fmla="*/ 103756 h 207458"/>
              <a:gd name="connsiteX72" fmla="*/ 735372 w 1185143"/>
              <a:gd name="connsiteY72" fmla="*/ 69225 h 207458"/>
              <a:gd name="connsiteX73" fmla="*/ 709433 w 1185143"/>
              <a:gd name="connsiteY73" fmla="*/ 69225 h 207458"/>
              <a:gd name="connsiteX74" fmla="*/ 709433 w 1185143"/>
              <a:gd name="connsiteY74" fmla="*/ 34477 h 207458"/>
              <a:gd name="connsiteX75" fmla="*/ 657555 w 1185143"/>
              <a:gd name="connsiteY75" fmla="*/ 34477 h 207458"/>
              <a:gd name="connsiteX76" fmla="*/ 657555 w 1185143"/>
              <a:gd name="connsiteY76" fmla="*/ 69225 h 207458"/>
              <a:gd name="connsiteX77" fmla="*/ 631561 w 1185143"/>
              <a:gd name="connsiteY77" fmla="*/ 69225 h 207458"/>
              <a:gd name="connsiteX78" fmla="*/ 631561 w 1185143"/>
              <a:gd name="connsiteY78" fmla="*/ 34477 h 207458"/>
              <a:gd name="connsiteX79" fmla="*/ 579737 w 1185143"/>
              <a:gd name="connsiteY79" fmla="*/ 34477 h 207458"/>
              <a:gd name="connsiteX80" fmla="*/ 579737 w 1185143"/>
              <a:gd name="connsiteY80" fmla="*/ 69225 h 207458"/>
              <a:gd name="connsiteX81" fmla="*/ 501650 w 1185143"/>
              <a:gd name="connsiteY81" fmla="*/ 69225 h 207458"/>
              <a:gd name="connsiteX82" fmla="*/ 501650 w 1185143"/>
              <a:gd name="connsiteY82" fmla="*/ 172927 h 207458"/>
              <a:gd name="connsiteX83" fmla="*/ 467173 w 1185143"/>
              <a:gd name="connsiteY83" fmla="*/ 172927 h 207458"/>
              <a:gd name="connsiteX84" fmla="*/ 467173 w 1185143"/>
              <a:gd name="connsiteY84" fmla="*/ 69225 h 207458"/>
              <a:gd name="connsiteX85" fmla="*/ 380547 w 1185143"/>
              <a:gd name="connsiteY85" fmla="*/ 69225 h 207458"/>
              <a:gd name="connsiteX86" fmla="*/ 380547 w 1185143"/>
              <a:gd name="connsiteY86" fmla="*/ 34477 h 207458"/>
              <a:gd name="connsiteX87" fmla="*/ 467173 w 1185143"/>
              <a:gd name="connsiteY87" fmla="*/ 34477 h 207458"/>
              <a:gd name="connsiteX88" fmla="*/ 467173 w 1185143"/>
              <a:gd name="connsiteY88" fmla="*/ 0 h 207458"/>
              <a:gd name="connsiteX89" fmla="*/ 328669 w 1185143"/>
              <a:gd name="connsiteY89" fmla="*/ 0 h 207458"/>
              <a:gd name="connsiteX90" fmla="*/ 899760 w 1185143"/>
              <a:gd name="connsiteY90" fmla="*/ 34477 h 207458"/>
              <a:gd name="connsiteX91" fmla="*/ 951692 w 1185143"/>
              <a:gd name="connsiteY91" fmla="*/ 34477 h 207458"/>
              <a:gd name="connsiteX92" fmla="*/ 951692 w 1185143"/>
              <a:gd name="connsiteY92" fmla="*/ 0 h 207458"/>
              <a:gd name="connsiteX93" fmla="*/ 899760 w 1185143"/>
              <a:gd name="connsiteY93" fmla="*/ 0 h 207458"/>
              <a:gd name="connsiteX94" fmla="*/ 899760 w 1185143"/>
              <a:gd name="connsiteY94" fmla="*/ 34477 h 20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185143" h="207458">
                <a:moveTo>
                  <a:pt x="259606" y="138234"/>
                </a:moveTo>
                <a:lnTo>
                  <a:pt x="311539" y="138234"/>
                </a:lnTo>
                <a:lnTo>
                  <a:pt x="311539" y="103486"/>
                </a:lnTo>
                <a:lnTo>
                  <a:pt x="259606" y="103486"/>
                </a:lnTo>
                <a:lnTo>
                  <a:pt x="259606" y="138234"/>
                </a:lnTo>
                <a:close/>
                <a:moveTo>
                  <a:pt x="787196" y="103756"/>
                </a:moveTo>
                <a:lnTo>
                  <a:pt x="821943" y="103756"/>
                </a:lnTo>
                <a:lnTo>
                  <a:pt x="821943" y="172981"/>
                </a:lnTo>
                <a:lnTo>
                  <a:pt x="787196" y="172981"/>
                </a:lnTo>
                <a:lnTo>
                  <a:pt x="787196" y="103756"/>
                </a:lnTo>
                <a:close/>
                <a:moveTo>
                  <a:pt x="752718" y="69225"/>
                </a:moveTo>
                <a:lnTo>
                  <a:pt x="735318" y="103756"/>
                </a:lnTo>
                <a:lnTo>
                  <a:pt x="735318" y="172981"/>
                </a:lnTo>
                <a:lnTo>
                  <a:pt x="752718" y="207458"/>
                </a:lnTo>
                <a:lnTo>
                  <a:pt x="873821" y="207458"/>
                </a:lnTo>
                <a:lnTo>
                  <a:pt x="873821" y="69225"/>
                </a:lnTo>
                <a:lnTo>
                  <a:pt x="752718" y="69225"/>
                </a:lnTo>
                <a:close/>
                <a:moveTo>
                  <a:pt x="977577" y="69225"/>
                </a:moveTo>
                <a:lnTo>
                  <a:pt x="977577" y="207458"/>
                </a:lnTo>
                <a:lnTo>
                  <a:pt x="1029455" y="207458"/>
                </a:lnTo>
                <a:lnTo>
                  <a:pt x="1029455" y="103756"/>
                </a:lnTo>
                <a:lnTo>
                  <a:pt x="1055394" y="103756"/>
                </a:lnTo>
                <a:lnTo>
                  <a:pt x="1055394" y="207458"/>
                </a:lnTo>
                <a:lnTo>
                  <a:pt x="1107273" y="207458"/>
                </a:lnTo>
                <a:lnTo>
                  <a:pt x="1107273" y="103756"/>
                </a:lnTo>
                <a:lnTo>
                  <a:pt x="1133266" y="103756"/>
                </a:lnTo>
                <a:lnTo>
                  <a:pt x="1133266" y="207458"/>
                </a:lnTo>
                <a:lnTo>
                  <a:pt x="1185144" y="207458"/>
                </a:lnTo>
                <a:lnTo>
                  <a:pt x="1185144" y="103756"/>
                </a:lnTo>
                <a:lnTo>
                  <a:pt x="1168013" y="69225"/>
                </a:lnTo>
                <a:lnTo>
                  <a:pt x="977631" y="69225"/>
                </a:lnTo>
                <a:close/>
                <a:moveTo>
                  <a:pt x="899760" y="207458"/>
                </a:moveTo>
                <a:lnTo>
                  <a:pt x="951692" y="207458"/>
                </a:lnTo>
                <a:lnTo>
                  <a:pt x="951692" y="69225"/>
                </a:lnTo>
                <a:lnTo>
                  <a:pt x="899760" y="69009"/>
                </a:lnTo>
                <a:lnTo>
                  <a:pt x="899760" y="207458"/>
                </a:lnTo>
                <a:close/>
                <a:moveTo>
                  <a:pt x="112565" y="34477"/>
                </a:moveTo>
                <a:lnTo>
                  <a:pt x="112565" y="103756"/>
                </a:lnTo>
                <a:lnTo>
                  <a:pt x="86355" y="103756"/>
                </a:lnTo>
                <a:lnTo>
                  <a:pt x="112565" y="34477"/>
                </a:lnTo>
                <a:close/>
                <a:moveTo>
                  <a:pt x="69225" y="0"/>
                </a:moveTo>
                <a:lnTo>
                  <a:pt x="0" y="207458"/>
                </a:lnTo>
                <a:lnTo>
                  <a:pt x="51878" y="207458"/>
                </a:lnTo>
                <a:lnTo>
                  <a:pt x="77817" y="138450"/>
                </a:lnTo>
                <a:lnTo>
                  <a:pt x="112565" y="138450"/>
                </a:lnTo>
                <a:lnTo>
                  <a:pt x="112565" y="207458"/>
                </a:lnTo>
                <a:lnTo>
                  <a:pt x="164443" y="207458"/>
                </a:lnTo>
                <a:lnTo>
                  <a:pt x="164443" y="0"/>
                </a:lnTo>
                <a:lnTo>
                  <a:pt x="69225" y="0"/>
                </a:lnTo>
                <a:close/>
                <a:moveTo>
                  <a:pt x="190328" y="207458"/>
                </a:moveTo>
                <a:lnTo>
                  <a:pt x="242206" y="207458"/>
                </a:lnTo>
                <a:lnTo>
                  <a:pt x="242206" y="0"/>
                </a:lnTo>
                <a:lnTo>
                  <a:pt x="190328" y="0"/>
                </a:lnTo>
                <a:lnTo>
                  <a:pt x="190328" y="207458"/>
                </a:lnTo>
                <a:close/>
                <a:moveTo>
                  <a:pt x="328615" y="0"/>
                </a:moveTo>
                <a:lnTo>
                  <a:pt x="328615" y="207458"/>
                </a:lnTo>
                <a:lnTo>
                  <a:pt x="380493" y="207458"/>
                </a:lnTo>
                <a:lnTo>
                  <a:pt x="380493" y="103756"/>
                </a:lnTo>
                <a:lnTo>
                  <a:pt x="415295" y="103756"/>
                </a:lnTo>
                <a:lnTo>
                  <a:pt x="415295" y="172981"/>
                </a:lnTo>
                <a:lnTo>
                  <a:pt x="432641" y="207458"/>
                </a:lnTo>
                <a:lnTo>
                  <a:pt x="553798" y="207458"/>
                </a:lnTo>
                <a:lnTo>
                  <a:pt x="553798" y="103756"/>
                </a:lnTo>
                <a:lnTo>
                  <a:pt x="579737" y="103756"/>
                </a:lnTo>
                <a:lnTo>
                  <a:pt x="579737" y="207458"/>
                </a:lnTo>
                <a:lnTo>
                  <a:pt x="631561" y="207458"/>
                </a:lnTo>
                <a:lnTo>
                  <a:pt x="631561" y="103756"/>
                </a:lnTo>
                <a:lnTo>
                  <a:pt x="657555" y="103756"/>
                </a:lnTo>
                <a:lnTo>
                  <a:pt x="657555" y="207458"/>
                </a:lnTo>
                <a:lnTo>
                  <a:pt x="709433" y="207458"/>
                </a:lnTo>
                <a:lnTo>
                  <a:pt x="709433" y="103756"/>
                </a:lnTo>
                <a:lnTo>
                  <a:pt x="735372" y="103756"/>
                </a:lnTo>
                <a:lnTo>
                  <a:pt x="735372" y="69225"/>
                </a:lnTo>
                <a:lnTo>
                  <a:pt x="709433" y="69225"/>
                </a:lnTo>
                <a:lnTo>
                  <a:pt x="709433" y="34477"/>
                </a:lnTo>
                <a:lnTo>
                  <a:pt x="657555" y="34477"/>
                </a:lnTo>
                <a:lnTo>
                  <a:pt x="657555" y="69225"/>
                </a:lnTo>
                <a:lnTo>
                  <a:pt x="631561" y="69225"/>
                </a:lnTo>
                <a:lnTo>
                  <a:pt x="631561" y="34477"/>
                </a:lnTo>
                <a:lnTo>
                  <a:pt x="579737" y="34477"/>
                </a:lnTo>
                <a:lnTo>
                  <a:pt x="579737" y="69225"/>
                </a:lnTo>
                <a:lnTo>
                  <a:pt x="501650" y="69225"/>
                </a:lnTo>
                <a:lnTo>
                  <a:pt x="501650" y="172927"/>
                </a:lnTo>
                <a:lnTo>
                  <a:pt x="467173" y="172927"/>
                </a:lnTo>
                <a:lnTo>
                  <a:pt x="467173" y="69225"/>
                </a:lnTo>
                <a:lnTo>
                  <a:pt x="380547" y="69225"/>
                </a:lnTo>
                <a:lnTo>
                  <a:pt x="380547" y="34477"/>
                </a:lnTo>
                <a:lnTo>
                  <a:pt x="467173" y="34477"/>
                </a:lnTo>
                <a:lnTo>
                  <a:pt x="467173" y="0"/>
                </a:lnTo>
                <a:lnTo>
                  <a:pt x="328669" y="0"/>
                </a:lnTo>
                <a:close/>
                <a:moveTo>
                  <a:pt x="899760" y="34477"/>
                </a:moveTo>
                <a:lnTo>
                  <a:pt x="951692" y="34477"/>
                </a:lnTo>
                <a:lnTo>
                  <a:pt x="951692" y="0"/>
                </a:lnTo>
                <a:lnTo>
                  <a:pt x="899760" y="0"/>
                </a:lnTo>
                <a:lnTo>
                  <a:pt x="899760" y="34477"/>
                </a:lnTo>
                <a:close/>
              </a:path>
            </a:pathLst>
          </a:custGeom>
          <a:solidFill>
            <a:srgbClr val="004F9F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161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500" userDrawn="1">
          <p15:clr>
            <a:srgbClr val="FBAE40"/>
          </p15:clr>
        </p15:guide>
        <p15:guide id="4" orient="horz" pos="232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8002" y="3968750"/>
            <a:ext cx="3584248" cy="775597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insert </a:t>
            </a:r>
            <a:r>
              <a:rPr lang="en-GB" dirty="0" err="1"/>
              <a:t>Chaptername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CDF4CD-B821-4A30-9A43-0475EA338FDC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67D27C3-EAAD-645A-5694-915755BD85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68002" y="3267988"/>
            <a:ext cx="3584248" cy="430887"/>
          </a:xfrm>
        </p:spPr>
        <p:txBody>
          <a:bodyPr anchor="b">
            <a:sp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CB05548-1B60-6192-73CB-55868E6B18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707313" cy="6858000"/>
          </a:xfrm>
          <a:solidFill>
            <a:schemeClr val="accent6"/>
          </a:solidFill>
        </p:spPr>
        <p:txBody>
          <a:bodyPr/>
          <a:lstStyle/>
          <a:p>
            <a:r>
              <a:rPr lang="en-GB" dirty="0"/>
              <a:t>Click to insert picture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8BDFF0-E115-D7E1-4FFD-57F1679EC926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53EE2A4-13E7-3913-138F-02405A646276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CFCF2DD-9797-EBB7-4082-203876D5AF01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8741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55" userDrawn="1">
          <p15:clr>
            <a:srgbClr val="FBAE40"/>
          </p15:clr>
        </p15:guide>
        <p15:guide id="2" pos="5081" userDrawn="1">
          <p15:clr>
            <a:srgbClr val="FBAE40"/>
          </p15:clr>
        </p15:guide>
        <p15:guide id="3" orient="horz" pos="2330" userDrawn="1">
          <p15:clr>
            <a:srgbClr val="FBAE40"/>
          </p15:clr>
        </p15:guide>
        <p15:guide id="4" orient="horz" pos="250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8002" y="3968750"/>
            <a:ext cx="3584248" cy="775597"/>
          </a:xfrm>
        </p:spPr>
        <p:txBody>
          <a:bodyPr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Please insert </a:t>
            </a:r>
            <a:r>
              <a:rPr lang="en-GB" dirty="0" err="1"/>
              <a:t>Chaptername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5F461F0-07F6-42A8-A102-78500B97A062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67D27C3-EAAD-645A-5694-915755BD85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68002" y="3267988"/>
            <a:ext cx="3584248" cy="430887"/>
          </a:xfrm>
        </p:spPr>
        <p:txBody>
          <a:bodyPr anchor="b">
            <a:sp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CB05548-1B60-6192-73CB-55868E6B18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707313" cy="6858000"/>
          </a:xfrm>
          <a:solidFill>
            <a:schemeClr val="accent4"/>
          </a:solidFill>
        </p:spPr>
        <p:txBody>
          <a:bodyPr/>
          <a:lstStyle/>
          <a:p>
            <a:r>
              <a:rPr lang="en-GB" dirty="0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99736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55" userDrawn="1">
          <p15:clr>
            <a:srgbClr val="FBAE40"/>
          </p15:clr>
        </p15:guide>
        <p15:guide id="2" pos="5081" userDrawn="1">
          <p15:clr>
            <a:srgbClr val="FBAE40"/>
          </p15:clr>
        </p15:guide>
        <p15:guide id="3" orient="horz" pos="2330" userDrawn="1">
          <p15:clr>
            <a:srgbClr val="FBAE40"/>
          </p15:clr>
        </p15:guide>
        <p15:guide id="4" orient="horz" pos="25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_empty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1039FC-EF12-4837-84AA-1D3616BCF036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0719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empt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50B50A1-56FC-4C14-95E8-507EEFF233B3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83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_1 column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B9ACDC-9488-479C-A1BB-566EA6AA2ED3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9750" y="1618719"/>
            <a:ext cx="11112497" cy="442889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2973245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1 column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6E4CF9-C6F8-470C-9F10-5C08DD17AC52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9750" y="1619780"/>
            <a:ext cx="11112497" cy="4425419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 marL="5400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284245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_2 columns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CDE1D6-CC08-4B6C-A9AB-66D5B3616896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0001" y="1618719"/>
            <a:ext cx="5465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54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F82E096-CAC5-9D80-FF2E-17A527AF04E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6000" y="1617662"/>
            <a:ext cx="5465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40778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 userDrawn="1">
          <p15:clr>
            <a:srgbClr val="FBAE40"/>
          </p15:clr>
        </p15:guide>
        <p15:guide id="2" pos="389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2 column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7D2115-6E47-4E78-8704-BA232ACDA569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 marL="5400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F82E096-CAC5-9D80-FF2E-17A527AF04E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6000" y="1617663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2008424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 userDrawn="1">
          <p15:clr>
            <a:srgbClr val="FBAE40"/>
          </p15:clr>
        </p15:guide>
        <p15:guide id="2" pos="389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_3 columns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4C6855-1441-402A-92A4-A17A7CE0EAEA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0001" y="1618719"/>
            <a:ext cx="3583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F82E096-CAC5-9D80-FF2E-17A527AF04E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304000" y="1617662"/>
            <a:ext cx="3583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3F3FFBF-34A4-2F7A-2AB9-F5DEAD2A2C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68000" y="1617662"/>
            <a:ext cx="3583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933174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8" userDrawn="1">
          <p15:clr>
            <a:srgbClr val="FBAE40"/>
          </p15:clr>
        </p15:guide>
        <p15:guide id="2" pos="2597" userDrawn="1">
          <p15:clr>
            <a:srgbClr val="FBAE40"/>
          </p15:clr>
        </p15:guide>
        <p15:guide id="3" pos="2709" userDrawn="1">
          <p15:clr>
            <a:srgbClr val="FBAE40"/>
          </p15:clr>
        </p15:guide>
        <p15:guide id="4" pos="5083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3 column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EA77BF-9112-47E7-812D-FF70E7278C15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0001" y="1618719"/>
            <a:ext cx="3583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F82E096-CAC5-9D80-FF2E-17A527AF04E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304000" y="1617662"/>
            <a:ext cx="3583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3F3FFBF-34A4-2F7A-2AB9-F5DEAD2A2C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68000" y="1617662"/>
            <a:ext cx="3583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284342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8" userDrawn="1">
          <p15:clr>
            <a:srgbClr val="FBAE40"/>
          </p15:clr>
        </p15:guide>
        <p15:guide id="2" pos="2597" userDrawn="1">
          <p15:clr>
            <a:srgbClr val="FBAE40"/>
          </p15:clr>
        </p15:guide>
        <p15:guide id="3" pos="2709" userDrawn="1">
          <p15:clr>
            <a:srgbClr val="FBAE40"/>
          </p15:clr>
        </p15:guide>
        <p15:guide id="4" pos="50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_4 columns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459EE2C-DCD2-4A56-B511-AD116C9766D3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E22FACE-7AEC-83A8-F857-C868512819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0001" y="1618720"/>
            <a:ext cx="2643000" cy="1811337"/>
          </a:xfrm>
          <a:solidFill>
            <a:schemeClr val="accent6"/>
          </a:solidFill>
        </p:spPr>
        <p:txBody>
          <a:bodyPr/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003CB9C-0A67-9D2B-1AE5-428CD8681D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1" y="3698875"/>
            <a:ext cx="2643000" cy="2346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748B225-2B7F-B60E-B0CC-A7BEAA45CC4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63001" y="1618720"/>
            <a:ext cx="2643000" cy="1811337"/>
          </a:xfrm>
          <a:solidFill>
            <a:schemeClr val="accent6"/>
          </a:solidFill>
        </p:spPr>
        <p:txBody>
          <a:bodyPr/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5086E601-A09C-165C-4149-296201214E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3001" y="3698875"/>
            <a:ext cx="2643000" cy="2346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F23DB56-5D93-8EC8-98CD-5747D530CCB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86000" y="1618720"/>
            <a:ext cx="2643000" cy="1811337"/>
          </a:xfrm>
          <a:solidFill>
            <a:schemeClr val="accent6"/>
          </a:solidFill>
        </p:spPr>
        <p:txBody>
          <a:bodyPr/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F3C5BB2-4251-947F-CCD0-813E22121D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6000" y="3698875"/>
            <a:ext cx="2643000" cy="2346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8175BE1D-8097-4D2E-6730-E9723B233F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009000" y="1618720"/>
            <a:ext cx="2643000" cy="1811337"/>
          </a:xfrm>
          <a:solidFill>
            <a:schemeClr val="accent6"/>
          </a:solidFill>
        </p:spPr>
        <p:txBody>
          <a:bodyPr/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80B8BCB-9B65-4479-D477-7F83BE3E60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09000" y="3698875"/>
            <a:ext cx="2643000" cy="2346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384049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005" userDrawn="1">
          <p15:clr>
            <a:srgbClr val="FBAE40"/>
          </p15:clr>
        </p15:guide>
        <p15:guide id="3" pos="3783" userDrawn="1">
          <p15:clr>
            <a:srgbClr val="FBAE40"/>
          </p15:clr>
        </p15:guide>
        <p15:guide id="5" pos="2117" userDrawn="1">
          <p15:clr>
            <a:srgbClr val="FBAE40"/>
          </p15:clr>
        </p15:guide>
        <p15:guide id="6" pos="3896" userDrawn="1">
          <p15:clr>
            <a:srgbClr val="FBAE40"/>
          </p15:clr>
        </p15:guide>
        <p15:guide id="7" pos="5562" userDrawn="1">
          <p15:clr>
            <a:srgbClr val="FBAE40"/>
          </p15:clr>
        </p15:guide>
        <p15:guide id="8" pos="5674" userDrawn="1">
          <p15:clr>
            <a:srgbClr val="FBAE40"/>
          </p15:clr>
        </p15:guide>
        <p15:guide id="9" orient="horz" pos="2160" userDrawn="1">
          <p15:clr>
            <a:srgbClr val="FBAE40"/>
          </p15:clr>
        </p15:guide>
        <p15:guide id="10" orient="horz" pos="233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4 column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D810E0-8740-4CBB-B760-EAA8CB8F5120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E22FACE-7AEC-83A8-F857-C868512819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0001" y="1618720"/>
            <a:ext cx="2643000" cy="1811337"/>
          </a:xfrm>
          <a:solidFill>
            <a:schemeClr val="accent4"/>
          </a:solidFill>
        </p:spPr>
        <p:txBody>
          <a:bodyPr>
            <a:noAutofit/>
          </a:bodyPr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003CB9C-0A67-9D2B-1AE5-428CD8681D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1" y="3698875"/>
            <a:ext cx="2643000" cy="2346325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748B225-2B7F-B60E-B0CC-A7BEAA45CC4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63001" y="1618720"/>
            <a:ext cx="2643000" cy="1811337"/>
          </a:xfrm>
          <a:solidFill>
            <a:schemeClr val="accent4"/>
          </a:solidFill>
        </p:spPr>
        <p:txBody>
          <a:bodyPr>
            <a:noAutofit/>
          </a:bodyPr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5086E601-A09C-165C-4149-296201214E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3001" y="3698875"/>
            <a:ext cx="2643000" cy="2346325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F23DB56-5D93-8EC8-98CD-5747D530CCB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86000" y="1618720"/>
            <a:ext cx="2643000" cy="1811337"/>
          </a:xfrm>
          <a:solidFill>
            <a:schemeClr val="accent4"/>
          </a:solidFill>
        </p:spPr>
        <p:txBody>
          <a:bodyPr>
            <a:noAutofit/>
          </a:bodyPr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F3C5BB2-4251-947F-CCD0-813E22121D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6000" y="3698875"/>
            <a:ext cx="2643000" cy="2346325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8175BE1D-8097-4D2E-6730-E9723B233F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009000" y="1618720"/>
            <a:ext cx="2643000" cy="1811337"/>
          </a:xfrm>
          <a:solidFill>
            <a:schemeClr val="accent4"/>
          </a:solidFill>
        </p:spPr>
        <p:txBody>
          <a:bodyPr>
            <a:noAutofit/>
          </a:bodyPr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80B8BCB-9B65-4479-D477-7F83BE3E60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09000" y="3698875"/>
            <a:ext cx="2643000" cy="2346325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148989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005" userDrawn="1">
          <p15:clr>
            <a:srgbClr val="FBAE40"/>
          </p15:clr>
        </p15:guide>
        <p15:guide id="3" pos="3783" userDrawn="1">
          <p15:clr>
            <a:srgbClr val="FBAE40"/>
          </p15:clr>
        </p15:guide>
        <p15:guide id="5" pos="2117" userDrawn="1">
          <p15:clr>
            <a:srgbClr val="FBAE40"/>
          </p15:clr>
        </p15:guide>
        <p15:guide id="6" pos="3896" userDrawn="1">
          <p15:clr>
            <a:srgbClr val="FBAE40"/>
          </p15:clr>
        </p15:guide>
        <p15:guide id="7" pos="5562" userDrawn="1">
          <p15:clr>
            <a:srgbClr val="FBAE40"/>
          </p15:clr>
        </p15:guide>
        <p15:guide id="8" pos="5674" userDrawn="1">
          <p15:clr>
            <a:srgbClr val="FBAE40"/>
          </p15:clr>
        </p15:guide>
        <p15:guide id="9" orient="horz" pos="2160" userDrawn="1">
          <p15:clr>
            <a:srgbClr val="FBAE40"/>
          </p15:clr>
        </p15:guide>
        <p15:guide id="10" orient="horz" pos="233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Content image_dark_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2E22475-5AA0-F2C0-0102-83ECDF348C1B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DF0A99-91B5-7C8B-95D4-7A1C654B58C5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B7952A-89C0-D564-994E-FA9124E6506C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E37481-81B7-DAE5-9279-A2E3EA447B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900" y="0"/>
            <a:ext cx="6007100" cy="6858000"/>
          </a:xfrm>
          <a:custGeom>
            <a:avLst/>
            <a:gdLst>
              <a:gd name="connsiteX0" fmla="*/ 5073042 w 6007100"/>
              <a:gd name="connsiteY0" fmla="*/ 746373 h 6858000"/>
              <a:gd name="connsiteX1" fmla="*/ 5107789 w 6007100"/>
              <a:gd name="connsiteY1" fmla="*/ 746373 h 6858000"/>
              <a:gd name="connsiteX2" fmla="*/ 5107789 w 6007100"/>
              <a:gd name="connsiteY2" fmla="*/ 815598 h 6858000"/>
              <a:gd name="connsiteX3" fmla="*/ 5073042 w 6007100"/>
              <a:gd name="connsiteY3" fmla="*/ 815598 h 6858000"/>
              <a:gd name="connsiteX4" fmla="*/ 5021218 w 6007100"/>
              <a:gd name="connsiteY4" fmla="*/ 746266 h 6858000"/>
              <a:gd name="connsiteX5" fmla="*/ 5021218 w 6007100"/>
              <a:gd name="connsiteY5" fmla="*/ 746373 h 6858000"/>
              <a:gd name="connsiteX6" fmla="*/ 5021164 w 6007100"/>
              <a:gd name="connsiteY6" fmla="*/ 746373 h 6858000"/>
              <a:gd name="connsiteX7" fmla="*/ 4545452 w 6007100"/>
              <a:gd name="connsiteY7" fmla="*/ 746103 h 6858000"/>
              <a:gd name="connsiteX8" fmla="*/ 4545452 w 6007100"/>
              <a:gd name="connsiteY8" fmla="*/ 780851 h 6858000"/>
              <a:gd name="connsiteX9" fmla="*/ 4597385 w 6007100"/>
              <a:gd name="connsiteY9" fmla="*/ 780851 h 6858000"/>
              <a:gd name="connsiteX10" fmla="*/ 4597385 w 6007100"/>
              <a:gd name="connsiteY10" fmla="*/ 746103 h 6858000"/>
              <a:gd name="connsiteX11" fmla="*/ 5263423 w 6007100"/>
              <a:gd name="connsiteY11" fmla="*/ 711842 h 6858000"/>
              <a:gd name="connsiteX12" fmla="*/ 5263423 w 6007100"/>
              <a:gd name="connsiteY12" fmla="*/ 850075 h 6858000"/>
              <a:gd name="connsiteX13" fmla="*/ 5315301 w 6007100"/>
              <a:gd name="connsiteY13" fmla="*/ 850075 h 6858000"/>
              <a:gd name="connsiteX14" fmla="*/ 5315301 w 6007100"/>
              <a:gd name="connsiteY14" fmla="*/ 746373 h 6858000"/>
              <a:gd name="connsiteX15" fmla="*/ 5341240 w 6007100"/>
              <a:gd name="connsiteY15" fmla="*/ 746373 h 6858000"/>
              <a:gd name="connsiteX16" fmla="*/ 5341240 w 6007100"/>
              <a:gd name="connsiteY16" fmla="*/ 850075 h 6858000"/>
              <a:gd name="connsiteX17" fmla="*/ 5393119 w 6007100"/>
              <a:gd name="connsiteY17" fmla="*/ 850075 h 6858000"/>
              <a:gd name="connsiteX18" fmla="*/ 5393119 w 6007100"/>
              <a:gd name="connsiteY18" fmla="*/ 746373 h 6858000"/>
              <a:gd name="connsiteX19" fmla="*/ 5419112 w 6007100"/>
              <a:gd name="connsiteY19" fmla="*/ 746373 h 6858000"/>
              <a:gd name="connsiteX20" fmla="*/ 5419112 w 6007100"/>
              <a:gd name="connsiteY20" fmla="*/ 850075 h 6858000"/>
              <a:gd name="connsiteX21" fmla="*/ 5470990 w 6007100"/>
              <a:gd name="connsiteY21" fmla="*/ 850075 h 6858000"/>
              <a:gd name="connsiteX22" fmla="*/ 5470990 w 6007100"/>
              <a:gd name="connsiteY22" fmla="*/ 746373 h 6858000"/>
              <a:gd name="connsiteX23" fmla="*/ 5453859 w 6007100"/>
              <a:gd name="connsiteY23" fmla="*/ 711842 h 6858000"/>
              <a:gd name="connsiteX24" fmla="*/ 5263477 w 6007100"/>
              <a:gd name="connsiteY24" fmla="*/ 711842 h 6858000"/>
              <a:gd name="connsiteX25" fmla="*/ 5185606 w 6007100"/>
              <a:gd name="connsiteY25" fmla="*/ 711626 h 6858000"/>
              <a:gd name="connsiteX26" fmla="*/ 5185606 w 6007100"/>
              <a:gd name="connsiteY26" fmla="*/ 850075 h 6858000"/>
              <a:gd name="connsiteX27" fmla="*/ 5237538 w 6007100"/>
              <a:gd name="connsiteY27" fmla="*/ 850075 h 6858000"/>
              <a:gd name="connsiteX28" fmla="*/ 5237538 w 6007100"/>
              <a:gd name="connsiteY28" fmla="*/ 711842 h 6858000"/>
              <a:gd name="connsiteX29" fmla="*/ 4398411 w 6007100"/>
              <a:gd name="connsiteY29" fmla="*/ 677094 h 6858000"/>
              <a:gd name="connsiteX30" fmla="*/ 4398411 w 6007100"/>
              <a:gd name="connsiteY30" fmla="*/ 746373 h 6858000"/>
              <a:gd name="connsiteX31" fmla="*/ 4372201 w 6007100"/>
              <a:gd name="connsiteY31" fmla="*/ 746373 h 6858000"/>
              <a:gd name="connsiteX32" fmla="*/ 5185606 w 6007100"/>
              <a:gd name="connsiteY32" fmla="*/ 642617 h 6858000"/>
              <a:gd name="connsiteX33" fmla="*/ 5185606 w 6007100"/>
              <a:gd name="connsiteY33" fmla="*/ 677094 h 6858000"/>
              <a:gd name="connsiteX34" fmla="*/ 5237538 w 6007100"/>
              <a:gd name="connsiteY34" fmla="*/ 677094 h 6858000"/>
              <a:gd name="connsiteX35" fmla="*/ 5237538 w 6007100"/>
              <a:gd name="connsiteY35" fmla="*/ 642617 h 6858000"/>
              <a:gd name="connsiteX36" fmla="*/ 4614461 w 6007100"/>
              <a:gd name="connsiteY36" fmla="*/ 642617 h 6858000"/>
              <a:gd name="connsiteX37" fmla="*/ 4614461 w 6007100"/>
              <a:gd name="connsiteY37" fmla="*/ 850075 h 6858000"/>
              <a:gd name="connsiteX38" fmla="*/ 4666339 w 6007100"/>
              <a:gd name="connsiteY38" fmla="*/ 850075 h 6858000"/>
              <a:gd name="connsiteX39" fmla="*/ 4666339 w 6007100"/>
              <a:gd name="connsiteY39" fmla="*/ 746373 h 6858000"/>
              <a:gd name="connsiteX40" fmla="*/ 4701141 w 6007100"/>
              <a:gd name="connsiteY40" fmla="*/ 746373 h 6858000"/>
              <a:gd name="connsiteX41" fmla="*/ 4701141 w 6007100"/>
              <a:gd name="connsiteY41" fmla="*/ 815598 h 6858000"/>
              <a:gd name="connsiteX42" fmla="*/ 4718487 w 6007100"/>
              <a:gd name="connsiteY42" fmla="*/ 850075 h 6858000"/>
              <a:gd name="connsiteX43" fmla="*/ 4839644 w 6007100"/>
              <a:gd name="connsiteY43" fmla="*/ 850075 h 6858000"/>
              <a:gd name="connsiteX44" fmla="*/ 4839644 w 6007100"/>
              <a:gd name="connsiteY44" fmla="*/ 746373 h 6858000"/>
              <a:gd name="connsiteX45" fmla="*/ 4865583 w 6007100"/>
              <a:gd name="connsiteY45" fmla="*/ 746373 h 6858000"/>
              <a:gd name="connsiteX46" fmla="*/ 4865583 w 6007100"/>
              <a:gd name="connsiteY46" fmla="*/ 850075 h 6858000"/>
              <a:gd name="connsiteX47" fmla="*/ 4917407 w 6007100"/>
              <a:gd name="connsiteY47" fmla="*/ 850075 h 6858000"/>
              <a:gd name="connsiteX48" fmla="*/ 4917407 w 6007100"/>
              <a:gd name="connsiteY48" fmla="*/ 746373 h 6858000"/>
              <a:gd name="connsiteX49" fmla="*/ 4943401 w 6007100"/>
              <a:gd name="connsiteY49" fmla="*/ 746373 h 6858000"/>
              <a:gd name="connsiteX50" fmla="*/ 4943401 w 6007100"/>
              <a:gd name="connsiteY50" fmla="*/ 850075 h 6858000"/>
              <a:gd name="connsiteX51" fmla="*/ 4995279 w 6007100"/>
              <a:gd name="connsiteY51" fmla="*/ 850075 h 6858000"/>
              <a:gd name="connsiteX52" fmla="*/ 4995279 w 6007100"/>
              <a:gd name="connsiteY52" fmla="*/ 746373 h 6858000"/>
              <a:gd name="connsiteX53" fmla="*/ 5021164 w 6007100"/>
              <a:gd name="connsiteY53" fmla="*/ 746373 h 6858000"/>
              <a:gd name="connsiteX54" fmla="*/ 5021164 w 6007100"/>
              <a:gd name="connsiteY54" fmla="*/ 815598 h 6858000"/>
              <a:gd name="connsiteX55" fmla="*/ 5038564 w 6007100"/>
              <a:gd name="connsiteY55" fmla="*/ 850075 h 6858000"/>
              <a:gd name="connsiteX56" fmla="*/ 5159667 w 6007100"/>
              <a:gd name="connsiteY56" fmla="*/ 850075 h 6858000"/>
              <a:gd name="connsiteX57" fmla="*/ 5159667 w 6007100"/>
              <a:gd name="connsiteY57" fmla="*/ 711842 h 6858000"/>
              <a:gd name="connsiteX58" fmla="*/ 5038564 w 6007100"/>
              <a:gd name="connsiteY58" fmla="*/ 711842 h 6858000"/>
              <a:gd name="connsiteX59" fmla="*/ 5021218 w 6007100"/>
              <a:gd name="connsiteY59" fmla="*/ 746266 h 6858000"/>
              <a:gd name="connsiteX60" fmla="*/ 5021218 w 6007100"/>
              <a:gd name="connsiteY60" fmla="*/ 711842 h 6858000"/>
              <a:gd name="connsiteX61" fmla="*/ 4995279 w 6007100"/>
              <a:gd name="connsiteY61" fmla="*/ 711842 h 6858000"/>
              <a:gd name="connsiteX62" fmla="*/ 4995279 w 6007100"/>
              <a:gd name="connsiteY62" fmla="*/ 677094 h 6858000"/>
              <a:gd name="connsiteX63" fmla="*/ 4943401 w 6007100"/>
              <a:gd name="connsiteY63" fmla="*/ 677094 h 6858000"/>
              <a:gd name="connsiteX64" fmla="*/ 4943401 w 6007100"/>
              <a:gd name="connsiteY64" fmla="*/ 711842 h 6858000"/>
              <a:gd name="connsiteX65" fmla="*/ 4917407 w 6007100"/>
              <a:gd name="connsiteY65" fmla="*/ 711842 h 6858000"/>
              <a:gd name="connsiteX66" fmla="*/ 4917407 w 6007100"/>
              <a:gd name="connsiteY66" fmla="*/ 677094 h 6858000"/>
              <a:gd name="connsiteX67" fmla="*/ 4865583 w 6007100"/>
              <a:gd name="connsiteY67" fmla="*/ 677094 h 6858000"/>
              <a:gd name="connsiteX68" fmla="*/ 4865583 w 6007100"/>
              <a:gd name="connsiteY68" fmla="*/ 711842 h 6858000"/>
              <a:gd name="connsiteX69" fmla="*/ 4787496 w 6007100"/>
              <a:gd name="connsiteY69" fmla="*/ 711842 h 6858000"/>
              <a:gd name="connsiteX70" fmla="*/ 4787496 w 6007100"/>
              <a:gd name="connsiteY70" fmla="*/ 815544 h 6858000"/>
              <a:gd name="connsiteX71" fmla="*/ 4753019 w 6007100"/>
              <a:gd name="connsiteY71" fmla="*/ 815544 h 6858000"/>
              <a:gd name="connsiteX72" fmla="*/ 4753019 w 6007100"/>
              <a:gd name="connsiteY72" fmla="*/ 711842 h 6858000"/>
              <a:gd name="connsiteX73" fmla="*/ 4666393 w 6007100"/>
              <a:gd name="connsiteY73" fmla="*/ 711842 h 6858000"/>
              <a:gd name="connsiteX74" fmla="*/ 4666393 w 6007100"/>
              <a:gd name="connsiteY74" fmla="*/ 677094 h 6858000"/>
              <a:gd name="connsiteX75" fmla="*/ 4753019 w 6007100"/>
              <a:gd name="connsiteY75" fmla="*/ 677094 h 6858000"/>
              <a:gd name="connsiteX76" fmla="*/ 4753019 w 6007100"/>
              <a:gd name="connsiteY76" fmla="*/ 642617 h 6858000"/>
              <a:gd name="connsiteX77" fmla="*/ 4614515 w 6007100"/>
              <a:gd name="connsiteY77" fmla="*/ 642617 h 6858000"/>
              <a:gd name="connsiteX78" fmla="*/ 4476174 w 6007100"/>
              <a:gd name="connsiteY78" fmla="*/ 642617 h 6858000"/>
              <a:gd name="connsiteX79" fmla="*/ 4476174 w 6007100"/>
              <a:gd name="connsiteY79" fmla="*/ 850075 h 6858000"/>
              <a:gd name="connsiteX80" fmla="*/ 4528052 w 6007100"/>
              <a:gd name="connsiteY80" fmla="*/ 850075 h 6858000"/>
              <a:gd name="connsiteX81" fmla="*/ 4528052 w 6007100"/>
              <a:gd name="connsiteY81" fmla="*/ 642617 h 6858000"/>
              <a:gd name="connsiteX82" fmla="*/ 4355071 w 6007100"/>
              <a:gd name="connsiteY82" fmla="*/ 642617 h 6858000"/>
              <a:gd name="connsiteX83" fmla="*/ 4285846 w 6007100"/>
              <a:gd name="connsiteY83" fmla="*/ 850075 h 6858000"/>
              <a:gd name="connsiteX84" fmla="*/ 4337724 w 6007100"/>
              <a:gd name="connsiteY84" fmla="*/ 850075 h 6858000"/>
              <a:gd name="connsiteX85" fmla="*/ 4363663 w 6007100"/>
              <a:gd name="connsiteY85" fmla="*/ 781067 h 6858000"/>
              <a:gd name="connsiteX86" fmla="*/ 4398411 w 6007100"/>
              <a:gd name="connsiteY86" fmla="*/ 781067 h 6858000"/>
              <a:gd name="connsiteX87" fmla="*/ 4398411 w 6007100"/>
              <a:gd name="connsiteY87" fmla="*/ 850075 h 6858000"/>
              <a:gd name="connsiteX88" fmla="*/ 4450289 w 6007100"/>
              <a:gd name="connsiteY88" fmla="*/ 850075 h 6858000"/>
              <a:gd name="connsiteX89" fmla="*/ 4450289 w 6007100"/>
              <a:gd name="connsiteY89" fmla="*/ 642617 h 6858000"/>
              <a:gd name="connsiteX90" fmla="*/ 3974470 w 6007100"/>
              <a:gd name="connsiteY90" fmla="*/ 642563 h 6858000"/>
              <a:gd name="connsiteX91" fmla="*/ 4026078 w 6007100"/>
              <a:gd name="connsiteY91" fmla="*/ 694225 h 6858000"/>
              <a:gd name="connsiteX92" fmla="*/ 3974470 w 6007100"/>
              <a:gd name="connsiteY92" fmla="*/ 745995 h 6858000"/>
              <a:gd name="connsiteX93" fmla="*/ 3922863 w 6007100"/>
              <a:gd name="connsiteY93" fmla="*/ 694225 h 6858000"/>
              <a:gd name="connsiteX94" fmla="*/ 3974470 w 6007100"/>
              <a:gd name="connsiteY94" fmla="*/ 538699 h 6858000"/>
              <a:gd name="connsiteX95" fmla="*/ 3766688 w 6007100"/>
              <a:gd name="connsiteY95" fmla="*/ 746049 h 6858000"/>
              <a:gd name="connsiteX96" fmla="*/ 3818674 w 6007100"/>
              <a:gd name="connsiteY96" fmla="*/ 797927 h 6858000"/>
              <a:gd name="connsiteX97" fmla="*/ 3870822 w 6007100"/>
              <a:gd name="connsiteY97" fmla="*/ 746211 h 6858000"/>
              <a:gd name="connsiteX98" fmla="*/ 3922592 w 6007100"/>
              <a:gd name="connsiteY98" fmla="*/ 798198 h 6858000"/>
              <a:gd name="connsiteX99" fmla="*/ 3870498 w 6007100"/>
              <a:gd name="connsiteY99" fmla="*/ 850292 h 6858000"/>
              <a:gd name="connsiteX100" fmla="*/ 3922592 w 6007100"/>
              <a:gd name="connsiteY100" fmla="*/ 901846 h 6858000"/>
              <a:gd name="connsiteX101" fmla="*/ 3973498 w 6007100"/>
              <a:gd name="connsiteY101" fmla="*/ 850130 h 6858000"/>
              <a:gd name="connsiteX102" fmla="*/ 4026511 w 6007100"/>
              <a:gd name="connsiteY102" fmla="*/ 901846 h 6858000"/>
              <a:gd name="connsiteX103" fmla="*/ 4078173 w 6007100"/>
              <a:gd name="connsiteY103" fmla="*/ 850130 h 6858000"/>
              <a:gd name="connsiteX104" fmla="*/ 4026511 w 6007100"/>
              <a:gd name="connsiteY104" fmla="*/ 798468 h 6858000"/>
              <a:gd name="connsiteX105" fmla="*/ 4078713 w 6007100"/>
              <a:gd name="connsiteY105" fmla="*/ 746211 h 6858000"/>
              <a:gd name="connsiteX106" fmla="*/ 4130321 w 6007100"/>
              <a:gd name="connsiteY106" fmla="*/ 797927 h 6858000"/>
              <a:gd name="connsiteX107" fmla="*/ 4182037 w 6007100"/>
              <a:gd name="connsiteY107" fmla="*/ 746211 h 6858000"/>
              <a:gd name="connsiteX108" fmla="*/ 0 w 6007100"/>
              <a:gd name="connsiteY108" fmla="*/ 0 h 6858000"/>
              <a:gd name="connsiteX109" fmla="*/ 6007100 w 6007100"/>
              <a:gd name="connsiteY109" fmla="*/ 0 h 6858000"/>
              <a:gd name="connsiteX110" fmla="*/ 6007100 w 6007100"/>
              <a:gd name="connsiteY110" fmla="*/ 6858000 h 6858000"/>
              <a:gd name="connsiteX111" fmla="*/ 0 w 60071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007100" h="6858000">
                <a:moveTo>
                  <a:pt x="5073042" y="746373"/>
                </a:moveTo>
                <a:lnTo>
                  <a:pt x="5107789" y="746373"/>
                </a:lnTo>
                <a:lnTo>
                  <a:pt x="5107789" y="815598"/>
                </a:lnTo>
                <a:lnTo>
                  <a:pt x="5073042" y="815598"/>
                </a:lnTo>
                <a:close/>
                <a:moveTo>
                  <a:pt x="5021218" y="746266"/>
                </a:moveTo>
                <a:lnTo>
                  <a:pt x="5021218" y="746373"/>
                </a:lnTo>
                <a:lnTo>
                  <a:pt x="5021164" y="746373"/>
                </a:lnTo>
                <a:close/>
                <a:moveTo>
                  <a:pt x="4545452" y="746103"/>
                </a:moveTo>
                <a:lnTo>
                  <a:pt x="4545452" y="780851"/>
                </a:lnTo>
                <a:lnTo>
                  <a:pt x="4597385" y="780851"/>
                </a:lnTo>
                <a:lnTo>
                  <a:pt x="4597385" y="746103"/>
                </a:lnTo>
                <a:close/>
                <a:moveTo>
                  <a:pt x="5263423" y="711842"/>
                </a:moveTo>
                <a:lnTo>
                  <a:pt x="5263423" y="850075"/>
                </a:lnTo>
                <a:lnTo>
                  <a:pt x="5315301" y="850075"/>
                </a:lnTo>
                <a:lnTo>
                  <a:pt x="5315301" y="746373"/>
                </a:lnTo>
                <a:lnTo>
                  <a:pt x="5341240" y="746373"/>
                </a:lnTo>
                <a:lnTo>
                  <a:pt x="5341240" y="850075"/>
                </a:lnTo>
                <a:lnTo>
                  <a:pt x="5393119" y="850075"/>
                </a:lnTo>
                <a:lnTo>
                  <a:pt x="5393119" y="746373"/>
                </a:lnTo>
                <a:lnTo>
                  <a:pt x="5419112" y="746373"/>
                </a:lnTo>
                <a:lnTo>
                  <a:pt x="5419112" y="850075"/>
                </a:lnTo>
                <a:lnTo>
                  <a:pt x="5470990" y="850075"/>
                </a:lnTo>
                <a:lnTo>
                  <a:pt x="5470990" y="746373"/>
                </a:lnTo>
                <a:lnTo>
                  <a:pt x="5453859" y="711842"/>
                </a:lnTo>
                <a:lnTo>
                  <a:pt x="5263477" y="711842"/>
                </a:lnTo>
                <a:close/>
                <a:moveTo>
                  <a:pt x="5185606" y="711626"/>
                </a:moveTo>
                <a:lnTo>
                  <a:pt x="5185606" y="850075"/>
                </a:lnTo>
                <a:lnTo>
                  <a:pt x="5237538" y="850075"/>
                </a:lnTo>
                <a:lnTo>
                  <a:pt x="5237538" y="711842"/>
                </a:lnTo>
                <a:close/>
                <a:moveTo>
                  <a:pt x="4398411" y="677094"/>
                </a:moveTo>
                <a:lnTo>
                  <a:pt x="4398411" y="746373"/>
                </a:lnTo>
                <a:lnTo>
                  <a:pt x="4372201" y="746373"/>
                </a:lnTo>
                <a:close/>
                <a:moveTo>
                  <a:pt x="5185606" y="642617"/>
                </a:moveTo>
                <a:lnTo>
                  <a:pt x="5185606" y="677094"/>
                </a:lnTo>
                <a:lnTo>
                  <a:pt x="5237538" y="677094"/>
                </a:lnTo>
                <a:lnTo>
                  <a:pt x="5237538" y="642617"/>
                </a:lnTo>
                <a:close/>
                <a:moveTo>
                  <a:pt x="4614461" y="642617"/>
                </a:moveTo>
                <a:lnTo>
                  <a:pt x="4614461" y="850075"/>
                </a:lnTo>
                <a:lnTo>
                  <a:pt x="4666339" y="850075"/>
                </a:lnTo>
                <a:lnTo>
                  <a:pt x="4666339" y="746373"/>
                </a:lnTo>
                <a:lnTo>
                  <a:pt x="4701141" y="746373"/>
                </a:lnTo>
                <a:lnTo>
                  <a:pt x="4701141" y="815598"/>
                </a:lnTo>
                <a:lnTo>
                  <a:pt x="4718487" y="850075"/>
                </a:lnTo>
                <a:lnTo>
                  <a:pt x="4839644" y="850075"/>
                </a:lnTo>
                <a:lnTo>
                  <a:pt x="4839644" y="746373"/>
                </a:lnTo>
                <a:lnTo>
                  <a:pt x="4865583" y="746373"/>
                </a:lnTo>
                <a:lnTo>
                  <a:pt x="4865583" y="850075"/>
                </a:lnTo>
                <a:lnTo>
                  <a:pt x="4917407" y="850075"/>
                </a:lnTo>
                <a:lnTo>
                  <a:pt x="4917407" y="746373"/>
                </a:lnTo>
                <a:lnTo>
                  <a:pt x="4943401" y="746373"/>
                </a:lnTo>
                <a:lnTo>
                  <a:pt x="4943401" y="850075"/>
                </a:lnTo>
                <a:lnTo>
                  <a:pt x="4995279" y="850075"/>
                </a:lnTo>
                <a:lnTo>
                  <a:pt x="4995279" y="746373"/>
                </a:lnTo>
                <a:lnTo>
                  <a:pt x="5021164" y="746373"/>
                </a:lnTo>
                <a:lnTo>
                  <a:pt x="5021164" y="815598"/>
                </a:lnTo>
                <a:lnTo>
                  <a:pt x="5038564" y="850075"/>
                </a:lnTo>
                <a:lnTo>
                  <a:pt x="5159667" y="850075"/>
                </a:lnTo>
                <a:lnTo>
                  <a:pt x="5159667" y="711842"/>
                </a:lnTo>
                <a:lnTo>
                  <a:pt x="5038564" y="711842"/>
                </a:lnTo>
                <a:lnTo>
                  <a:pt x="5021218" y="746266"/>
                </a:lnTo>
                <a:lnTo>
                  <a:pt x="5021218" y="711842"/>
                </a:lnTo>
                <a:lnTo>
                  <a:pt x="4995279" y="711842"/>
                </a:lnTo>
                <a:lnTo>
                  <a:pt x="4995279" y="677094"/>
                </a:lnTo>
                <a:lnTo>
                  <a:pt x="4943401" y="677094"/>
                </a:lnTo>
                <a:lnTo>
                  <a:pt x="4943401" y="711842"/>
                </a:lnTo>
                <a:lnTo>
                  <a:pt x="4917407" y="711842"/>
                </a:lnTo>
                <a:lnTo>
                  <a:pt x="4917407" y="677094"/>
                </a:lnTo>
                <a:lnTo>
                  <a:pt x="4865583" y="677094"/>
                </a:lnTo>
                <a:lnTo>
                  <a:pt x="4865583" y="711842"/>
                </a:lnTo>
                <a:lnTo>
                  <a:pt x="4787496" y="711842"/>
                </a:lnTo>
                <a:lnTo>
                  <a:pt x="4787496" y="815544"/>
                </a:lnTo>
                <a:lnTo>
                  <a:pt x="4753019" y="815544"/>
                </a:lnTo>
                <a:lnTo>
                  <a:pt x="4753019" y="711842"/>
                </a:lnTo>
                <a:lnTo>
                  <a:pt x="4666393" y="711842"/>
                </a:lnTo>
                <a:lnTo>
                  <a:pt x="4666393" y="677094"/>
                </a:lnTo>
                <a:lnTo>
                  <a:pt x="4753019" y="677094"/>
                </a:lnTo>
                <a:lnTo>
                  <a:pt x="4753019" y="642617"/>
                </a:lnTo>
                <a:lnTo>
                  <a:pt x="4614515" y="642617"/>
                </a:lnTo>
                <a:close/>
                <a:moveTo>
                  <a:pt x="4476174" y="642617"/>
                </a:moveTo>
                <a:lnTo>
                  <a:pt x="4476174" y="850075"/>
                </a:lnTo>
                <a:lnTo>
                  <a:pt x="4528052" y="850075"/>
                </a:lnTo>
                <a:lnTo>
                  <a:pt x="4528052" y="642617"/>
                </a:lnTo>
                <a:close/>
                <a:moveTo>
                  <a:pt x="4355071" y="642617"/>
                </a:moveTo>
                <a:lnTo>
                  <a:pt x="4285846" y="850075"/>
                </a:lnTo>
                <a:lnTo>
                  <a:pt x="4337724" y="850075"/>
                </a:lnTo>
                <a:lnTo>
                  <a:pt x="4363663" y="781067"/>
                </a:lnTo>
                <a:lnTo>
                  <a:pt x="4398411" y="781067"/>
                </a:lnTo>
                <a:lnTo>
                  <a:pt x="4398411" y="850075"/>
                </a:lnTo>
                <a:lnTo>
                  <a:pt x="4450289" y="850075"/>
                </a:lnTo>
                <a:lnTo>
                  <a:pt x="4450289" y="642617"/>
                </a:lnTo>
                <a:close/>
                <a:moveTo>
                  <a:pt x="3974470" y="642563"/>
                </a:moveTo>
                <a:lnTo>
                  <a:pt x="4026078" y="694225"/>
                </a:lnTo>
                <a:lnTo>
                  <a:pt x="3974470" y="745995"/>
                </a:lnTo>
                <a:lnTo>
                  <a:pt x="3922863" y="694225"/>
                </a:lnTo>
                <a:close/>
                <a:moveTo>
                  <a:pt x="3974470" y="538699"/>
                </a:moveTo>
                <a:lnTo>
                  <a:pt x="3766688" y="746049"/>
                </a:lnTo>
                <a:lnTo>
                  <a:pt x="3818674" y="797927"/>
                </a:lnTo>
                <a:lnTo>
                  <a:pt x="3870822" y="746211"/>
                </a:lnTo>
                <a:lnTo>
                  <a:pt x="3922592" y="798198"/>
                </a:lnTo>
                <a:lnTo>
                  <a:pt x="3870498" y="850292"/>
                </a:lnTo>
                <a:lnTo>
                  <a:pt x="3922592" y="901846"/>
                </a:lnTo>
                <a:lnTo>
                  <a:pt x="3973498" y="850130"/>
                </a:lnTo>
                <a:lnTo>
                  <a:pt x="4026511" y="901846"/>
                </a:lnTo>
                <a:lnTo>
                  <a:pt x="4078173" y="850130"/>
                </a:lnTo>
                <a:lnTo>
                  <a:pt x="4026511" y="798468"/>
                </a:lnTo>
                <a:lnTo>
                  <a:pt x="4078713" y="746211"/>
                </a:lnTo>
                <a:lnTo>
                  <a:pt x="4130321" y="797927"/>
                </a:lnTo>
                <a:lnTo>
                  <a:pt x="4182037" y="746211"/>
                </a:lnTo>
                <a:close/>
                <a:moveTo>
                  <a:pt x="0" y="0"/>
                </a:moveTo>
                <a:lnTo>
                  <a:pt x="6007100" y="0"/>
                </a:lnTo>
                <a:lnTo>
                  <a:pt x="600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5465999" cy="3877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058596-6CB5-41E4-A44F-F054EEBD8563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465688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36310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 userDrawn="1">
          <p15:clr>
            <a:srgbClr val="FBAE40"/>
          </p15:clr>
        </p15:guide>
        <p15:guide id="2" pos="389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Content image_dark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2E22475-5AA0-F2C0-0102-83ECDF348C1B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DF0A99-91B5-7C8B-95D4-7A1C654B58C5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B7952A-89C0-D564-994E-FA9124E6506C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E37481-81B7-DAE5-9279-A2E3EA447B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900" y="0"/>
            <a:ext cx="6007100" cy="6858000"/>
          </a:xfrm>
          <a:custGeom>
            <a:avLst/>
            <a:gdLst>
              <a:gd name="connsiteX0" fmla="*/ 5073042 w 6007100"/>
              <a:gd name="connsiteY0" fmla="*/ 746373 h 6858000"/>
              <a:gd name="connsiteX1" fmla="*/ 5107789 w 6007100"/>
              <a:gd name="connsiteY1" fmla="*/ 746373 h 6858000"/>
              <a:gd name="connsiteX2" fmla="*/ 5107789 w 6007100"/>
              <a:gd name="connsiteY2" fmla="*/ 815598 h 6858000"/>
              <a:gd name="connsiteX3" fmla="*/ 5073042 w 6007100"/>
              <a:gd name="connsiteY3" fmla="*/ 815598 h 6858000"/>
              <a:gd name="connsiteX4" fmla="*/ 5021218 w 6007100"/>
              <a:gd name="connsiteY4" fmla="*/ 746266 h 6858000"/>
              <a:gd name="connsiteX5" fmla="*/ 5021218 w 6007100"/>
              <a:gd name="connsiteY5" fmla="*/ 746373 h 6858000"/>
              <a:gd name="connsiteX6" fmla="*/ 5021164 w 6007100"/>
              <a:gd name="connsiteY6" fmla="*/ 746373 h 6858000"/>
              <a:gd name="connsiteX7" fmla="*/ 4545452 w 6007100"/>
              <a:gd name="connsiteY7" fmla="*/ 746103 h 6858000"/>
              <a:gd name="connsiteX8" fmla="*/ 4545452 w 6007100"/>
              <a:gd name="connsiteY8" fmla="*/ 780851 h 6858000"/>
              <a:gd name="connsiteX9" fmla="*/ 4597385 w 6007100"/>
              <a:gd name="connsiteY9" fmla="*/ 780851 h 6858000"/>
              <a:gd name="connsiteX10" fmla="*/ 4597385 w 6007100"/>
              <a:gd name="connsiteY10" fmla="*/ 746103 h 6858000"/>
              <a:gd name="connsiteX11" fmla="*/ 5263423 w 6007100"/>
              <a:gd name="connsiteY11" fmla="*/ 711842 h 6858000"/>
              <a:gd name="connsiteX12" fmla="*/ 5263423 w 6007100"/>
              <a:gd name="connsiteY12" fmla="*/ 850075 h 6858000"/>
              <a:gd name="connsiteX13" fmla="*/ 5315301 w 6007100"/>
              <a:gd name="connsiteY13" fmla="*/ 850075 h 6858000"/>
              <a:gd name="connsiteX14" fmla="*/ 5315301 w 6007100"/>
              <a:gd name="connsiteY14" fmla="*/ 746373 h 6858000"/>
              <a:gd name="connsiteX15" fmla="*/ 5341240 w 6007100"/>
              <a:gd name="connsiteY15" fmla="*/ 746373 h 6858000"/>
              <a:gd name="connsiteX16" fmla="*/ 5341240 w 6007100"/>
              <a:gd name="connsiteY16" fmla="*/ 850075 h 6858000"/>
              <a:gd name="connsiteX17" fmla="*/ 5393119 w 6007100"/>
              <a:gd name="connsiteY17" fmla="*/ 850075 h 6858000"/>
              <a:gd name="connsiteX18" fmla="*/ 5393119 w 6007100"/>
              <a:gd name="connsiteY18" fmla="*/ 746373 h 6858000"/>
              <a:gd name="connsiteX19" fmla="*/ 5419112 w 6007100"/>
              <a:gd name="connsiteY19" fmla="*/ 746373 h 6858000"/>
              <a:gd name="connsiteX20" fmla="*/ 5419112 w 6007100"/>
              <a:gd name="connsiteY20" fmla="*/ 850075 h 6858000"/>
              <a:gd name="connsiteX21" fmla="*/ 5470990 w 6007100"/>
              <a:gd name="connsiteY21" fmla="*/ 850075 h 6858000"/>
              <a:gd name="connsiteX22" fmla="*/ 5470990 w 6007100"/>
              <a:gd name="connsiteY22" fmla="*/ 746373 h 6858000"/>
              <a:gd name="connsiteX23" fmla="*/ 5453859 w 6007100"/>
              <a:gd name="connsiteY23" fmla="*/ 711842 h 6858000"/>
              <a:gd name="connsiteX24" fmla="*/ 5263477 w 6007100"/>
              <a:gd name="connsiteY24" fmla="*/ 711842 h 6858000"/>
              <a:gd name="connsiteX25" fmla="*/ 5185606 w 6007100"/>
              <a:gd name="connsiteY25" fmla="*/ 711626 h 6858000"/>
              <a:gd name="connsiteX26" fmla="*/ 5185606 w 6007100"/>
              <a:gd name="connsiteY26" fmla="*/ 850075 h 6858000"/>
              <a:gd name="connsiteX27" fmla="*/ 5237538 w 6007100"/>
              <a:gd name="connsiteY27" fmla="*/ 850075 h 6858000"/>
              <a:gd name="connsiteX28" fmla="*/ 5237538 w 6007100"/>
              <a:gd name="connsiteY28" fmla="*/ 711842 h 6858000"/>
              <a:gd name="connsiteX29" fmla="*/ 4398411 w 6007100"/>
              <a:gd name="connsiteY29" fmla="*/ 677094 h 6858000"/>
              <a:gd name="connsiteX30" fmla="*/ 4398411 w 6007100"/>
              <a:gd name="connsiteY30" fmla="*/ 746373 h 6858000"/>
              <a:gd name="connsiteX31" fmla="*/ 4372201 w 6007100"/>
              <a:gd name="connsiteY31" fmla="*/ 746373 h 6858000"/>
              <a:gd name="connsiteX32" fmla="*/ 5185606 w 6007100"/>
              <a:gd name="connsiteY32" fmla="*/ 642617 h 6858000"/>
              <a:gd name="connsiteX33" fmla="*/ 5185606 w 6007100"/>
              <a:gd name="connsiteY33" fmla="*/ 677094 h 6858000"/>
              <a:gd name="connsiteX34" fmla="*/ 5237538 w 6007100"/>
              <a:gd name="connsiteY34" fmla="*/ 677094 h 6858000"/>
              <a:gd name="connsiteX35" fmla="*/ 5237538 w 6007100"/>
              <a:gd name="connsiteY35" fmla="*/ 642617 h 6858000"/>
              <a:gd name="connsiteX36" fmla="*/ 4614461 w 6007100"/>
              <a:gd name="connsiteY36" fmla="*/ 642617 h 6858000"/>
              <a:gd name="connsiteX37" fmla="*/ 4614461 w 6007100"/>
              <a:gd name="connsiteY37" fmla="*/ 850075 h 6858000"/>
              <a:gd name="connsiteX38" fmla="*/ 4666339 w 6007100"/>
              <a:gd name="connsiteY38" fmla="*/ 850075 h 6858000"/>
              <a:gd name="connsiteX39" fmla="*/ 4666339 w 6007100"/>
              <a:gd name="connsiteY39" fmla="*/ 746373 h 6858000"/>
              <a:gd name="connsiteX40" fmla="*/ 4701141 w 6007100"/>
              <a:gd name="connsiteY40" fmla="*/ 746373 h 6858000"/>
              <a:gd name="connsiteX41" fmla="*/ 4701141 w 6007100"/>
              <a:gd name="connsiteY41" fmla="*/ 815598 h 6858000"/>
              <a:gd name="connsiteX42" fmla="*/ 4718487 w 6007100"/>
              <a:gd name="connsiteY42" fmla="*/ 850075 h 6858000"/>
              <a:gd name="connsiteX43" fmla="*/ 4839644 w 6007100"/>
              <a:gd name="connsiteY43" fmla="*/ 850075 h 6858000"/>
              <a:gd name="connsiteX44" fmla="*/ 4839644 w 6007100"/>
              <a:gd name="connsiteY44" fmla="*/ 746373 h 6858000"/>
              <a:gd name="connsiteX45" fmla="*/ 4865583 w 6007100"/>
              <a:gd name="connsiteY45" fmla="*/ 746373 h 6858000"/>
              <a:gd name="connsiteX46" fmla="*/ 4865583 w 6007100"/>
              <a:gd name="connsiteY46" fmla="*/ 850075 h 6858000"/>
              <a:gd name="connsiteX47" fmla="*/ 4917407 w 6007100"/>
              <a:gd name="connsiteY47" fmla="*/ 850075 h 6858000"/>
              <a:gd name="connsiteX48" fmla="*/ 4917407 w 6007100"/>
              <a:gd name="connsiteY48" fmla="*/ 746373 h 6858000"/>
              <a:gd name="connsiteX49" fmla="*/ 4943401 w 6007100"/>
              <a:gd name="connsiteY49" fmla="*/ 746373 h 6858000"/>
              <a:gd name="connsiteX50" fmla="*/ 4943401 w 6007100"/>
              <a:gd name="connsiteY50" fmla="*/ 850075 h 6858000"/>
              <a:gd name="connsiteX51" fmla="*/ 4995279 w 6007100"/>
              <a:gd name="connsiteY51" fmla="*/ 850075 h 6858000"/>
              <a:gd name="connsiteX52" fmla="*/ 4995279 w 6007100"/>
              <a:gd name="connsiteY52" fmla="*/ 746373 h 6858000"/>
              <a:gd name="connsiteX53" fmla="*/ 5021164 w 6007100"/>
              <a:gd name="connsiteY53" fmla="*/ 746373 h 6858000"/>
              <a:gd name="connsiteX54" fmla="*/ 5021164 w 6007100"/>
              <a:gd name="connsiteY54" fmla="*/ 815598 h 6858000"/>
              <a:gd name="connsiteX55" fmla="*/ 5038564 w 6007100"/>
              <a:gd name="connsiteY55" fmla="*/ 850075 h 6858000"/>
              <a:gd name="connsiteX56" fmla="*/ 5159667 w 6007100"/>
              <a:gd name="connsiteY56" fmla="*/ 850075 h 6858000"/>
              <a:gd name="connsiteX57" fmla="*/ 5159667 w 6007100"/>
              <a:gd name="connsiteY57" fmla="*/ 711842 h 6858000"/>
              <a:gd name="connsiteX58" fmla="*/ 5038564 w 6007100"/>
              <a:gd name="connsiteY58" fmla="*/ 711842 h 6858000"/>
              <a:gd name="connsiteX59" fmla="*/ 5021218 w 6007100"/>
              <a:gd name="connsiteY59" fmla="*/ 746266 h 6858000"/>
              <a:gd name="connsiteX60" fmla="*/ 5021218 w 6007100"/>
              <a:gd name="connsiteY60" fmla="*/ 711842 h 6858000"/>
              <a:gd name="connsiteX61" fmla="*/ 4995279 w 6007100"/>
              <a:gd name="connsiteY61" fmla="*/ 711842 h 6858000"/>
              <a:gd name="connsiteX62" fmla="*/ 4995279 w 6007100"/>
              <a:gd name="connsiteY62" fmla="*/ 677094 h 6858000"/>
              <a:gd name="connsiteX63" fmla="*/ 4943401 w 6007100"/>
              <a:gd name="connsiteY63" fmla="*/ 677094 h 6858000"/>
              <a:gd name="connsiteX64" fmla="*/ 4943401 w 6007100"/>
              <a:gd name="connsiteY64" fmla="*/ 711842 h 6858000"/>
              <a:gd name="connsiteX65" fmla="*/ 4917407 w 6007100"/>
              <a:gd name="connsiteY65" fmla="*/ 711842 h 6858000"/>
              <a:gd name="connsiteX66" fmla="*/ 4917407 w 6007100"/>
              <a:gd name="connsiteY66" fmla="*/ 677094 h 6858000"/>
              <a:gd name="connsiteX67" fmla="*/ 4865583 w 6007100"/>
              <a:gd name="connsiteY67" fmla="*/ 677094 h 6858000"/>
              <a:gd name="connsiteX68" fmla="*/ 4865583 w 6007100"/>
              <a:gd name="connsiteY68" fmla="*/ 711842 h 6858000"/>
              <a:gd name="connsiteX69" fmla="*/ 4787496 w 6007100"/>
              <a:gd name="connsiteY69" fmla="*/ 711842 h 6858000"/>
              <a:gd name="connsiteX70" fmla="*/ 4787496 w 6007100"/>
              <a:gd name="connsiteY70" fmla="*/ 815544 h 6858000"/>
              <a:gd name="connsiteX71" fmla="*/ 4753019 w 6007100"/>
              <a:gd name="connsiteY71" fmla="*/ 815544 h 6858000"/>
              <a:gd name="connsiteX72" fmla="*/ 4753019 w 6007100"/>
              <a:gd name="connsiteY72" fmla="*/ 711842 h 6858000"/>
              <a:gd name="connsiteX73" fmla="*/ 4666393 w 6007100"/>
              <a:gd name="connsiteY73" fmla="*/ 711842 h 6858000"/>
              <a:gd name="connsiteX74" fmla="*/ 4666393 w 6007100"/>
              <a:gd name="connsiteY74" fmla="*/ 677094 h 6858000"/>
              <a:gd name="connsiteX75" fmla="*/ 4753019 w 6007100"/>
              <a:gd name="connsiteY75" fmla="*/ 677094 h 6858000"/>
              <a:gd name="connsiteX76" fmla="*/ 4753019 w 6007100"/>
              <a:gd name="connsiteY76" fmla="*/ 642617 h 6858000"/>
              <a:gd name="connsiteX77" fmla="*/ 4614515 w 6007100"/>
              <a:gd name="connsiteY77" fmla="*/ 642617 h 6858000"/>
              <a:gd name="connsiteX78" fmla="*/ 4476174 w 6007100"/>
              <a:gd name="connsiteY78" fmla="*/ 642617 h 6858000"/>
              <a:gd name="connsiteX79" fmla="*/ 4476174 w 6007100"/>
              <a:gd name="connsiteY79" fmla="*/ 850075 h 6858000"/>
              <a:gd name="connsiteX80" fmla="*/ 4528052 w 6007100"/>
              <a:gd name="connsiteY80" fmla="*/ 850075 h 6858000"/>
              <a:gd name="connsiteX81" fmla="*/ 4528052 w 6007100"/>
              <a:gd name="connsiteY81" fmla="*/ 642617 h 6858000"/>
              <a:gd name="connsiteX82" fmla="*/ 4355071 w 6007100"/>
              <a:gd name="connsiteY82" fmla="*/ 642617 h 6858000"/>
              <a:gd name="connsiteX83" fmla="*/ 4285846 w 6007100"/>
              <a:gd name="connsiteY83" fmla="*/ 850075 h 6858000"/>
              <a:gd name="connsiteX84" fmla="*/ 4337724 w 6007100"/>
              <a:gd name="connsiteY84" fmla="*/ 850075 h 6858000"/>
              <a:gd name="connsiteX85" fmla="*/ 4363663 w 6007100"/>
              <a:gd name="connsiteY85" fmla="*/ 781067 h 6858000"/>
              <a:gd name="connsiteX86" fmla="*/ 4398411 w 6007100"/>
              <a:gd name="connsiteY86" fmla="*/ 781067 h 6858000"/>
              <a:gd name="connsiteX87" fmla="*/ 4398411 w 6007100"/>
              <a:gd name="connsiteY87" fmla="*/ 850075 h 6858000"/>
              <a:gd name="connsiteX88" fmla="*/ 4450289 w 6007100"/>
              <a:gd name="connsiteY88" fmla="*/ 850075 h 6858000"/>
              <a:gd name="connsiteX89" fmla="*/ 4450289 w 6007100"/>
              <a:gd name="connsiteY89" fmla="*/ 642617 h 6858000"/>
              <a:gd name="connsiteX90" fmla="*/ 3974470 w 6007100"/>
              <a:gd name="connsiteY90" fmla="*/ 642563 h 6858000"/>
              <a:gd name="connsiteX91" fmla="*/ 4026078 w 6007100"/>
              <a:gd name="connsiteY91" fmla="*/ 694225 h 6858000"/>
              <a:gd name="connsiteX92" fmla="*/ 3974470 w 6007100"/>
              <a:gd name="connsiteY92" fmla="*/ 745995 h 6858000"/>
              <a:gd name="connsiteX93" fmla="*/ 3922863 w 6007100"/>
              <a:gd name="connsiteY93" fmla="*/ 694225 h 6858000"/>
              <a:gd name="connsiteX94" fmla="*/ 3974470 w 6007100"/>
              <a:gd name="connsiteY94" fmla="*/ 538699 h 6858000"/>
              <a:gd name="connsiteX95" fmla="*/ 3766688 w 6007100"/>
              <a:gd name="connsiteY95" fmla="*/ 746049 h 6858000"/>
              <a:gd name="connsiteX96" fmla="*/ 3818674 w 6007100"/>
              <a:gd name="connsiteY96" fmla="*/ 797927 h 6858000"/>
              <a:gd name="connsiteX97" fmla="*/ 3870822 w 6007100"/>
              <a:gd name="connsiteY97" fmla="*/ 746211 h 6858000"/>
              <a:gd name="connsiteX98" fmla="*/ 3922592 w 6007100"/>
              <a:gd name="connsiteY98" fmla="*/ 798198 h 6858000"/>
              <a:gd name="connsiteX99" fmla="*/ 3870498 w 6007100"/>
              <a:gd name="connsiteY99" fmla="*/ 850292 h 6858000"/>
              <a:gd name="connsiteX100" fmla="*/ 3922592 w 6007100"/>
              <a:gd name="connsiteY100" fmla="*/ 901846 h 6858000"/>
              <a:gd name="connsiteX101" fmla="*/ 3973498 w 6007100"/>
              <a:gd name="connsiteY101" fmla="*/ 850130 h 6858000"/>
              <a:gd name="connsiteX102" fmla="*/ 4026511 w 6007100"/>
              <a:gd name="connsiteY102" fmla="*/ 901846 h 6858000"/>
              <a:gd name="connsiteX103" fmla="*/ 4078173 w 6007100"/>
              <a:gd name="connsiteY103" fmla="*/ 850130 h 6858000"/>
              <a:gd name="connsiteX104" fmla="*/ 4026511 w 6007100"/>
              <a:gd name="connsiteY104" fmla="*/ 798468 h 6858000"/>
              <a:gd name="connsiteX105" fmla="*/ 4078713 w 6007100"/>
              <a:gd name="connsiteY105" fmla="*/ 746211 h 6858000"/>
              <a:gd name="connsiteX106" fmla="*/ 4130321 w 6007100"/>
              <a:gd name="connsiteY106" fmla="*/ 797927 h 6858000"/>
              <a:gd name="connsiteX107" fmla="*/ 4182037 w 6007100"/>
              <a:gd name="connsiteY107" fmla="*/ 746211 h 6858000"/>
              <a:gd name="connsiteX108" fmla="*/ 0 w 6007100"/>
              <a:gd name="connsiteY108" fmla="*/ 0 h 6858000"/>
              <a:gd name="connsiteX109" fmla="*/ 6007100 w 6007100"/>
              <a:gd name="connsiteY109" fmla="*/ 0 h 6858000"/>
              <a:gd name="connsiteX110" fmla="*/ 6007100 w 6007100"/>
              <a:gd name="connsiteY110" fmla="*/ 6858000 h 6858000"/>
              <a:gd name="connsiteX111" fmla="*/ 0 w 60071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007100" h="6858000">
                <a:moveTo>
                  <a:pt x="5073042" y="746373"/>
                </a:moveTo>
                <a:lnTo>
                  <a:pt x="5107789" y="746373"/>
                </a:lnTo>
                <a:lnTo>
                  <a:pt x="5107789" y="815598"/>
                </a:lnTo>
                <a:lnTo>
                  <a:pt x="5073042" y="815598"/>
                </a:lnTo>
                <a:close/>
                <a:moveTo>
                  <a:pt x="5021218" y="746266"/>
                </a:moveTo>
                <a:lnTo>
                  <a:pt x="5021218" y="746373"/>
                </a:lnTo>
                <a:lnTo>
                  <a:pt x="5021164" y="746373"/>
                </a:lnTo>
                <a:close/>
                <a:moveTo>
                  <a:pt x="4545452" y="746103"/>
                </a:moveTo>
                <a:lnTo>
                  <a:pt x="4545452" y="780851"/>
                </a:lnTo>
                <a:lnTo>
                  <a:pt x="4597385" y="780851"/>
                </a:lnTo>
                <a:lnTo>
                  <a:pt x="4597385" y="746103"/>
                </a:lnTo>
                <a:close/>
                <a:moveTo>
                  <a:pt x="5263423" y="711842"/>
                </a:moveTo>
                <a:lnTo>
                  <a:pt x="5263423" y="850075"/>
                </a:lnTo>
                <a:lnTo>
                  <a:pt x="5315301" y="850075"/>
                </a:lnTo>
                <a:lnTo>
                  <a:pt x="5315301" y="746373"/>
                </a:lnTo>
                <a:lnTo>
                  <a:pt x="5341240" y="746373"/>
                </a:lnTo>
                <a:lnTo>
                  <a:pt x="5341240" y="850075"/>
                </a:lnTo>
                <a:lnTo>
                  <a:pt x="5393119" y="850075"/>
                </a:lnTo>
                <a:lnTo>
                  <a:pt x="5393119" y="746373"/>
                </a:lnTo>
                <a:lnTo>
                  <a:pt x="5419112" y="746373"/>
                </a:lnTo>
                <a:lnTo>
                  <a:pt x="5419112" y="850075"/>
                </a:lnTo>
                <a:lnTo>
                  <a:pt x="5470990" y="850075"/>
                </a:lnTo>
                <a:lnTo>
                  <a:pt x="5470990" y="746373"/>
                </a:lnTo>
                <a:lnTo>
                  <a:pt x="5453859" y="711842"/>
                </a:lnTo>
                <a:lnTo>
                  <a:pt x="5263477" y="711842"/>
                </a:lnTo>
                <a:close/>
                <a:moveTo>
                  <a:pt x="5185606" y="711626"/>
                </a:moveTo>
                <a:lnTo>
                  <a:pt x="5185606" y="850075"/>
                </a:lnTo>
                <a:lnTo>
                  <a:pt x="5237538" y="850075"/>
                </a:lnTo>
                <a:lnTo>
                  <a:pt x="5237538" y="711842"/>
                </a:lnTo>
                <a:close/>
                <a:moveTo>
                  <a:pt x="4398411" y="677094"/>
                </a:moveTo>
                <a:lnTo>
                  <a:pt x="4398411" y="746373"/>
                </a:lnTo>
                <a:lnTo>
                  <a:pt x="4372201" y="746373"/>
                </a:lnTo>
                <a:close/>
                <a:moveTo>
                  <a:pt x="5185606" y="642617"/>
                </a:moveTo>
                <a:lnTo>
                  <a:pt x="5185606" y="677094"/>
                </a:lnTo>
                <a:lnTo>
                  <a:pt x="5237538" y="677094"/>
                </a:lnTo>
                <a:lnTo>
                  <a:pt x="5237538" y="642617"/>
                </a:lnTo>
                <a:close/>
                <a:moveTo>
                  <a:pt x="4614461" y="642617"/>
                </a:moveTo>
                <a:lnTo>
                  <a:pt x="4614461" y="850075"/>
                </a:lnTo>
                <a:lnTo>
                  <a:pt x="4666339" y="850075"/>
                </a:lnTo>
                <a:lnTo>
                  <a:pt x="4666339" y="746373"/>
                </a:lnTo>
                <a:lnTo>
                  <a:pt x="4701141" y="746373"/>
                </a:lnTo>
                <a:lnTo>
                  <a:pt x="4701141" y="815598"/>
                </a:lnTo>
                <a:lnTo>
                  <a:pt x="4718487" y="850075"/>
                </a:lnTo>
                <a:lnTo>
                  <a:pt x="4839644" y="850075"/>
                </a:lnTo>
                <a:lnTo>
                  <a:pt x="4839644" y="746373"/>
                </a:lnTo>
                <a:lnTo>
                  <a:pt x="4865583" y="746373"/>
                </a:lnTo>
                <a:lnTo>
                  <a:pt x="4865583" y="850075"/>
                </a:lnTo>
                <a:lnTo>
                  <a:pt x="4917407" y="850075"/>
                </a:lnTo>
                <a:lnTo>
                  <a:pt x="4917407" y="746373"/>
                </a:lnTo>
                <a:lnTo>
                  <a:pt x="4943401" y="746373"/>
                </a:lnTo>
                <a:lnTo>
                  <a:pt x="4943401" y="850075"/>
                </a:lnTo>
                <a:lnTo>
                  <a:pt x="4995279" y="850075"/>
                </a:lnTo>
                <a:lnTo>
                  <a:pt x="4995279" y="746373"/>
                </a:lnTo>
                <a:lnTo>
                  <a:pt x="5021164" y="746373"/>
                </a:lnTo>
                <a:lnTo>
                  <a:pt x="5021164" y="815598"/>
                </a:lnTo>
                <a:lnTo>
                  <a:pt x="5038564" y="850075"/>
                </a:lnTo>
                <a:lnTo>
                  <a:pt x="5159667" y="850075"/>
                </a:lnTo>
                <a:lnTo>
                  <a:pt x="5159667" y="711842"/>
                </a:lnTo>
                <a:lnTo>
                  <a:pt x="5038564" y="711842"/>
                </a:lnTo>
                <a:lnTo>
                  <a:pt x="5021218" y="746266"/>
                </a:lnTo>
                <a:lnTo>
                  <a:pt x="5021218" y="711842"/>
                </a:lnTo>
                <a:lnTo>
                  <a:pt x="4995279" y="711842"/>
                </a:lnTo>
                <a:lnTo>
                  <a:pt x="4995279" y="677094"/>
                </a:lnTo>
                <a:lnTo>
                  <a:pt x="4943401" y="677094"/>
                </a:lnTo>
                <a:lnTo>
                  <a:pt x="4943401" y="711842"/>
                </a:lnTo>
                <a:lnTo>
                  <a:pt x="4917407" y="711842"/>
                </a:lnTo>
                <a:lnTo>
                  <a:pt x="4917407" y="677094"/>
                </a:lnTo>
                <a:lnTo>
                  <a:pt x="4865583" y="677094"/>
                </a:lnTo>
                <a:lnTo>
                  <a:pt x="4865583" y="711842"/>
                </a:lnTo>
                <a:lnTo>
                  <a:pt x="4787496" y="711842"/>
                </a:lnTo>
                <a:lnTo>
                  <a:pt x="4787496" y="815544"/>
                </a:lnTo>
                <a:lnTo>
                  <a:pt x="4753019" y="815544"/>
                </a:lnTo>
                <a:lnTo>
                  <a:pt x="4753019" y="711842"/>
                </a:lnTo>
                <a:lnTo>
                  <a:pt x="4666393" y="711842"/>
                </a:lnTo>
                <a:lnTo>
                  <a:pt x="4666393" y="677094"/>
                </a:lnTo>
                <a:lnTo>
                  <a:pt x="4753019" y="677094"/>
                </a:lnTo>
                <a:lnTo>
                  <a:pt x="4753019" y="642617"/>
                </a:lnTo>
                <a:lnTo>
                  <a:pt x="4614515" y="642617"/>
                </a:lnTo>
                <a:close/>
                <a:moveTo>
                  <a:pt x="4476174" y="642617"/>
                </a:moveTo>
                <a:lnTo>
                  <a:pt x="4476174" y="850075"/>
                </a:lnTo>
                <a:lnTo>
                  <a:pt x="4528052" y="850075"/>
                </a:lnTo>
                <a:lnTo>
                  <a:pt x="4528052" y="642617"/>
                </a:lnTo>
                <a:close/>
                <a:moveTo>
                  <a:pt x="4355071" y="642617"/>
                </a:moveTo>
                <a:lnTo>
                  <a:pt x="4285846" y="850075"/>
                </a:lnTo>
                <a:lnTo>
                  <a:pt x="4337724" y="850075"/>
                </a:lnTo>
                <a:lnTo>
                  <a:pt x="4363663" y="781067"/>
                </a:lnTo>
                <a:lnTo>
                  <a:pt x="4398411" y="781067"/>
                </a:lnTo>
                <a:lnTo>
                  <a:pt x="4398411" y="850075"/>
                </a:lnTo>
                <a:lnTo>
                  <a:pt x="4450289" y="850075"/>
                </a:lnTo>
                <a:lnTo>
                  <a:pt x="4450289" y="642617"/>
                </a:lnTo>
                <a:close/>
                <a:moveTo>
                  <a:pt x="3974470" y="642563"/>
                </a:moveTo>
                <a:lnTo>
                  <a:pt x="4026078" y="694225"/>
                </a:lnTo>
                <a:lnTo>
                  <a:pt x="3974470" y="745995"/>
                </a:lnTo>
                <a:lnTo>
                  <a:pt x="3922863" y="694225"/>
                </a:lnTo>
                <a:close/>
                <a:moveTo>
                  <a:pt x="3974470" y="538699"/>
                </a:moveTo>
                <a:lnTo>
                  <a:pt x="3766688" y="746049"/>
                </a:lnTo>
                <a:lnTo>
                  <a:pt x="3818674" y="797927"/>
                </a:lnTo>
                <a:lnTo>
                  <a:pt x="3870822" y="746211"/>
                </a:lnTo>
                <a:lnTo>
                  <a:pt x="3922592" y="798198"/>
                </a:lnTo>
                <a:lnTo>
                  <a:pt x="3870498" y="850292"/>
                </a:lnTo>
                <a:lnTo>
                  <a:pt x="3922592" y="901846"/>
                </a:lnTo>
                <a:lnTo>
                  <a:pt x="3973498" y="850130"/>
                </a:lnTo>
                <a:lnTo>
                  <a:pt x="4026511" y="901846"/>
                </a:lnTo>
                <a:lnTo>
                  <a:pt x="4078173" y="850130"/>
                </a:lnTo>
                <a:lnTo>
                  <a:pt x="4026511" y="798468"/>
                </a:lnTo>
                <a:lnTo>
                  <a:pt x="4078713" y="746211"/>
                </a:lnTo>
                <a:lnTo>
                  <a:pt x="4130321" y="797927"/>
                </a:lnTo>
                <a:lnTo>
                  <a:pt x="4182037" y="746211"/>
                </a:lnTo>
                <a:close/>
                <a:moveTo>
                  <a:pt x="0" y="0"/>
                </a:moveTo>
                <a:lnTo>
                  <a:pt x="6007100" y="0"/>
                </a:lnTo>
                <a:lnTo>
                  <a:pt x="600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5465999" cy="3877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FB59D3-6A2B-4CC2-8BA6-30B47EEAC081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465688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343817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 userDrawn="1">
          <p15:clr>
            <a:srgbClr val="FBAE40"/>
          </p15:clr>
        </p15:guide>
        <p15:guide id="2" pos="389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Content image_dark_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E37481-81B7-DAE5-9279-A2E3EA447B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900" y="0"/>
            <a:ext cx="6007100" cy="6858000"/>
          </a:xfrm>
          <a:custGeom>
            <a:avLst/>
            <a:gdLst>
              <a:gd name="connsiteX0" fmla="*/ 5073042 w 6007100"/>
              <a:gd name="connsiteY0" fmla="*/ 746373 h 6858000"/>
              <a:gd name="connsiteX1" fmla="*/ 5107789 w 6007100"/>
              <a:gd name="connsiteY1" fmla="*/ 746373 h 6858000"/>
              <a:gd name="connsiteX2" fmla="*/ 5107789 w 6007100"/>
              <a:gd name="connsiteY2" fmla="*/ 815598 h 6858000"/>
              <a:gd name="connsiteX3" fmla="*/ 5073042 w 6007100"/>
              <a:gd name="connsiteY3" fmla="*/ 815598 h 6858000"/>
              <a:gd name="connsiteX4" fmla="*/ 5021218 w 6007100"/>
              <a:gd name="connsiteY4" fmla="*/ 746266 h 6858000"/>
              <a:gd name="connsiteX5" fmla="*/ 5021218 w 6007100"/>
              <a:gd name="connsiteY5" fmla="*/ 746373 h 6858000"/>
              <a:gd name="connsiteX6" fmla="*/ 5021164 w 6007100"/>
              <a:gd name="connsiteY6" fmla="*/ 746373 h 6858000"/>
              <a:gd name="connsiteX7" fmla="*/ 4545452 w 6007100"/>
              <a:gd name="connsiteY7" fmla="*/ 746103 h 6858000"/>
              <a:gd name="connsiteX8" fmla="*/ 4545452 w 6007100"/>
              <a:gd name="connsiteY8" fmla="*/ 780851 h 6858000"/>
              <a:gd name="connsiteX9" fmla="*/ 4597385 w 6007100"/>
              <a:gd name="connsiteY9" fmla="*/ 780851 h 6858000"/>
              <a:gd name="connsiteX10" fmla="*/ 4597385 w 6007100"/>
              <a:gd name="connsiteY10" fmla="*/ 746103 h 6858000"/>
              <a:gd name="connsiteX11" fmla="*/ 5263423 w 6007100"/>
              <a:gd name="connsiteY11" fmla="*/ 711842 h 6858000"/>
              <a:gd name="connsiteX12" fmla="*/ 5263423 w 6007100"/>
              <a:gd name="connsiteY12" fmla="*/ 850075 h 6858000"/>
              <a:gd name="connsiteX13" fmla="*/ 5315301 w 6007100"/>
              <a:gd name="connsiteY13" fmla="*/ 850075 h 6858000"/>
              <a:gd name="connsiteX14" fmla="*/ 5315301 w 6007100"/>
              <a:gd name="connsiteY14" fmla="*/ 746373 h 6858000"/>
              <a:gd name="connsiteX15" fmla="*/ 5341240 w 6007100"/>
              <a:gd name="connsiteY15" fmla="*/ 746373 h 6858000"/>
              <a:gd name="connsiteX16" fmla="*/ 5341240 w 6007100"/>
              <a:gd name="connsiteY16" fmla="*/ 850075 h 6858000"/>
              <a:gd name="connsiteX17" fmla="*/ 5393119 w 6007100"/>
              <a:gd name="connsiteY17" fmla="*/ 850075 h 6858000"/>
              <a:gd name="connsiteX18" fmla="*/ 5393119 w 6007100"/>
              <a:gd name="connsiteY18" fmla="*/ 746373 h 6858000"/>
              <a:gd name="connsiteX19" fmla="*/ 5419112 w 6007100"/>
              <a:gd name="connsiteY19" fmla="*/ 746373 h 6858000"/>
              <a:gd name="connsiteX20" fmla="*/ 5419112 w 6007100"/>
              <a:gd name="connsiteY20" fmla="*/ 850075 h 6858000"/>
              <a:gd name="connsiteX21" fmla="*/ 5470990 w 6007100"/>
              <a:gd name="connsiteY21" fmla="*/ 850075 h 6858000"/>
              <a:gd name="connsiteX22" fmla="*/ 5470990 w 6007100"/>
              <a:gd name="connsiteY22" fmla="*/ 746373 h 6858000"/>
              <a:gd name="connsiteX23" fmla="*/ 5453859 w 6007100"/>
              <a:gd name="connsiteY23" fmla="*/ 711842 h 6858000"/>
              <a:gd name="connsiteX24" fmla="*/ 5263477 w 6007100"/>
              <a:gd name="connsiteY24" fmla="*/ 711842 h 6858000"/>
              <a:gd name="connsiteX25" fmla="*/ 5185606 w 6007100"/>
              <a:gd name="connsiteY25" fmla="*/ 711626 h 6858000"/>
              <a:gd name="connsiteX26" fmla="*/ 5185606 w 6007100"/>
              <a:gd name="connsiteY26" fmla="*/ 850075 h 6858000"/>
              <a:gd name="connsiteX27" fmla="*/ 5237538 w 6007100"/>
              <a:gd name="connsiteY27" fmla="*/ 850075 h 6858000"/>
              <a:gd name="connsiteX28" fmla="*/ 5237538 w 6007100"/>
              <a:gd name="connsiteY28" fmla="*/ 711842 h 6858000"/>
              <a:gd name="connsiteX29" fmla="*/ 4398411 w 6007100"/>
              <a:gd name="connsiteY29" fmla="*/ 677094 h 6858000"/>
              <a:gd name="connsiteX30" fmla="*/ 4398411 w 6007100"/>
              <a:gd name="connsiteY30" fmla="*/ 746373 h 6858000"/>
              <a:gd name="connsiteX31" fmla="*/ 4372201 w 6007100"/>
              <a:gd name="connsiteY31" fmla="*/ 746373 h 6858000"/>
              <a:gd name="connsiteX32" fmla="*/ 5185606 w 6007100"/>
              <a:gd name="connsiteY32" fmla="*/ 642617 h 6858000"/>
              <a:gd name="connsiteX33" fmla="*/ 5185606 w 6007100"/>
              <a:gd name="connsiteY33" fmla="*/ 677094 h 6858000"/>
              <a:gd name="connsiteX34" fmla="*/ 5237538 w 6007100"/>
              <a:gd name="connsiteY34" fmla="*/ 677094 h 6858000"/>
              <a:gd name="connsiteX35" fmla="*/ 5237538 w 6007100"/>
              <a:gd name="connsiteY35" fmla="*/ 642617 h 6858000"/>
              <a:gd name="connsiteX36" fmla="*/ 4614461 w 6007100"/>
              <a:gd name="connsiteY36" fmla="*/ 642617 h 6858000"/>
              <a:gd name="connsiteX37" fmla="*/ 4614461 w 6007100"/>
              <a:gd name="connsiteY37" fmla="*/ 850075 h 6858000"/>
              <a:gd name="connsiteX38" fmla="*/ 4666339 w 6007100"/>
              <a:gd name="connsiteY38" fmla="*/ 850075 h 6858000"/>
              <a:gd name="connsiteX39" fmla="*/ 4666339 w 6007100"/>
              <a:gd name="connsiteY39" fmla="*/ 746373 h 6858000"/>
              <a:gd name="connsiteX40" fmla="*/ 4701141 w 6007100"/>
              <a:gd name="connsiteY40" fmla="*/ 746373 h 6858000"/>
              <a:gd name="connsiteX41" fmla="*/ 4701141 w 6007100"/>
              <a:gd name="connsiteY41" fmla="*/ 815598 h 6858000"/>
              <a:gd name="connsiteX42" fmla="*/ 4718487 w 6007100"/>
              <a:gd name="connsiteY42" fmla="*/ 850075 h 6858000"/>
              <a:gd name="connsiteX43" fmla="*/ 4839644 w 6007100"/>
              <a:gd name="connsiteY43" fmla="*/ 850075 h 6858000"/>
              <a:gd name="connsiteX44" fmla="*/ 4839644 w 6007100"/>
              <a:gd name="connsiteY44" fmla="*/ 746373 h 6858000"/>
              <a:gd name="connsiteX45" fmla="*/ 4865583 w 6007100"/>
              <a:gd name="connsiteY45" fmla="*/ 746373 h 6858000"/>
              <a:gd name="connsiteX46" fmla="*/ 4865583 w 6007100"/>
              <a:gd name="connsiteY46" fmla="*/ 850075 h 6858000"/>
              <a:gd name="connsiteX47" fmla="*/ 4917407 w 6007100"/>
              <a:gd name="connsiteY47" fmla="*/ 850075 h 6858000"/>
              <a:gd name="connsiteX48" fmla="*/ 4917407 w 6007100"/>
              <a:gd name="connsiteY48" fmla="*/ 746373 h 6858000"/>
              <a:gd name="connsiteX49" fmla="*/ 4943401 w 6007100"/>
              <a:gd name="connsiteY49" fmla="*/ 746373 h 6858000"/>
              <a:gd name="connsiteX50" fmla="*/ 4943401 w 6007100"/>
              <a:gd name="connsiteY50" fmla="*/ 850075 h 6858000"/>
              <a:gd name="connsiteX51" fmla="*/ 4995279 w 6007100"/>
              <a:gd name="connsiteY51" fmla="*/ 850075 h 6858000"/>
              <a:gd name="connsiteX52" fmla="*/ 4995279 w 6007100"/>
              <a:gd name="connsiteY52" fmla="*/ 746373 h 6858000"/>
              <a:gd name="connsiteX53" fmla="*/ 5021164 w 6007100"/>
              <a:gd name="connsiteY53" fmla="*/ 746373 h 6858000"/>
              <a:gd name="connsiteX54" fmla="*/ 5021164 w 6007100"/>
              <a:gd name="connsiteY54" fmla="*/ 815598 h 6858000"/>
              <a:gd name="connsiteX55" fmla="*/ 5038564 w 6007100"/>
              <a:gd name="connsiteY55" fmla="*/ 850075 h 6858000"/>
              <a:gd name="connsiteX56" fmla="*/ 5159667 w 6007100"/>
              <a:gd name="connsiteY56" fmla="*/ 850075 h 6858000"/>
              <a:gd name="connsiteX57" fmla="*/ 5159667 w 6007100"/>
              <a:gd name="connsiteY57" fmla="*/ 711842 h 6858000"/>
              <a:gd name="connsiteX58" fmla="*/ 5038564 w 6007100"/>
              <a:gd name="connsiteY58" fmla="*/ 711842 h 6858000"/>
              <a:gd name="connsiteX59" fmla="*/ 5021218 w 6007100"/>
              <a:gd name="connsiteY59" fmla="*/ 746266 h 6858000"/>
              <a:gd name="connsiteX60" fmla="*/ 5021218 w 6007100"/>
              <a:gd name="connsiteY60" fmla="*/ 711842 h 6858000"/>
              <a:gd name="connsiteX61" fmla="*/ 4995279 w 6007100"/>
              <a:gd name="connsiteY61" fmla="*/ 711842 h 6858000"/>
              <a:gd name="connsiteX62" fmla="*/ 4995279 w 6007100"/>
              <a:gd name="connsiteY62" fmla="*/ 677094 h 6858000"/>
              <a:gd name="connsiteX63" fmla="*/ 4943401 w 6007100"/>
              <a:gd name="connsiteY63" fmla="*/ 677094 h 6858000"/>
              <a:gd name="connsiteX64" fmla="*/ 4943401 w 6007100"/>
              <a:gd name="connsiteY64" fmla="*/ 711842 h 6858000"/>
              <a:gd name="connsiteX65" fmla="*/ 4917407 w 6007100"/>
              <a:gd name="connsiteY65" fmla="*/ 711842 h 6858000"/>
              <a:gd name="connsiteX66" fmla="*/ 4917407 w 6007100"/>
              <a:gd name="connsiteY66" fmla="*/ 677094 h 6858000"/>
              <a:gd name="connsiteX67" fmla="*/ 4865583 w 6007100"/>
              <a:gd name="connsiteY67" fmla="*/ 677094 h 6858000"/>
              <a:gd name="connsiteX68" fmla="*/ 4865583 w 6007100"/>
              <a:gd name="connsiteY68" fmla="*/ 711842 h 6858000"/>
              <a:gd name="connsiteX69" fmla="*/ 4787496 w 6007100"/>
              <a:gd name="connsiteY69" fmla="*/ 711842 h 6858000"/>
              <a:gd name="connsiteX70" fmla="*/ 4787496 w 6007100"/>
              <a:gd name="connsiteY70" fmla="*/ 815544 h 6858000"/>
              <a:gd name="connsiteX71" fmla="*/ 4753019 w 6007100"/>
              <a:gd name="connsiteY71" fmla="*/ 815544 h 6858000"/>
              <a:gd name="connsiteX72" fmla="*/ 4753019 w 6007100"/>
              <a:gd name="connsiteY72" fmla="*/ 711842 h 6858000"/>
              <a:gd name="connsiteX73" fmla="*/ 4666393 w 6007100"/>
              <a:gd name="connsiteY73" fmla="*/ 711842 h 6858000"/>
              <a:gd name="connsiteX74" fmla="*/ 4666393 w 6007100"/>
              <a:gd name="connsiteY74" fmla="*/ 677094 h 6858000"/>
              <a:gd name="connsiteX75" fmla="*/ 4753019 w 6007100"/>
              <a:gd name="connsiteY75" fmla="*/ 677094 h 6858000"/>
              <a:gd name="connsiteX76" fmla="*/ 4753019 w 6007100"/>
              <a:gd name="connsiteY76" fmla="*/ 642617 h 6858000"/>
              <a:gd name="connsiteX77" fmla="*/ 4614515 w 6007100"/>
              <a:gd name="connsiteY77" fmla="*/ 642617 h 6858000"/>
              <a:gd name="connsiteX78" fmla="*/ 4476174 w 6007100"/>
              <a:gd name="connsiteY78" fmla="*/ 642617 h 6858000"/>
              <a:gd name="connsiteX79" fmla="*/ 4476174 w 6007100"/>
              <a:gd name="connsiteY79" fmla="*/ 850075 h 6858000"/>
              <a:gd name="connsiteX80" fmla="*/ 4528052 w 6007100"/>
              <a:gd name="connsiteY80" fmla="*/ 850075 h 6858000"/>
              <a:gd name="connsiteX81" fmla="*/ 4528052 w 6007100"/>
              <a:gd name="connsiteY81" fmla="*/ 642617 h 6858000"/>
              <a:gd name="connsiteX82" fmla="*/ 4355071 w 6007100"/>
              <a:gd name="connsiteY82" fmla="*/ 642617 h 6858000"/>
              <a:gd name="connsiteX83" fmla="*/ 4285846 w 6007100"/>
              <a:gd name="connsiteY83" fmla="*/ 850075 h 6858000"/>
              <a:gd name="connsiteX84" fmla="*/ 4337724 w 6007100"/>
              <a:gd name="connsiteY84" fmla="*/ 850075 h 6858000"/>
              <a:gd name="connsiteX85" fmla="*/ 4363663 w 6007100"/>
              <a:gd name="connsiteY85" fmla="*/ 781067 h 6858000"/>
              <a:gd name="connsiteX86" fmla="*/ 4398411 w 6007100"/>
              <a:gd name="connsiteY86" fmla="*/ 781067 h 6858000"/>
              <a:gd name="connsiteX87" fmla="*/ 4398411 w 6007100"/>
              <a:gd name="connsiteY87" fmla="*/ 850075 h 6858000"/>
              <a:gd name="connsiteX88" fmla="*/ 4450289 w 6007100"/>
              <a:gd name="connsiteY88" fmla="*/ 850075 h 6858000"/>
              <a:gd name="connsiteX89" fmla="*/ 4450289 w 6007100"/>
              <a:gd name="connsiteY89" fmla="*/ 642617 h 6858000"/>
              <a:gd name="connsiteX90" fmla="*/ 3974470 w 6007100"/>
              <a:gd name="connsiteY90" fmla="*/ 642563 h 6858000"/>
              <a:gd name="connsiteX91" fmla="*/ 4026078 w 6007100"/>
              <a:gd name="connsiteY91" fmla="*/ 694225 h 6858000"/>
              <a:gd name="connsiteX92" fmla="*/ 3974470 w 6007100"/>
              <a:gd name="connsiteY92" fmla="*/ 745995 h 6858000"/>
              <a:gd name="connsiteX93" fmla="*/ 3922863 w 6007100"/>
              <a:gd name="connsiteY93" fmla="*/ 694225 h 6858000"/>
              <a:gd name="connsiteX94" fmla="*/ 3974470 w 6007100"/>
              <a:gd name="connsiteY94" fmla="*/ 538699 h 6858000"/>
              <a:gd name="connsiteX95" fmla="*/ 3766688 w 6007100"/>
              <a:gd name="connsiteY95" fmla="*/ 746049 h 6858000"/>
              <a:gd name="connsiteX96" fmla="*/ 3818674 w 6007100"/>
              <a:gd name="connsiteY96" fmla="*/ 797927 h 6858000"/>
              <a:gd name="connsiteX97" fmla="*/ 3870822 w 6007100"/>
              <a:gd name="connsiteY97" fmla="*/ 746211 h 6858000"/>
              <a:gd name="connsiteX98" fmla="*/ 3922592 w 6007100"/>
              <a:gd name="connsiteY98" fmla="*/ 798198 h 6858000"/>
              <a:gd name="connsiteX99" fmla="*/ 3870498 w 6007100"/>
              <a:gd name="connsiteY99" fmla="*/ 850292 h 6858000"/>
              <a:gd name="connsiteX100" fmla="*/ 3922592 w 6007100"/>
              <a:gd name="connsiteY100" fmla="*/ 901846 h 6858000"/>
              <a:gd name="connsiteX101" fmla="*/ 3973498 w 6007100"/>
              <a:gd name="connsiteY101" fmla="*/ 850130 h 6858000"/>
              <a:gd name="connsiteX102" fmla="*/ 4026511 w 6007100"/>
              <a:gd name="connsiteY102" fmla="*/ 901846 h 6858000"/>
              <a:gd name="connsiteX103" fmla="*/ 4078173 w 6007100"/>
              <a:gd name="connsiteY103" fmla="*/ 850130 h 6858000"/>
              <a:gd name="connsiteX104" fmla="*/ 4026511 w 6007100"/>
              <a:gd name="connsiteY104" fmla="*/ 798468 h 6858000"/>
              <a:gd name="connsiteX105" fmla="*/ 4078713 w 6007100"/>
              <a:gd name="connsiteY105" fmla="*/ 746211 h 6858000"/>
              <a:gd name="connsiteX106" fmla="*/ 4130321 w 6007100"/>
              <a:gd name="connsiteY106" fmla="*/ 797927 h 6858000"/>
              <a:gd name="connsiteX107" fmla="*/ 4182037 w 6007100"/>
              <a:gd name="connsiteY107" fmla="*/ 746211 h 6858000"/>
              <a:gd name="connsiteX108" fmla="*/ 0 w 6007100"/>
              <a:gd name="connsiteY108" fmla="*/ 0 h 6858000"/>
              <a:gd name="connsiteX109" fmla="*/ 6007100 w 6007100"/>
              <a:gd name="connsiteY109" fmla="*/ 0 h 6858000"/>
              <a:gd name="connsiteX110" fmla="*/ 6007100 w 6007100"/>
              <a:gd name="connsiteY110" fmla="*/ 6858000 h 6858000"/>
              <a:gd name="connsiteX111" fmla="*/ 0 w 60071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007100" h="6858000">
                <a:moveTo>
                  <a:pt x="5073042" y="746373"/>
                </a:moveTo>
                <a:lnTo>
                  <a:pt x="5107789" y="746373"/>
                </a:lnTo>
                <a:lnTo>
                  <a:pt x="5107789" y="815598"/>
                </a:lnTo>
                <a:lnTo>
                  <a:pt x="5073042" y="815598"/>
                </a:lnTo>
                <a:close/>
                <a:moveTo>
                  <a:pt x="5021218" y="746266"/>
                </a:moveTo>
                <a:lnTo>
                  <a:pt x="5021218" y="746373"/>
                </a:lnTo>
                <a:lnTo>
                  <a:pt x="5021164" y="746373"/>
                </a:lnTo>
                <a:close/>
                <a:moveTo>
                  <a:pt x="4545452" y="746103"/>
                </a:moveTo>
                <a:lnTo>
                  <a:pt x="4545452" y="780851"/>
                </a:lnTo>
                <a:lnTo>
                  <a:pt x="4597385" y="780851"/>
                </a:lnTo>
                <a:lnTo>
                  <a:pt x="4597385" y="746103"/>
                </a:lnTo>
                <a:close/>
                <a:moveTo>
                  <a:pt x="5263423" y="711842"/>
                </a:moveTo>
                <a:lnTo>
                  <a:pt x="5263423" y="850075"/>
                </a:lnTo>
                <a:lnTo>
                  <a:pt x="5315301" y="850075"/>
                </a:lnTo>
                <a:lnTo>
                  <a:pt x="5315301" y="746373"/>
                </a:lnTo>
                <a:lnTo>
                  <a:pt x="5341240" y="746373"/>
                </a:lnTo>
                <a:lnTo>
                  <a:pt x="5341240" y="850075"/>
                </a:lnTo>
                <a:lnTo>
                  <a:pt x="5393119" y="850075"/>
                </a:lnTo>
                <a:lnTo>
                  <a:pt x="5393119" y="746373"/>
                </a:lnTo>
                <a:lnTo>
                  <a:pt x="5419112" y="746373"/>
                </a:lnTo>
                <a:lnTo>
                  <a:pt x="5419112" y="850075"/>
                </a:lnTo>
                <a:lnTo>
                  <a:pt x="5470990" y="850075"/>
                </a:lnTo>
                <a:lnTo>
                  <a:pt x="5470990" y="746373"/>
                </a:lnTo>
                <a:lnTo>
                  <a:pt x="5453859" y="711842"/>
                </a:lnTo>
                <a:lnTo>
                  <a:pt x="5263477" y="711842"/>
                </a:lnTo>
                <a:close/>
                <a:moveTo>
                  <a:pt x="5185606" y="711626"/>
                </a:moveTo>
                <a:lnTo>
                  <a:pt x="5185606" y="850075"/>
                </a:lnTo>
                <a:lnTo>
                  <a:pt x="5237538" y="850075"/>
                </a:lnTo>
                <a:lnTo>
                  <a:pt x="5237538" y="711842"/>
                </a:lnTo>
                <a:close/>
                <a:moveTo>
                  <a:pt x="4398411" y="677094"/>
                </a:moveTo>
                <a:lnTo>
                  <a:pt x="4398411" y="746373"/>
                </a:lnTo>
                <a:lnTo>
                  <a:pt x="4372201" y="746373"/>
                </a:lnTo>
                <a:close/>
                <a:moveTo>
                  <a:pt x="5185606" y="642617"/>
                </a:moveTo>
                <a:lnTo>
                  <a:pt x="5185606" y="677094"/>
                </a:lnTo>
                <a:lnTo>
                  <a:pt x="5237538" y="677094"/>
                </a:lnTo>
                <a:lnTo>
                  <a:pt x="5237538" y="642617"/>
                </a:lnTo>
                <a:close/>
                <a:moveTo>
                  <a:pt x="4614461" y="642617"/>
                </a:moveTo>
                <a:lnTo>
                  <a:pt x="4614461" y="850075"/>
                </a:lnTo>
                <a:lnTo>
                  <a:pt x="4666339" y="850075"/>
                </a:lnTo>
                <a:lnTo>
                  <a:pt x="4666339" y="746373"/>
                </a:lnTo>
                <a:lnTo>
                  <a:pt x="4701141" y="746373"/>
                </a:lnTo>
                <a:lnTo>
                  <a:pt x="4701141" y="815598"/>
                </a:lnTo>
                <a:lnTo>
                  <a:pt x="4718487" y="850075"/>
                </a:lnTo>
                <a:lnTo>
                  <a:pt x="4839644" y="850075"/>
                </a:lnTo>
                <a:lnTo>
                  <a:pt x="4839644" y="746373"/>
                </a:lnTo>
                <a:lnTo>
                  <a:pt x="4865583" y="746373"/>
                </a:lnTo>
                <a:lnTo>
                  <a:pt x="4865583" y="850075"/>
                </a:lnTo>
                <a:lnTo>
                  <a:pt x="4917407" y="850075"/>
                </a:lnTo>
                <a:lnTo>
                  <a:pt x="4917407" y="746373"/>
                </a:lnTo>
                <a:lnTo>
                  <a:pt x="4943401" y="746373"/>
                </a:lnTo>
                <a:lnTo>
                  <a:pt x="4943401" y="850075"/>
                </a:lnTo>
                <a:lnTo>
                  <a:pt x="4995279" y="850075"/>
                </a:lnTo>
                <a:lnTo>
                  <a:pt x="4995279" y="746373"/>
                </a:lnTo>
                <a:lnTo>
                  <a:pt x="5021164" y="746373"/>
                </a:lnTo>
                <a:lnTo>
                  <a:pt x="5021164" y="815598"/>
                </a:lnTo>
                <a:lnTo>
                  <a:pt x="5038564" y="850075"/>
                </a:lnTo>
                <a:lnTo>
                  <a:pt x="5159667" y="850075"/>
                </a:lnTo>
                <a:lnTo>
                  <a:pt x="5159667" y="711842"/>
                </a:lnTo>
                <a:lnTo>
                  <a:pt x="5038564" y="711842"/>
                </a:lnTo>
                <a:lnTo>
                  <a:pt x="5021218" y="746266"/>
                </a:lnTo>
                <a:lnTo>
                  <a:pt x="5021218" y="711842"/>
                </a:lnTo>
                <a:lnTo>
                  <a:pt x="4995279" y="711842"/>
                </a:lnTo>
                <a:lnTo>
                  <a:pt x="4995279" y="677094"/>
                </a:lnTo>
                <a:lnTo>
                  <a:pt x="4943401" y="677094"/>
                </a:lnTo>
                <a:lnTo>
                  <a:pt x="4943401" y="711842"/>
                </a:lnTo>
                <a:lnTo>
                  <a:pt x="4917407" y="711842"/>
                </a:lnTo>
                <a:lnTo>
                  <a:pt x="4917407" y="677094"/>
                </a:lnTo>
                <a:lnTo>
                  <a:pt x="4865583" y="677094"/>
                </a:lnTo>
                <a:lnTo>
                  <a:pt x="4865583" y="711842"/>
                </a:lnTo>
                <a:lnTo>
                  <a:pt x="4787496" y="711842"/>
                </a:lnTo>
                <a:lnTo>
                  <a:pt x="4787496" y="815544"/>
                </a:lnTo>
                <a:lnTo>
                  <a:pt x="4753019" y="815544"/>
                </a:lnTo>
                <a:lnTo>
                  <a:pt x="4753019" y="711842"/>
                </a:lnTo>
                <a:lnTo>
                  <a:pt x="4666393" y="711842"/>
                </a:lnTo>
                <a:lnTo>
                  <a:pt x="4666393" y="677094"/>
                </a:lnTo>
                <a:lnTo>
                  <a:pt x="4753019" y="677094"/>
                </a:lnTo>
                <a:lnTo>
                  <a:pt x="4753019" y="642617"/>
                </a:lnTo>
                <a:lnTo>
                  <a:pt x="4614515" y="642617"/>
                </a:lnTo>
                <a:close/>
                <a:moveTo>
                  <a:pt x="4476174" y="642617"/>
                </a:moveTo>
                <a:lnTo>
                  <a:pt x="4476174" y="850075"/>
                </a:lnTo>
                <a:lnTo>
                  <a:pt x="4528052" y="850075"/>
                </a:lnTo>
                <a:lnTo>
                  <a:pt x="4528052" y="642617"/>
                </a:lnTo>
                <a:close/>
                <a:moveTo>
                  <a:pt x="4355071" y="642617"/>
                </a:moveTo>
                <a:lnTo>
                  <a:pt x="4285846" y="850075"/>
                </a:lnTo>
                <a:lnTo>
                  <a:pt x="4337724" y="850075"/>
                </a:lnTo>
                <a:lnTo>
                  <a:pt x="4363663" y="781067"/>
                </a:lnTo>
                <a:lnTo>
                  <a:pt x="4398411" y="781067"/>
                </a:lnTo>
                <a:lnTo>
                  <a:pt x="4398411" y="850075"/>
                </a:lnTo>
                <a:lnTo>
                  <a:pt x="4450289" y="850075"/>
                </a:lnTo>
                <a:lnTo>
                  <a:pt x="4450289" y="642617"/>
                </a:lnTo>
                <a:close/>
                <a:moveTo>
                  <a:pt x="3974470" y="642563"/>
                </a:moveTo>
                <a:lnTo>
                  <a:pt x="4026078" y="694225"/>
                </a:lnTo>
                <a:lnTo>
                  <a:pt x="3974470" y="745995"/>
                </a:lnTo>
                <a:lnTo>
                  <a:pt x="3922863" y="694225"/>
                </a:lnTo>
                <a:close/>
                <a:moveTo>
                  <a:pt x="3974470" y="538699"/>
                </a:moveTo>
                <a:lnTo>
                  <a:pt x="3766688" y="746049"/>
                </a:lnTo>
                <a:lnTo>
                  <a:pt x="3818674" y="797927"/>
                </a:lnTo>
                <a:lnTo>
                  <a:pt x="3870822" y="746211"/>
                </a:lnTo>
                <a:lnTo>
                  <a:pt x="3922592" y="798198"/>
                </a:lnTo>
                <a:lnTo>
                  <a:pt x="3870498" y="850292"/>
                </a:lnTo>
                <a:lnTo>
                  <a:pt x="3922592" y="901846"/>
                </a:lnTo>
                <a:lnTo>
                  <a:pt x="3973498" y="850130"/>
                </a:lnTo>
                <a:lnTo>
                  <a:pt x="4026511" y="901846"/>
                </a:lnTo>
                <a:lnTo>
                  <a:pt x="4078173" y="850130"/>
                </a:lnTo>
                <a:lnTo>
                  <a:pt x="4026511" y="798468"/>
                </a:lnTo>
                <a:lnTo>
                  <a:pt x="4078713" y="746211"/>
                </a:lnTo>
                <a:lnTo>
                  <a:pt x="4130321" y="797927"/>
                </a:lnTo>
                <a:lnTo>
                  <a:pt x="4182037" y="746211"/>
                </a:lnTo>
                <a:close/>
                <a:moveTo>
                  <a:pt x="0" y="0"/>
                </a:moveTo>
                <a:lnTo>
                  <a:pt x="6007100" y="0"/>
                </a:lnTo>
                <a:lnTo>
                  <a:pt x="600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5465999" cy="3877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D0B1C5F-D564-42AA-B1D5-4CC437F56E04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465688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3938115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 userDrawn="1">
          <p15:clr>
            <a:srgbClr val="FBAE40"/>
          </p15:clr>
        </p15:guide>
        <p15:guide id="2" pos="3896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Content image_light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2E22475-5AA0-F2C0-0102-83ECDF348C1B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DF0A99-91B5-7C8B-95D4-7A1C654B58C5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B7952A-89C0-D564-994E-FA9124E6506C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E37481-81B7-DAE5-9279-A2E3EA447B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900" y="0"/>
            <a:ext cx="6007100" cy="6858000"/>
          </a:xfrm>
          <a:custGeom>
            <a:avLst/>
            <a:gdLst>
              <a:gd name="connsiteX0" fmla="*/ 5073042 w 6007100"/>
              <a:gd name="connsiteY0" fmla="*/ 746373 h 6858000"/>
              <a:gd name="connsiteX1" fmla="*/ 5107789 w 6007100"/>
              <a:gd name="connsiteY1" fmla="*/ 746373 h 6858000"/>
              <a:gd name="connsiteX2" fmla="*/ 5107789 w 6007100"/>
              <a:gd name="connsiteY2" fmla="*/ 815598 h 6858000"/>
              <a:gd name="connsiteX3" fmla="*/ 5073042 w 6007100"/>
              <a:gd name="connsiteY3" fmla="*/ 815598 h 6858000"/>
              <a:gd name="connsiteX4" fmla="*/ 5021218 w 6007100"/>
              <a:gd name="connsiteY4" fmla="*/ 746266 h 6858000"/>
              <a:gd name="connsiteX5" fmla="*/ 5021218 w 6007100"/>
              <a:gd name="connsiteY5" fmla="*/ 746373 h 6858000"/>
              <a:gd name="connsiteX6" fmla="*/ 5021164 w 6007100"/>
              <a:gd name="connsiteY6" fmla="*/ 746373 h 6858000"/>
              <a:gd name="connsiteX7" fmla="*/ 4545452 w 6007100"/>
              <a:gd name="connsiteY7" fmla="*/ 746103 h 6858000"/>
              <a:gd name="connsiteX8" fmla="*/ 4545452 w 6007100"/>
              <a:gd name="connsiteY8" fmla="*/ 780851 h 6858000"/>
              <a:gd name="connsiteX9" fmla="*/ 4597385 w 6007100"/>
              <a:gd name="connsiteY9" fmla="*/ 780851 h 6858000"/>
              <a:gd name="connsiteX10" fmla="*/ 4597385 w 6007100"/>
              <a:gd name="connsiteY10" fmla="*/ 746103 h 6858000"/>
              <a:gd name="connsiteX11" fmla="*/ 5263423 w 6007100"/>
              <a:gd name="connsiteY11" fmla="*/ 711842 h 6858000"/>
              <a:gd name="connsiteX12" fmla="*/ 5263423 w 6007100"/>
              <a:gd name="connsiteY12" fmla="*/ 850075 h 6858000"/>
              <a:gd name="connsiteX13" fmla="*/ 5315301 w 6007100"/>
              <a:gd name="connsiteY13" fmla="*/ 850075 h 6858000"/>
              <a:gd name="connsiteX14" fmla="*/ 5315301 w 6007100"/>
              <a:gd name="connsiteY14" fmla="*/ 746373 h 6858000"/>
              <a:gd name="connsiteX15" fmla="*/ 5341240 w 6007100"/>
              <a:gd name="connsiteY15" fmla="*/ 746373 h 6858000"/>
              <a:gd name="connsiteX16" fmla="*/ 5341240 w 6007100"/>
              <a:gd name="connsiteY16" fmla="*/ 850075 h 6858000"/>
              <a:gd name="connsiteX17" fmla="*/ 5393119 w 6007100"/>
              <a:gd name="connsiteY17" fmla="*/ 850075 h 6858000"/>
              <a:gd name="connsiteX18" fmla="*/ 5393119 w 6007100"/>
              <a:gd name="connsiteY18" fmla="*/ 746373 h 6858000"/>
              <a:gd name="connsiteX19" fmla="*/ 5419112 w 6007100"/>
              <a:gd name="connsiteY19" fmla="*/ 746373 h 6858000"/>
              <a:gd name="connsiteX20" fmla="*/ 5419112 w 6007100"/>
              <a:gd name="connsiteY20" fmla="*/ 850075 h 6858000"/>
              <a:gd name="connsiteX21" fmla="*/ 5470990 w 6007100"/>
              <a:gd name="connsiteY21" fmla="*/ 850075 h 6858000"/>
              <a:gd name="connsiteX22" fmla="*/ 5470990 w 6007100"/>
              <a:gd name="connsiteY22" fmla="*/ 746373 h 6858000"/>
              <a:gd name="connsiteX23" fmla="*/ 5453859 w 6007100"/>
              <a:gd name="connsiteY23" fmla="*/ 711842 h 6858000"/>
              <a:gd name="connsiteX24" fmla="*/ 5263477 w 6007100"/>
              <a:gd name="connsiteY24" fmla="*/ 711842 h 6858000"/>
              <a:gd name="connsiteX25" fmla="*/ 5185606 w 6007100"/>
              <a:gd name="connsiteY25" fmla="*/ 711626 h 6858000"/>
              <a:gd name="connsiteX26" fmla="*/ 5185606 w 6007100"/>
              <a:gd name="connsiteY26" fmla="*/ 850075 h 6858000"/>
              <a:gd name="connsiteX27" fmla="*/ 5237538 w 6007100"/>
              <a:gd name="connsiteY27" fmla="*/ 850075 h 6858000"/>
              <a:gd name="connsiteX28" fmla="*/ 5237538 w 6007100"/>
              <a:gd name="connsiteY28" fmla="*/ 711842 h 6858000"/>
              <a:gd name="connsiteX29" fmla="*/ 4398411 w 6007100"/>
              <a:gd name="connsiteY29" fmla="*/ 677094 h 6858000"/>
              <a:gd name="connsiteX30" fmla="*/ 4398411 w 6007100"/>
              <a:gd name="connsiteY30" fmla="*/ 746373 h 6858000"/>
              <a:gd name="connsiteX31" fmla="*/ 4372201 w 6007100"/>
              <a:gd name="connsiteY31" fmla="*/ 746373 h 6858000"/>
              <a:gd name="connsiteX32" fmla="*/ 5185606 w 6007100"/>
              <a:gd name="connsiteY32" fmla="*/ 642617 h 6858000"/>
              <a:gd name="connsiteX33" fmla="*/ 5185606 w 6007100"/>
              <a:gd name="connsiteY33" fmla="*/ 677094 h 6858000"/>
              <a:gd name="connsiteX34" fmla="*/ 5237538 w 6007100"/>
              <a:gd name="connsiteY34" fmla="*/ 677094 h 6858000"/>
              <a:gd name="connsiteX35" fmla="*/ 5237538 w 6007100"/>
              <a:gd name="connsiteY35" fmla="*/ 642617 h 6858000"/>
              <a:gd name="connsiteX36" fmla="*/ 4614461 w 6007100"/>
              <a:gd name="connsiteY36" fmla="*/ 642617 h 6858000"/>
              <a:gd name="connsiteX37" fmla="*/ 4614461 w 6007100"/>
              <a:gd name="connsiteY37" fmla="*/ 850075 h 6858000"/>
              <a:gd name="connsiteX38" fmla="*/ 4666339 w 6007100"/>
              <a:gd name="connsiteY38" fmla="*/ 850075 h 6858000"/>
              <a:gd name="connsiteX39" fmla="*/ 4666339 w 6007100"/>
              <a:gd name="connsiteY39" fmla="*/ 746373 h 6858000"/>
              <a:gd name="connsiteX40" fmla="*/ 4701141 w 6007100"/>
              <a:gd name="connsiteY40" fmla="*/ 746373 h 6858000"/>
              <a:gd name="connsiteX41" fmla="*/ 4701141 w 6007100"/>
              <a:gd name="connsiteY41" fmla="*/ 815598 h 6858000"/>
              <a:gd name="connsiteX42" fmla="*/ 4718487 w 6007100"/>
              <a:gd name="connsiteY42" fmla="*/ 850075 h 6858000"/>
              <a:gd name="connsiteX43" fmla="*/ 4839644 w 6007100"/>
              <a:gd name="connsiteY43" fmla="*/ 850075 h 6858000"/>
              <a:gd name="connsiteX44" fmla="*/ 4839644 w 6007100"/>
              <a:gd name="connsiteY44" fmla="*/ 746373 h 6858000"/>
              <a:gd name="connsiteX45" fmla="*/ 4865583 w 6007100"/>
              <a:gd name="connsiteY45" fmla="*/ 746373 h 6858000"/>
              <a:gd name="connsiteX46" fmla="*/ 4865583 w 6007100"/>
              <a:gd name="connsiteY46" fmla="*/ 850075 h 6858000"/>
              <a:gd name="connsiteX47" fmla="*/ 4917407 w 6007100"/>
              <a:gd name="connsiteY47" fmla="*/ 850075 h 6858000"/>
              <a:gd name="connsiteX48" fmla="*/ 4917407 w 6007100"/>
              <a:gd name="connsiteY48" fmla="*/ 746373 h 6858000"/>
              <a:gd name="connsiteX49" fmla="*/ 4943401 w 6007100"/>
              <a:gd name="connsiteY49" fmla="*/ 746373 h 6858000"/>
              <a:gd name="connsiteX50" fmla="*/ 4943401 w 6007100"/>
              <a:gd name="connsiteY50" fmla="*/ 850075 h 6858000"/>
              <a:gd name="connsiteX51" fmla="*/ 4995279 w 6007100"/>
              <a:gd name="connsiteY51" fmla="*/ 850075 h 6858000"/>
              <a:gd name="connsiteX52" fmla="*/ 4995279 w 6007100"/>
              <a:gd name="connsiteY52" fmla="*/ 746373 h 6858000"/>
              <a:gd name="connsiteX53" fmla="*/ 5021164 w 6007100"/>
              <a:gd name="connsiteY53" fmla="*/ 746373 h 6858000"/>
              <a:gd name="connsiteX54" fmla="*/ 5021164 w 6007100"/>
              <a:gd name="connsiteY54" fmla="*/ 815598 h 6858000"/>
              <a:gd name="connsiteX55" fmla="*/ 5038564 w 6007100"/>
              <a:gd name="connsiteY55" fmla="*/ 850075 h 6858000"/>
              <a:gd name="connsiteX56" fmla="*/ 5159667 w 6007100"/>
              <a:gd name="connsiteY56" fmla="*/ 850075 h 6858000"/>
              <a:gd name="connsiteX57" fmla="*/ 5159667 w 6007100"/>
              <a:gd name="connsiteY57" fmla="*/ 711842 h 6858000"/>
              <a:gd name="connsiteX58" fmla="*/ 5038564 w 6007100"/>
              <a:gd name="connsiteY58" fmla="*/ 711842 h 6858000"/>
              <a:gd name="connsiteX59" fmla="*/ 5021218 w 6007100"/>
              <a:gd name="connsiteY59" fmla="*/ 746266 h 6858000"/>
              <a:gd name="connsiteX60" fmla="*/ 5021218 w 6007100"/>
              <a:gd name="connsiteY60" fmla="*/ 711842 h 6858000"/>
              <a:gd name="connsiteX61" fmla="*/ 4995279 w 6007100"/>
              <a:gd name="connsiteY61" fmla="*/ 711842 h 6858000"/>
              <a:gd name="connsiteX62" fmla="*/ 4995279 w 6007100"/>
              <a:gd name="connsiteY62" fmla="*/ 677094 h 6858000"/>
              <a:gd name="connsiteX63" fmla="*/ 4943401 w 6007100"/>
              <a:gd name="connsiteY63" fmla="*/ 677094 h 6858000"/>
              <a:gd name="connsiteX64" fmla="*/ 4943401 w 6007100"/>
              <a:gd name="connsiteY64" fmla="*/ 711842 h 6858000"/>
              <a:gd name="connsiteX65" fmla="*/ 4917407 w 6007100"/>
              <a:gd name="connsiteY65" fmla="*/ 711842 h 6858000"/>
              <a:gd name="connsiteX66" fmla="*/ 4917407 w 6007100"/>
              <a:gd name="connsiteY66" fmla="*/ 677094 h 6858000"/>
              <a:gd name="connsiteX67" fmla="*/ 4865583 w 6007100"/>
              <a:gd name="connsiteY67" fmla="*/ 677094 h 6858000"/>
              <a:gd name="connsiteX68" fmla="*/ 4865583 w 6007100"/>
              <a:gd name="connsiteY68" fmla="*/ 711842 h 6858000"/>
              <a:gd name="connsiteX69" fmla="*/ 4787496 w 6007100"/>
              <a:gd name="connsiteY69" fmla="*/ 711842 h 6858000"/>
              <a:gd name="connsiteX70" fmla="*/ 4787496 w 6007100"/>
              <a:gd name="connsiteY70" fmla="*/ 815544 h 6858000"/>
              <a:gd name="connsiteX71" fmla="*/ 4753019 w 6007100"/>
              <a:gd name="connsiteY71" fmla="*/ 815544 h 6858000"/>
              <a:gd name="connsiteX72" fmla="*/ 4753019 w 6007100"/>
              <a:gd name="connsiteY72" fmla="*/ 711842 h 6858000"/>
              <a:gd name="connsiteX73" fmla="*/ 4666393 w 6007100"/>
              <a:gd name="connsiteY73" fmla="*/ 711842 h 6858000"/>
              <a:gd name="connsiteX74" fmla="*/ 4666393 w 6007100"/>
              <a:gd name="connsiteY74" fmla="*/ 677094 h 6858000"/>
              <a:gd name="connsiteX75" fmla="*/ 4753019 w 6007100"/>
              <a:gd name="connsiteY75" fmla="*/ 677094 h 6858000"/>
              <a:gd name="connsiteX76" fmla="*/ 4753019 w 6007100"/>
              <a:gd name="connsiteY76" fmla="*/ 642617 h 6858000"/>
              <a:gd name="connsiteX77" fmla="*/ 4614515 w 6007100"/>
              <a:gd name="connsiteY77" fmla="*/ 642617 h 6858000"/>
              <a:gd name="connsiteX78" fmla="*/ 4476174 w 6007100"/>
              <a:gd name="connsiteY78" fmla="*/ 642617 h 6858000"/>
              <a:gd name="connsiteX79" fmla="*/ 4476174 w 6007100"/>
              <a:gd name="connsiteY79" fmla="*/ 850075 h 6858000"/>
              <a:gd name="connsiteX80" fmla="*/ 4528052 w 6007100"/>
              <a:gd name="connsiteY80" fmla="*/ 850075 h 6858000"/>
              <a:gd name="connsiteX81" fmla="*/ 4528052 w 6007100"/>
              <a:gd name="connsiteY81" fmla="*/ 642617 h 6858000"/>
              <a:gd name="connsiteX82" fmla="*/ 4355071 w 6007100"/>
              <a:gd name="connsiteY82" fmla="*/ 642617 h 6858000"/>
              <a:gd name="connsiteX83" fmla="*/ 4285846 w 6007100"/>
              <a:gd name="connsiteY83" fmla="*/ 850075 h 6858000"/>
              <a:gd name="connsiteX84" fmla="*/ 4337724 w 6007100"/>
              <a:gd name="connsiteY84" fmla="*/ 850075 h 6858000"/>
              <a:gd name="connsiteX85" fmla="*/ 4363663 w 6007100"/>
              <a:gd name="connsiteY85" fmla="*/ 781067 h 6858000"/>
              <a:gd name="connsiteX86" fmla="*/ 4398411 w 6007100"/>
              <a:gd name="connsiteY86" fmla="*/ 781067 h 6858000"/>
              <a:gd name="connsiteX87" fmla="*/ 4398411 w 6007100"/>
              <a:gd name="connsiteY87" fmla="*/ 850075 h 6858000"/>
              <a:gd name="connsiteX88" fmla="*/ 4450289 w 6007100"/>
              <a:gd name="connsiteY88" fmla="*/ 850075 h 6858000"/>
              <a:gd name="connsiteX89" fmla="*/ 4450289 w 6007100"/>
              <a:gd name="connsiteY89" fmla="*/ 642617 h 6858000"/>
              <a:gd name="connsiteX90" fmla="*/ 3974470 w 6007100"/>
              <a:gd name="connsiteY90" fmla="*/ 642563 h 6858000"/>
              <a:gd name="connsiteX91" fmla="*/ 4026078 w 6007100"/>
              <a:gd name="connsiteY91" fmla="*/ 694225 h 6858000"/>
              <a:gd name="connsiteX92" fmla="*/ 3974470 w 6007100"/>
              <a:gd name="connsiteY92" fmla="*/ 745995 h 6858000"/>
              <a:gd name="connsiteX93" fmla="*/ 3922863 w 6007100"/>
              <a:gd name="connsiteY93" fmla="*/ 694225 h 6858000"/>
              <a:gd name="connsiteX94" fmla="*/ 3974470 w 6007100"/>
              <a:gd name="connsiteY94" fmla="*/ 538699 h 6858000"/>
              <a:gd name="connsiteX95" fmla="*/ 3766688 w 6007100"/>
              <a:gd name="connsiteY95" fmla="*/ 746049 h 6858000"/>
              <a:gd name="connsiteX96" fmla="*/ 3818674 w 6007100"/>
              <a:gd name="connsiteY96" fmla="*/ 797927 h 6858000"/>
              <a:gd name="connsiteX97" fmla="*/ 3870822 w 6007100"/>
              <a:gd name="connsiteY97" fmla="*/ 746211 h 6858000"/>
              <a:gd name="connsiteX98" fmla="*/ 3922592 w 6007100"/>
              <a:gd name="connsiteY98" fmla="*/ 798198 h 6858000"/>
              <a:gd name="connsiteX99" fmla="*/ 3870498 w 6007100"/>
              <a:gd name="connsiteY99" fmla="*/ 850292 h 6858000"/>
              <a:gd name="connsiteX100" fmla="*/ 3922592 w 6007100"/>
              <a:gd name="connsiteY100" fmla="*/ 901846 h 6858000"/>
              <a:gd name="connsiteX101" fmla="*/ 3973498 w 6007100"/>
              <a:gd name="connsiteY101" fmla="*/ 850130 h 6858000"/>
              <a:gd name="connsiteX102" fmla="*/ 4026511 w 6007100"/>
              <a:gd name="connsiteY102" fmla="*/ 901846 h 6858000"/>
              <a:gd name="connsiteX103" fmla="*/ 4078173 w 6007100"/>
              <a:gd name="connsiteY103" fmla="*/ 850130 h 6858000"/>
              <a:gd name="connsiteX104" fmla="*/ 4026511 w 6007100"/>
              <a:gd name="connsiteY104" fmla="*/ 798468 h 6858000"/>
              <a:gd name="connsiteX105" fmla="*/ 4078713 w 6007100"/>
              <a:gd name="connsiteY105" fmla="*/ 746211 h 6858000"/>
              <a:gd name="connsiteX106" fmla="*/ 4130321 w 6007100"/>
              <a:gd name="connsiteY106" fmla="*/ 797927 h 6858000"/>
              <a:gd name="connsiteX107" fmla="*/ 4182037 w 6007100"/>
              <a:gd name="connsiteY107" fmla="*/ 746211 h 6858000"/>
              <a:gd name="connsiteX108" fmla="*/ 0 w 6007100"/>
              <a:gd name="connsiteY108" fmla="*/ 0 h 6858000"/>
              <a:gd name="connsiteX109" fmla="*/ 6007100 w 6007100"/>
              <a:gd name="connsiteY109" fmla="*/ 0 h 6858000"/>
              <a:gd name="connsiteX110" fmla="*/ 6007100 w 6007100"/>
              <a:gd name="connsiteY110" fmla="*/ 6858000 h 6858000"/>
              <a:gd name="connsiteX111" fmla="*/ 0 w 60071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007100" h="6858000">
                <a:moveTo>
                  <a:pt x="5073042" y="746373"/>
                </a:moveTo>
                <a:lnTo>
                  <a:pt x="5107789" y="746373"/>
                </a:lnTo>
                <a:lnTo>
                  <a:pt x="5107789" y="815598"/>
                </a:lnTo>
                <a:lnTo>
                  <a:pt x="5073042" y="815598"/>
                </a:lnTo>
                <a:close/>
                <a:moveTo>
                  <a:pt x="5021218" y="746266"/>
                </a:moveTo>
                <a:lnTo>
                  <a:pt x="5021218" y="746373"/>
                </a:lnTo>
                <a:lnTo>
                  <a:pt x="5021164" y="746373"/>
                </a:lnTo>
                <a:close/>
                <a:moveTo>
                  <a:pt x="4545452" y="746103"/>
                </a:moveTo>
                <a:lnTo>
                  <a:pt x="4545452" y="780851"/>
                </a:lnTo>
                <a:lnTo>
                  <a:pt x="4597385" y="780851"/>
                </a:lnTo>
                <a:lnTo>
                  <a:pt x="4597385" y="746103"/>
                </a:lnTo>
                <a:close/>
                <a:moveTo>
                  <a:pt x="5263423" y="711842"/>
                </a:moveTo>
                <a:lnTo>
                  <a:pt x="5263423" y="850075"/>
                </a:lnTo>
                <a:lnTo>
                  <a:pt x="5315301" y="850075"/>
                </a:lnTo>
                <a:lnTo>
                  <a:pt x="5315301" y="746373"/>
                </a:lnTo>
                <a:lnTo>
                  <a:pt x="5341240" y="746373"/>
                </a:lnTo>
                <a:lnTo>
                  <a:pt x="5341240" y="850075"/>
                </a:lnTo>
                <a:lnTo>
                  <a:pt x="5393119" y="850075"/>
                </a:lnTo>
                <a:lnTo>
                  <a:pt x="5393119" y="746373"/>
                </a:lnTo>
                <a:lnTo>
                  <a:pt x="5419112" y="746373"/>
                </a:lnTo>
                <a:lnTo>
                  <a:pt x="5419112" y="850075"/>
                </a:lnTo>
                <a:lnTo>
                  <a:pt x="5470990" y="850075"/>
                </a:lnTo>
                <a:lnTo>
                  <a:pt x="5470990" y="746373"/>
                </a:lnTo>
                <a:lnTo>
                  <a:pt x="5453859" y="711842"/>
                </a:lnTo>
                <a:lnTo>
                  <a:pt x="5263477" y="711842"/>
                </a:lnTo>
                <a:close/>
                <a:moveTo>
                  <a:pt x="5185606" y="711626"/>
                </a:moveTo>
                <a:lnTo>
                  <a:pt x="5185606" y="850075"/>
                </a:lnTo>
                <a:lnTo>
                  <a:pt x="5237538" y="850075"/>
                </a:lnTo>
                <a:lnTo>
                  <a:pt x="5237538" y="711842"/>
                </a:lnTo>
                <a:close/>
                <a:moveTo>
                  <a:pt x="4398411" y="677094"/>
                </a:moveTo>
                <a:lnTo>
                  <a:pt x="4398411" y="746373"/>
                </a:lnTo>
                <a:lnTo>
                  <a:pt x="4372201" y="746373"/>
                </a:lnTo>
                <a:close/>
                <a:moveTo>
                  <a:pt x="5185606" y="642617"/>
                </a:moveTo>
                <a:lnTo>
                  <a:pt x="5185606" y="677094"/>
                </a:lnTo>
                <a:lnTo>
                  <a:pt x="5237538" y="677094"/>
                </a:lnTo>
                <a:lnTo>
                  <a:pt x="5237538" y="642617"/>
                </a:lnTo>
                <a:close/>
                <a:moveTo>
                  <a:pt x="4614461" y="642617"/>
                </a:moveTo>
                <a:lnTo>
                  <a:pt x="4614461" y="850075"/>
                </a:lnTo>
                <a:lnTo>
                  <a:pt x="4666339" y="850075"/>
                </a:lnTo>
                <a:lnTo>
                  <a:pt x="4666339" y="746373"/>
                </a:lnTo>
                <a:lnTo>
                  <a:pt x="4701141" y="746373"/>
                </a:lnTo>
                <a:lnTo>
                  <a:pt x="4701141" y="815598"/>
                </a:lnTo>
                <a:lnTo>
                  <a:pt x="4718487" y="850075"/>
                </a:lnTo>
                <a:lnTo>
                  <a:pt x="4839644" y="850075"/>
                </a:lnTo>
                <a:lnTo>
                  <a:pt x="4839644" y="746373"/>
                </a:lnTo>
                <a:lnTo>
                  <a:pt x="4865583" y="746373"/>
                </a:lnTo>
                <a:lnTo>
                  <a:pt x="4865583" y="850075"/>
                </a:lnTo>
                <a:lnTo>
                  <a:pt x="4917407" y="850075"/>
                </a:lnTo>
                <a:lnTo>
                  <a:pt x="4917407" y="746373"/>
                </a:lnTo>
                <a:lnTo>
                  <a:pt x="4943401" y="746373"/>
                </a:lnTo>
                <a:lnTo>
                  <a:pt x="4943401" y="850075"/>
                </a:lnTo>
                <a:lnTo>
                  <a:pt x="4995279" y="850075"/>
                </a:lnTo>
                <a:lnTo>
                  <a:pt x="4995279" y="746373"/>
                </a:lnTo>
                <a:lnTo>
                  <a:pt x="5021164" y="746373"/>
                </a:lnTo>
                <a:lnTo>
                  <a:pt x="5021164" y="815598"/>
                </a:lnTo>
                <a:lnTo>
                  <a:pt x="5038564" y="850075"/>
                </a:lnTo>
                <a:lnTo>
                  <a:pt x="5159667" y="850075"/>
                </a:lnTo>
                <a:lnTo>
                  <a:pt x="5159667" y="711842"/>
                </a:lnTo>
                <a:lnTo>
                  <a:pt x="5038564" y="711842"/>
                </a:lnTo>
                <a:lnTo>
                  <a:pt x="5021218" y="746266"/>
                </a:lnTo>
                <a:lnTo>
                  <a:pt x="5021218" y="711842"/>
                </a:lnTo>
                <a:lnTo>
                  <a:pt x="4995279" y="711842"/>
                </a:lnTo>
                <a:lnTo>
                  <a:pt x="4995279" y="677094"/>
                </a:lnTo>
                <a:lnTo>
                  <a:pt x="4943401" y="677094"/>
                </a:lnTo>
                <a:lnTo>
                  <a:pt x="4943401" y="711842"/>
                </a:lnTo>
                <a:lnTo>
                  <a:pt x="4917407" y="711842"/>
                </a:lnTo>
                <a:lnTo>
                  <a:pt x="4917407" y="677094"/>
                </a:lnTo>
                <a:lnTo>
                  <a:pt x="4865583" y="677094"/>
                </a:lnTo>
                <a:lnTo>
                  <a:pt x="4865583" y="711842"/>
                </a:lnTo>
                <a:lnTo>
                  <a:pt x="4787496" y="711842"/>
                </a:lnTo>
                <a:lnTo>
                  <a:pt x="4787496" y="815544"/>
                </a:lnTo>
                <a:lnTo>
                  <a:pt x="4753019" y="815544"/>
                </a:lnTo>
                <a:lnTo>
                  <a:pt x="4753019" y="711842"/>
                </a:lnTo>
                <a:lnTo>
                  <a:pt x="4666393" y="711842"/>
                </a:lnTo>
                <a:lnTo>
                  <a:pt x="4666393" y="677094"/>
                </a:lnTo>
                <a:lnTo>
                  <a:pt x="4753019" y="677094"/>
                </a:lnTo>
                <a:lnTo>
                  <a:pt x="4753019" y="642617"/>
                </a:lnTo>
                <a:lnTo>
                  <a:pt x="4614515" y="642617"/>
                </a:lnTo>
                <a:close/>
                <a:moveTo>
                  <a:pt x="4476174" y="642617"/>
                </a:moveTo>
                <a:lnTo>
                  <a:pt x="4476174" y="850075"/>
                </a:lnTo>
                <a:lnTo>
                  <a:pt x="4528052" y="850075"/>
                </a:lnTo>
                <a:lnTo>
                  <a:pt x="4528052" y="642617"/>
                </a:lnTo>
                <a:close/>
                <a:moveTo>
                  <a:pt x="4355071" y="642617"/>
                </a:moveTo>
                <a:lnTo>
                  <a:pt x="4285846" y="850075"/>
                </a:lnTo>
                <a:lnTo>
                  <a:pt x="4337724" y="850075"/>
                </a:lnTo>
                <a:lnTo>
                  <a:pt x="4363663" y="781067"/>
                </a:lnTo>
                <a:lnTo>
                  <a:pt x="4398411" y="781067"/>
                </a:lnTo>
                <a:lnTo>
                  <a:pt x="4398411" y="850075"/>
                </a:lnTo>
                <a:lnTo>
                  <a:pt x="4450289" y="850075"/>
                </a:lnTo>
                <a:lnTo>
                  <a:pt x="4450289" y="642617"/>
                </a:lnTo>
                <a:close/>
                <a:moveTo>
                  <a:pt x="3974470" y="642563"/>
                </a:moveTo>
                <a:lnTo>
                  <a:pt x="4026078" y="694225"/>
                </a:lnTo>
                <a:lnTo>
                  <a:pt x="3974470" y="745995"/>
                </a:lnTo>
                <a:lnTo>
                  <a:pt x="3922863" y="694225"/>
                </a:lnTo>
                <a:close/>
                <a:moveTo>
                  <a:pt x="3974470" y="538699"/>
                </a:moveTo>
                <a:lnTo>
                  <a:pt x="3766688" y="746049"/>
                </a:lnTo>
                <a:lnTo>
                  <a:pt x="3818674" y="797927"/>
                </a:lnTo>
                <a:lnTo>
                  <a:pt x="3870822" y="746211"/>
                </a:lnTo>
                <a:lnTo>
                  <a:pt x="3922592" y="798198"/>
                </a:lnTo>
                <a:lnTo>
                  <a:pt x="3870498" y="850292"/>
                </a:lnTo>
                <a:lnTo>
                  <a:pt x="3922592" y="901846"/>
                </a:lnTo>
                <a:lnTo>
                  <a:pt x="3973498" y="850130"/>
                </a:lnTo>
                <a:lnTo>
                  <a:pt x="4026511" y="901846"/>
                </a:lnTo>
                <a:lnTo>
                  <a:pt x="4078173" y="850130"/>
                </a:lnTo>
                <a:lnTo>
                  <a:pt x="4026511" y="798468"/>
                </a:lnTo>
                <a:lnTo>
                  <a:pt x="4078713" y="746211"/>
                </a:lnTo>
                <a:lnTo>
                  <a:pt x="4130321" y="797927"/>
                </a:lnTo>
                <a:lnTo>
                  <a:pt x="4182037" y="746211"/>
                </a:lnTo>
                <a:close/>
                <a:moveTo>
                  <a:pt x="0" y="0"/>
                </a:moveTo>
                <a:lnTo>
                  <a:pt x="6007100" y="0"/>
                </a:lnTo>
                <a:lnTo>
                  <a:pt x="600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5465999" cy="3877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B9B2EDD-120C-4B45-A4CC-F122A3C6F97F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465688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81386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 userDrawn="1">
          <p15:clr>
            <a:srgbClr val="FBAE40"/>
          </p15:clr>
        </p15:guide>
        <p15:guide id="2" pos="3896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Content image_light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2E22475-5AA0-F2C0-0102-83ECDF348C1B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DF0A99-91B5-7C8B-95D4-7A1C654B58C5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B7952A-89C0-D564-994E-FA9124E6506C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E37481-81B7-DAE5-9279-A2E3EA447B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900" y="0"/>
            <a:ext cx="6007100" cy="6858000"/>
          </a:xfrm>
          <a:custGeom>
            <a:avLst/>
            <a:gdLst>
              <a:gd name="connsiteX0" fmla="*/ 5073042 w 6007100"/>
              <a:gd name="connsiteY0" fmla="*/ 746373 h 6858000"/>
              <a:gd name="connsiteX1" fmla="*/ 5107789 w 6007100"/>
              <a:gd name="connsiteY1" fmla="*/ 746373 h 6858000"/>
              <a:gd name="connsiteX2" fmla="*/ 5107789 w 6007100"/>
              <a:gd name="connsiteY2" fmla="*/ 815598 h 6858000"/>
              <a:gd name="connsiteX3" fmla="*/ 5073042 w 6007100"/>
              <a:gd name="connsiteY3" fmla="*/ 815598 h 6858000"/>
              <a:gd name="connsiteX4" fmla="*/ 5021218 w 6007100"/>
              <a:gd name="connsiteY4" fmla="*/ 746266 h 6858000"/>
              <a:gd name="connsiteX5" fmla="*/ 5021218 w 6007100"/>
              <a:gd name="connsiteY5" fmla="*/ 746373 h 6858000"/>
              <a:gd name="connsiteX6" fmla="*/ 5021164 w 6007100"/>
              <a:gd name="connsiteY6" fmla="*/ 746373 h 6858000"/>
              <a:gd name="connsiteX7" fmla="*/ 4545452 w 6007100"/>
              <a:gd name="connsiteY7" fmla="*/ 746103 h 6858000"/>
              <a:gd name="connsiteX8" fmla="*/ 4545452 w 6007100"/>
              <a:gd name="connsiteY8" fmla="*/ 780851 h 6858000"/>
              <a:gd name="connsiteX9" fmla="*/ 4597385 w 6007100"/>
              <a:gd name="connsiteY9" fmla="*/ 780851 h 6858000"/>
              <a:gd name="connsiteX10" fmla="*/ 4597385 w 6007100"/>
              <a:gd name="connsiteY10" fmla="*/ 746103 h 6858000"/>
              <a:gd name="connsiteX11" fmla="*/ 5263423 w 6007100"/>
              <a:gd name="connsiteY11" fmla="*/ 711842 h 6858000"/>
              <a:gd name="connsiteX12" fmla="*/ 5263423 w 6007100"/>
              <a:gd name="connsiteY12" fmla="*/ 850075 h 6858000"/>
              <a:gd name="connsiteX13" fmla="*/ 5315301 w 6007100"/>
              <a:gd name="connsiteY13" fmla="*/ 850075 h 6858000"/>
              <a:gd name="connsiteX14" fmla="*/ 5315301 w 6007100"/>
              <a:gd name="connsiteY14" fmla="*/ 746373 h 6858000"/>
              <a:gd name="connsiteX15" fmla="*/ 5341240 w 6007100"/>
              <a:gd name="connsiteY15" fmla="*/ 746373 h 6858000"/>
              <a:gd name="connsiteX16" fmla="*/ 5341240 w 6007100"/>
              <a:gd name="connsiteY16" fmla="*/ 850075 h 6858000"/>
              <a:gd name="connsiteX17" fmla="*/ 5393119 w 6007100"/>
              <a:gd name="connsiteY17" fmla="*/ 850075 h 6858000"/>
              <a:gd name="connsiteX18" fmla="*/ 5393119 w 6007100"/>
              <a:gd name="connsiteY18" fmla="*/ 746373 h 6858000"/>
              <a:gd name="connsiteX19" fmla="*/ 5419112 w 6007100"/>
              <a:gd name="connsiteY19" fmla="*/ 746373 h 6858000"/>
              <a:gd name="connsiteX20" fmla="*/ 5419112 w 6007100"/>
              <a:gd name="connsiteY20" fmla="*/ 850075 h 6858000"/>
              <a:gd name="connsiteX21" fmla="*/ 5470990 w 6007100"/>
              <a:gd name="connsiteY21" fmla="*/ 850075 h 6858000"/>
              <a:gd name="connsiteX22" fmla="*/ 5470990 w 6007100"/>
              <a:gd name="connsiteY22" fmla="*/ 746373 h 6858000"/>
              <a:gd name="connsiteX23" fmla="*/ 5453859 w 6007100"/>
              <a:gd name="connsiteY23" fmla="*/ 711842 h 6858000"/>
              <a:gd name="connsiteX24" fmla="*/ 5263477 w 6007100"/>
              <a:gd name="connsiteY24" fmla="*/ 711842 h 6858000"/>
              <a:gd name="connsiteX25" fmla="*/ 5185606 w 6007100"/>
              <a:gd name="connsiteY25" fmla="*/ 711626 h 6858000"/>
              <a:gd name="connsiteX26" fmla="*/ 5185606 w 6007100"/>
              <a:gd name="connsiteY26" fmla="*/ 850075 h 6858000"/>
              <a:gd name="connsiteX27" fmla="*/ 5237538 w 6007100"/>
              <a:gd name="connsiteY27" fmla="*/ 850075 h 6858000"/>
              <a:gd name="connsiteX28" fmla="*/ 5237538 w 6007100"/>
              <a:gd name="connsiteY28" fmla="*/ 711842 h 6858000"/>
              <a:gd name="connsiteX29" fmla="*/ 4398411 w 6007100"/>
              <a:gd name="connsiteY29" fmla="*/ 677094 h 6858000"/>
              <a:gd name="connsiteX30" fmla="*/ 4398411 w 6007100"/>
              <a:gd name="connsiteY30" fmla="*/ 746373 h 6858000"/>
              <a:gd name="connsiteX31" fmla="*/ 4372201 w 6007100"/>
              <a:gd name="connsiteY31" fmla="*/ 746373 h 6858000"/>
              <a:gd name="connsiteX32" fmla="*/ 5185606 w 6007100"/>
              <a:gd name="connsiteY32" fmla="*/ 642617 h 6858000"/>
              <a:gd name="connsiteX33" fmla="*/ 5185606 w 6007100"/>
              <a:gd name="connsiteY33" fmla="*/ 677094 h 6858000"/>
              <a:gd name="connsiteX34" fmla="*/ 5237538 w 6007100"/>
              <a:gd name="connsiteY34" fmla="*/ 677094 h 6858000"/>
              <a:gd name="connsiteX35" fmla="*/ 5237538 w 6007100"/>
              <a:gd name="connsiteY35" fmla="*/ 642617 h 6858000"/>
              <a:gd name="connsiteX36" fmla="*/ 4614461 w 6007100"/>
              <a:gd name="connsiteY36" fmla="*/ 642617 h 6858000"/>
              <a:gd name="connsiteX37" fmla="*/ 4614461 w 6007100"/>
              <a:gd name="connsiteY37" fmla="*/ 850075 h 6858000"/>
              <a:gd name="connsiteX38" fmla="*/ 4666339 w 6007100"/>
              <a:gd name="connsiteY38" fmla="*/ 850075 h 6858000"/>
              <a:gd name="connsiteX39" fmla="*/ 4666339 w 6007100"/>
              <a:gd name="connsiteY39" fmla="*/ 746373 h 6858000"/>
              <a:gd name="connsiteX40" fmla="*/ 4701141 w 6007100"/>
              <a:gd name="connsiteY40" fmla="*/ 746373 h 6858000"/>
              <a:gd name="connsiteX41" fmla="*/ 4701141 w 6007100"/>
              <a:gd name="connsiteY41" fmla="*/ 815598 h 6858000"/>
              <a:gd name="connsiteX42" fmla="*/ 4718487 w 6007100"/>
              <a:gd name="connsiteY42" fmla="*/ 850075 h 6858000"/>
              <a:gd name="connsiteX43" fmla="*/ 4839644 w 6007100"/>
              <a:gd name="connsiteY43" fmla="*/ 850075 h 6858000"/>
              <a:gd name="connsiteX44" fmla="*/ 4839644 w 6007100"/>
              <a:gd name="connsiteY44" fmla="*/ 746373 h 6858000"/>
              <a:gd name="connsiteX45" fmla="*/ 4865583 w 6007100"/>
              <a:gd name="connsiteY45" fmla="*/ 746373 h 6858000"/>
              <a:gd name="connsiteX46" fmla="*/ 4865583 w 6007100"/>
              <a:gd name="connsiteY46" fmla="*/ 850075 h 6858000"/>
              <a:gd name="connsiteX47" fmla="*/ 4917407 w 6007100"/>
              <a:gd name="connsiteY47" fmla="*/ 850075 h 6858000"/>
              <a:gd name="connsiteX48" fmla="*/ 4917407 w 6007100"/>
              <a:gd name="connsiteY48" fmla="*/ 746373 h 6858000"/>
              <a:gd name="connsiteX49" fmla="*/ 4943401 w 6007100"/>
              <a:gd name="connsiteY49" fmla="*/ 746373 h 6858000"/>
              <a:gd name="connsiteX50" fmla="*/ 4943401 w 6007100"/>
              <a:gd name="connsiteY50" fmla="*/ 850075 h 6858000"/>
              <a:gd name="connsiteX51" fmla="*/ 4995279 w 6007100"/>
              <a:gd name="connsiteY51" fmla="*/ 850075 h 6858000"/>
              <a:gd name="connsiteX52" fmla="*/ 4995279 w 6007100"/>
              <a:gd name="connsiteY52" fmla="*/ 746373 h 6858000"/>
              <a:gd name="connsiteX53" fmla="*/ 5021164 w 6007100"/>
              <a:gd name="connsiteY53" fmla="*/ 746373 h 6858000"/>
              <a:gd name="connsiteX54" fmla="*/ 5021164 w 6007100"/>
              <a:gd name="connsiteY54" fmla="*/ 815598 h 6858000"/>
              <a:gd name="connsiteX55" fmla="*/ 5038564 w 6007100"/>
              <a:gd name="connsiteY55" fmla="*/ 850075 h 6858000"/>
              <a:gd name="connsiteX56" fmla="*/ 5159667 w 6007100"/>
              <a:gd name="connsiteY56" fmla="*/ 850075 h 6858000"/>
              <a:gd name="connsiteX57" fmla="*/ 5159667 w 6007100"/>
              <a:gd name="connsiteY57" fmla="*/ 711842 h 6858000"/>
              <a:gd name="connsiteX58" fmla="*/ 5038564 w 6007100"/>
              <a:gd name="connsiteY58" fmla="*/ 711842 h 6858000"/>
              <a:gd name="connsiteX59" fmla="*/ 5021218 w 6007100"/>
              <a:gd name="connsiteY59" fmla="*/ 746266 h 6858000"/>
              <a:gd name="connsiteX60" fmla="*/ 5021218 w 6007100"/>
              <a:gd name="connsiteY60" fmla="*/ 711842 h 6858000"/>
              <a:gd name="connsiteX61" fmla="*/ 4995279 w 6007100"/>
              <a:gd name="connsiteY61" fmla="*/ 711842 h 6858000"/>
              <a:gd name="connsiteX62" fmla="*/ 4995279 w 6007100"/>
              <a:gd name="connsiteY62" fmla="*/ 677094 h 6858000"/>
              <a:gd name="connsiteX63" fmla="*/ 4943401 w 6007100"/>
              <a:gd name="connsiteY63" fmla="*/ 677094 h 6858000"/>
              <a:gd name="connsiteX64" fmla="*/ 4943401 w 6007100"/>
              <a:gd name="connsiteY64" fmla="*/ 711842 h 6858000"/>
              <a:gd name="connsiteX65" fmla="*/ 4917407 w 6007100"/>
              <a:gd name="connsiteY65" fmla="*/ 711842 h 6858000"/>
              <a:gd name="connsiteX66" fmla="*/ 4917407 w 6007100"/>
              <a:gd name="connsiteY66" fmla="*/ 677094 h 6858000"/>
              <a:gd name="connsiteX67" fmla="*/ 4865583 w 6007100"/>
              <a:gd name="connsiteY67" fmla="*/ 677094 h 6858000"/>
              <a:gd name="connsiteX68" fmla="*/ 4865583 w 6007100"/>
              <a:gd name="connsiteY68" fmla="*/ 711842 h 6858000"/>
              <a:gd name="connsiteX69" fmla="*/ 4787496 w 6007100"/>
              <a:gd name="connsiteY69" fmla="*/ 711842 h 6858000"/>
              <a:gd name="connsiteX70" fmla="*/ 4787496 w 6007100"/>
              <a:gd name="connsiteY70" fmla="*/ 815544 h 6858000"/>
              <a:gd name="connsiteX71" fmla="*/ 4753019 w 6007100"/>
              <a:gd name="connsiteY71" fmla="*/ 815544 h 6858000"/>
              <a:gd name="connsiteX72" fmla="*/ 4753019 w 6007100"/>
              <a:gd name="connsiteY72" fmla="*/ 711842 h 6858000"/>
              <a:gd name="connsiteX73" fmla="*/ 4666393 w 6007100"/>
              <a:gd name="connsiteY73" fmla="*/ 711842 h 6858000"/>
              <a:gd name="connsiteX74" fmla="*/ 4666393 w 6007100"/>
              <a:gd name="connsiteY74" fmla="*/ 677094 h 6858000"/>
              <a:gd name="connsiteX75" fmla="*/ 4753019 w 6007100"/>
              <a:gd name="connsiteY75" fmla="*/ 677094 h 6858000"/>
              <a:gd name="connsiteX76" fmla="*/ 4753019 w 6007100"/>
              <a:gd name="connsiteY76" fmla="*/ 642617 h 6858000"/>
              <a:gd name="connsiteX77" fmla="*/ 4614515 w 6007100"/>
              <a:gd name="connsiteY77" fmla="*/ 642617 h 6858000"/>
              <a:gd name="connsiteX78" fmla="*/ 4476174 w 6007100"/>
              <a:gd name="connsiteY78" fmla="*/ 642617 h 6858000"/>
              <a:gd name="connsiteX79" fmla="*/ 4476174 w 6007100"/>
              <a:gd name="connsiteY79" fmla="*/ 850075 h 6858000"/>
              <a:gd name="connsiteX80" fmla="*/ 4528052 w 6007100"/>
              <a:gd name="connsiteY80" fmla="*/ 850075 h 6858000"/>
              <a:gd name="connsiteX81" fmla="*/ 4528052 w 6007100"/>
              <a:gd name="connsiteY81" fmla="*/ 642617 h 6858000"/>
              <a:gd name="connsiteX82" fmla="*/ 4355071 w 6007100"/>
              <a:gd name="connsiteY82" fmla="*/ 642617 h 6858000"/>
              <a:gd name="connsiteX83" fmla="*/ 4285846 w 6007100"/>
              <a:gd name="connsiteY83" fmla="*/ 850075 h 6858000"/>
              <a:gd name="connsiteX84" fmla="*/ 4337724 w 6007100"/>
              <a:gd name="connsiteY84" fmla="*/ 850075 h 6858000"/>
              <a:gd name="connsiteX85" fmla="*/ 4363663 w 6007100"/>
              <a:gd name="connsiteY85" fmla="*/ 781067 h 6858000"/>
              <a:gd name="connsiteX86" fmla="*/ 4398411 w 6007100"/>
              <a:gd name="connsiteY86" fmla="*/ 781067 h 6858000"/>
              <a:gd name="connsiteX87" fmla="*/ 4398411 w 6007100"/>
              <a:gd name="connsiteY87" fmla="*/ 850075 h 6858000"/>
              <a:gd name="connsiteX88" fmla="*/ 4450289 w 6007100"/>
              <a:gd name="connsiteY88" fmla="*/ 850075 h 6858000"/>
              <a:gd name="connsiteX89" fmla="*/ 4450289 w 6007100"/>
              <a:gd name="connsiteY89" fmla="*/ 642617 h 6858000"/>
              <a:gd name="connsiteX90" fmla="*/ 3974470 w 6007100"/>
              <a:gd name="connsiteY90" fmla="*/ 642563 h 6858000"/>
              <a:gd name="connsiteX91" fmla="*/ 4026078 w 6007100"/>
              <a:gd name="connsiteY91" fmla="*/ 694225 h 6858000"/>
              <a:gd name="connsiteX92" fmla="*/ 3974470 w 6007100"/>
              <a:gd name="connsiteY92" fmla="*/ 745995 h 6858000"/>
              <a:gd name="connsiteX93" fmla="*/ 3922863 w 6007100"/>
              <a:gd name="connsiteY93" fmla="*/ 694225 h 6858000"/>
              <a:gd name="connsiteX94" fmla="*/ 3974470 w 6007100"/>
              <a:gd name="connsiteY94" fmla="*/ 538699 h 6858000"/>
              <a:gd name="connsiteX95" fmla="*/ 3766688 w 6007100"/>
              <a:gd name="connsiteY95" fmla="*/ 746049 h 6858000"/>
              <a:gd name="connsiteX96" fmla="*/ 3818674 w 6007100"/>
              <a:gd name="connsiteY96" fmla="*/ 797927 h 6858000"/>
              <a:gd name="connsiteX97" fmla="*/ 3870822 w 6007100"/>
              <a:gd name="connsiteY97" fmla="*/ 746211 h 6858000"/>
              <a:gd name="connsiteX98" fmla="*/ 3922592 w 6007100"/>
              <a:gd name="connsiteY98" fmla="*/ 798198 h 6858000"/>
              <a:gd name="connsiteX99" fmla="*/ 3870498 w 6007100"/>
              <a:gd name="connsiteY99" fmla="*/ 850292 h 6858000"/>
              <a:gd name="connsiteX100" fmla="*/ 3922592 w 6007100"/>
              <a:gd name="connsiteY100" fmla="*/ 901846 h 6858000"/>
              <a:gd name="connsiteX101" fmla="*/ 3973498 w 6007100"/>
              <a:gd name="connsiteY101" fmla="*/ 850130 h 6858000"/>
              <a:gd name="connsiteX102" fmla="*/ 4026511 w 6007100"/>
              <a:gd name="connsiteY102" fmla="*/ 901846 h 6858000"/>
              <a:gd name="connsiteX103" fmla="*/ 4078173 w 6007100"/>
              <a:gd name="connsiteY103" fmla="*/ 850130 h 6858000"/>
              <a:gd name="connsiteX104" fmla="*/ 4026511 w 6007100"/>
              <a:gd name="connsiteY104" fmla="*/ 798468 h 6858000"/>
              <a:gd name="connsiteX105" fmla="*/ 4078713 w 6007100"/>
              <a:gd name="connsiteY105" fmla="*/ 746211 h 6858000"/>
              <a:gd name="connsiteX106" fmla="*/ 4130321 w 6007100"/>
              <a:gd name="connsiteY106" fmla="*/ 797927 h 6858000"/>
              <a:gd name="connsiteX107" fmla="*/ 4182037 w 6007100"/>
              <a:gd name="connsiteY107" fmla="*/ 746211 h 6858000"/>
              <a:gd name="connsiteX108" fmla="*/ 0 w 6007100"/>
              <a:gd name="connsiteY108" fmla="*/ 0 h 6858000"/>
              <a:gd name="connsiteX109" fmla="*/ 6007100 w 6007100"/>
              <a:gd name="connsiteY109" fmla="*/ 0 h 6858000"/>
              <a:gd name="connsiteX110" fmla="*/ 6007100 w 6007100"/>
              <a:gd name="connsiteY110" fmla="*/ 6858000 h 6858000"/>
              <a:gd name="connsiteX111" fmla="*/ 0 w 60071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007100" h="6858000">
                <a:moveTo>
                  <a:pt x="5073042" y="746373"/>
                </a:moveTo>
                <a:lnTo>
                  <a:pt x="5107789" y="746373"/>
                </a:lnTo>
                <a:lnTo>
                  <a:pt x="5107789" y="815598"/>
                </a:lnTo>
                <a:lnTo>
                  <a:pt x="5073042" y="815598"/>
                </a:lnTo>
                <a:close/>
                <a:moveTo>
                  <a:pt x="5021218" y="746266"/>
                </a:moveTo>
                <a:lnTo>
                  <a:pt x="5021218" y="746373"/>
                </a:lnTo>
                <a:lnTo>
                  <a:pt x="5021164" y="746373"/>
                </a:lnTo>
                <a:close/>
                <a:moveTo>
                  <a:pt x="4545452" y="746103"/>
                </a:moveTo>
                <a:lnTo>
                  <a:pt x="4545452" y="780851"/>
                </a:lnTo>
                <a:lnTo>
                  <a:pt x="4597385" y="780851"/>
                </a:lnTo>
                <a:lnTo>
                  <a:pt x="4597385" y="746103"/>
                </a:lnTo>
                <a:close/>
                <a:moveTo>
                  <a:pt x="5263423" y="711842"/>
                </a:moveTo>
                <a:lnTo>
                  <a:pt x="5263423" y="850075"/>
                </a:lnTo>
                <a:lnTo>
                  <a:pt x="5315301" y="850075"/>
                </a:lnTo>
                <a:lnTo>
                  <a:pt x="5315301" y="746373"/>
                </a:lnTo>
                <a:lnTo>
                  <a:pt x="5341240" y="746373"/>
                </a:lnTo>
                <a:lnTo>
                  <a:pt x="5341240" y="850075"/>
                </a:lnTo>
                <a:lnTo>
                  <a:pt x="5393119" y="850075"/>
                </a:lnTo>
                <a:lnTo>
                  <a:pt x="5393119" y="746373"/>
                </a:lnTo>
                <a:lnTo>
                  <a:pt x="5419112" y="746373"/>
                </a:lnTo>
                <a:lnTo>
                  <a:pt x="5419112" y="850075"/>
                </a:lnTo>
                <a:lnTo>
                  <a:pt x="5470990" y="850075"/>
                </a:lnTo>
                <a:lnTo>
                  <a:pt x="5470990" y="746373"/>
                </a:lnTo>
                <a:lnTo>
                  <a:pt x="5453859" y="711842"/>
                </a:lnTo>
                <a:lnTo>
                  <a:pt x="5263477" y="711842"/>
                </a:lnTo>
                <a:close/>
                <a:moveTo>
                  <a:pt x="5185606" y="711626"/>
                </a:moveTo>
                <a:lnTo>
                  <a:pt x="5185606" y="850075"/>
                </a:lnTo>
                <a:lnTo>
                  <a:pt x="5237538" y="850075"/>
                </a:lnTo>
                <a:lnTo>
                  <a:pt x="5237538" y="711842"/>
                </a:lnTo>
                <a:close/>
                <a:moveTo>
                  <a:pt x="4398411" y="677094"/>
                </a:moveTo>
                <a:lnTo>
                  <a:pt x="4398411" y="746373"/>
                </a:lnTo>
                <a:lnTo>
                  <a:pt x="4372201" y="746373"/>
                </a:lnTo>
                <a:close/>
                <a:moveTo>
                  <a:pt x="5185606" y="642617"/>
                </a:moveTo>
                <a:lnTo>
                  <a:pt x="5185606" y="677094"/>
                </a:lnTo>
                <a:lnTo>
                  <a:pt x="5237538" y="677094"/>
                </a:lnTo>
                <a:lnTo>
                  <a:pt x="5237538" y="642617"/>
                </a:lnTo>
                <a:close/>
                <a:moveTo>
                  <a:pt x="4614461" y="642617"/>
                </a:moveTo>
                <a:lnTo>
                  <a:pt x="4614461" y="850075"/>
                </a:lnTo>
                <a:lnTo>
                  <a:pt x="4666339" y="850075"/>
                </a:lnTo>
                <a:lnTo>
                  <a:pt x="4666339" y="746373"/>
                </a:lnTo>
                <a:lnTo>
                  <a:pt x="4701141" y="746373"/>
                </a:lnTo>
                <a:lnTo>
                  <a:pt x="4701141" y="815598"/>
                </a:lnTo>
                <a:lnTo>
                  <a:pt x="4718487" y="850075"/>
                </a:lnTo>
                <a:lnTo>
                  <a:pt x="4839644" y="850075"/>
                </a:lnTo>
                <a:lnTo>
                  <a:pt x="4839644" y="746373"/>
                </a:lnTo>
                <a:lnTo>
                  <a:pt x="4865583" y="746373"/>
                </a:lnTo>
                <a:lnTo>
                  <a:pt x="4865583" y="850075"/>
                </a:lnTo>
                <a:lnTo>
                  <a:pt x="4917407" y="850075"/>
                </a:lnTo>
                <a:lnTo>
                  <a:pt x="4917407" y="746373"/>
                </a:lnTo>
                <a:lnTo>
                  <a:pt x="4943401" y="746373"/>
                </a:lnTo>
                <a:lnTo>
                  <a:pt x="4943401" y="850075"/>
                </a:lnTo>
                <a:lnTo>
                  <a:pt x="4995279" y="850075"/>
                </a:lnTo>
                <a:lnTo>
                  <a:pt x="4995279" y="746373"/>
                </a:lnTo>
                <a:lnTo>
                  <a:pt x="5021164" y="746373"/>
                </a:lnTo>
                <a:lnTo>
                  <a:pt x="5021164" y="815598"/>
                </a:lnTo>
                <a:lnTo>
                  <a:pt x="5038564" y="850075"/>
                </a:lnTo>
                <a:lnTo>
                  <a:pt x="5159667" y="850075"/>
                </a:lnTo>
                <a:lnTo>
                  <a:pt x="5159667" y="711842"/>
                </a:lnTo>
                <a:lnTo>
                  <a:pt x="5038564" y="711842"/>
                </a:lnTo>
                <a:lnTo>
                  <a:pt x="5021218" y="746266"/>
                </a:lnTo>
                <a:lnTo>
                  <a:pt x="5021218" y="711842"/>
                </a:lnTo>
                <a:lnTo>
                  <a:pt x="4995279" y="711842"/>
                </a:lnTo>
                <a:lnTo>
                  <a:pt x="4995279" y="677094"/>
                </a:lnTo>
                <a:lnTo>
                  <a:pt x="4943401" y="677094"/>
                </a:lnTo>
                <a:lnTo>
                  <a:pt x="4943401" y="711842"/>
                </a:lnTo>
                <a:lnTo>
                  <a:pt x="4917407" y="711842"/>
                </a:lnTo>
                <a:lnTo>
                  <a:pt x="4917407" y="677094"/>
                </a:lnTo>
                <a:lnTo>
                  <a:pt x="4865583" y="677094"/>
                </a:lnTo>
                <a:lnTo>
                  <a:pt x="4865583" y="711842"/>
                </a:lnTo>
                <a:lnTo>
                  <a:pt x="4787496" y="711842"/>
                </a:lnTo>
                <a:lnTo>
                  <a:pt x="4787496" y="815544"/>
                </a:lnTo>
                <a:lnTo>
                  <a:pt x="4753019" y="815544"/>
                </a:lnTo>
                <a:lnTo>
                  <a:pt x="4753019" y="711842"/>
                </a:lnTo>
                <a:lnTo>
                  <a:pt x="4666393" y="711842"/>
                </a:lnTo>
                <a:lnTo>
                  <a:pt x="4666393" y="677094"/>
                </a:lnTo>
                <a:lnTo>
                  <a:pt x="4753019" y="677094"/>
                </a:lnTo>
                <a:lnTo>
                  <a:pt x="4753019" y="642617"/>
                </a:lnTo>
                <a:lnTo>
                  <a:pt x="4614515" y="642617"/>
                </a:lnTo>
                <a:close/>
                <a:moveTo>
                  <a:pt x="4476174" y="642617"/>
                </a:moveTo>
                <a:lnTo>
                  <a:pt x="4476174" y="850075"/>
                </a:lnTo>
                <a:lnTo>
                  <a:pt x="4528052" y="850075"/>
                </a:lnTo>
                <a:lnTo>
                  <a:pt x="4528052" y="642617"/>
                </a:lnTo>
                <a:close/>
                <a:moveTo>
                  <a:pt x="4355071" y="642617"/>
                </a:moveTo>
                <a:lnTo>
                  <a:pt x="4285846" y="850075"/>
                </a:lnTo>
                <a:lnTo>
                  <a:pt x="4337724" y="850075"/>
                </a:lnTo>
                <a:lnTo>
                  <a:pt x="4363663" y="781067"/>
                </a:lnTo>
                <a:lnTo>
                  <a:pt x="4398411" y="781067"/>
                </a:lnTo>
                <a:lnTo>
                  <a:pt x="4398411" y="850075"/>
                </a:lnTo>
                <a:lnTo>
                  <a:pt x="4450289" y="850075"/>
                </a:lnTo>
                <a:lnTo>
                  <a:pt x="4450289" y="642617"/>
                </a:lnTo>
                <a:close/>
                <a:moveTo>
                  <a:pt x="3974470" y="642563"/>
                </a:moveTo>
                <a:lnTo>
                  <a:pt x="4026078" y="694225"/>
                </a:lnTo>
                <a:lnTo>
                  <a:pt x="3974470" y="745995"/>
                </a:lnTo>
                <a:lnTo>
                  <a:pt x="3922863" y="694225"/>
                </a:lnTo>
                <a:close/>
                <a:moveTo>
                  <a:pt x="3974470" y="538699"/>
                </a:moveTo>
                <a:lnTo>
                  <a:pt x="3766688" y="746049"/>
                </a:lnTo>
                <a:lnTo>
                  <a:pt x="3818674" y="797927"/>
                </a:lnTo>
                <a:lnTo>
                  <a:pt x="3870822" y="746211"/>
                </a:lnTo>
                <a:lnTo>
                  <a:pt x="3922592" y="798198"/>
                </a:lnTo>
                <a:lnTo>
                  <a:pt x="3870498" y="850292"/>
                </a:lnTo>
                <a:lnTo>
                  <a:pt x="3922592" y="901846"/>
                </a:lnTo>
                <a:lnTo>
                  <a:pt x="3973498" y="850130"/>
                </a:lnTo>
                <a:lnTo>
                  <a:pt x="4026511" y="901846"/>
                </a:lnTo>
                <a:lnTo>
                  <a:pt x="4078173" y="850130"/>
                </a:lnTo>
                <a:lnTo>
                  <a:pt x="4026511" y="798468"/>
                </a:lnTo>
                <a:lnTo>
                  <a:pt x="4078713" y="746211"/>
                </a:lnTo>
                <a:lnTo>
                  <a:pt x="4130321" y="797927"/>
                </a:lnTo>
                <a:lnTo>
                  <a:pt x="4182037" y="746211"/>
                </a:lnTo>
                <a:close/>
                <a:moveTo>
                  <a:pt x="0" y="0"/>
                </a:moveTo>
                <a:lnTo>
                  <a:pt x="6007100" y="0"/>
                </a:lnTo>
                <a:lnTo>
                  <a:pt x="600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5465999" cy="3877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9B3617-8C47-476F-802E-140361D2E82A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465688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2080033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 userDrawn="1">
          <p15:clr>
            <a:srgbClr val="FBAE40"/>
          </p15:clr>
        </p15:guide>
        <p15:guide id="2" pos="3896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Content image_light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E37481-81B7-DAE5-9279-A2E3EA447B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900" y="0"/>
            <a:ext cx="6007100" cy="6858000"/>
          </a:xfrm>
          <a:custGeom>
            <a:avLst/>
            <a:gdLst>
              <a:gd name="connsiteX0" fmla="*/ 5073042 w 6007100"/>
              <a:gd name="connsiteY0" fmla="*/ 746373 h 6858000"/>
              <a:gd name="connsiteX1" fmla="*/ 5107789 w 6007100"/>
              <a:gd name="connsiteY1" fmla="*/ 746373 h 6858000"/>
              <a:gd name="connsiteX2" fmla="*/ 5107789 w 6007100"/>
              <a:gd name="connsiteY2" fmla="*/ 815598 h 6858000"/>
              <a:gd name="connsiteX3" fmla="*/ 5073042 w 6007100"/>
              <a:gd name="connsiteY3" fmla="*/ 815598 h 6858000"/>
              <a:gd name="connsiteX4" fmla="*/ 5021218 w 6007100"/>
              <a:gd name="connsiteY4" fmla="*/ 746266 h 6858000"/>
              <a:gd name="connsiteX5" fmla="*/ 5021218 w 6007100"/>
              <a:gd name="connsiteY5" fmla="*/ 746373 h 6858000"/>
              <a:gd name="connsiteX6" fmla="*/ 5021164 w 6007100"/>
              <a:gd name="connsiteY6" fmla="*/ 746373 h 6858000"/>
              <a:gd name="connsiteX7" fmla="*/ 4545452 w 6007100"/>
              <a:gd name="connsiteY7" fmla="*/ 746103 h 6858000"/>
              <a:gd name="connsiteX8" fmla="*/ 4545452 w 6007100"/>
              <a:gd name="connsiteY8" fmla="*/ 780851 h 6858000"/>
              <a:gd name="connsiteX9" fmla="*/ 4597385 w 6007100"/>
              <a:gd name="connsiteY9" fmla="*/ 780851 h 6858000"/>
              <a:gd name="connsiteX10" fmla="*/ 4597385 w 6007100"/>
              <a:gd name="connsiteY10" fmla="*/ 746103 h 6858000"/>
              <a:gd name="connsiteX11" fmla="*/ 5263423 w 6007100"/>
              <a:gd name="connsiteY11" fmla="*/ 711842 h 6858000"/>
              <a:gd name="connsiteX12" fmla="*/ 5263423 w 6007100"/>
              <a:gd name="connsiteY12" fmla="*/ 850075 h 6858000"/>
              <a:gd name="connsiteX13" fmla="*/ 5315301 w 6007100"/>
              <a:gd name="connsiteY13" fmla="*/ 850075 h 6858000"/>
              <a:gd name="connsiteX14" fmla="*/ 5315301 w 6007100"/>
              <a:gd name="connsiteY14" fmla="*/ 746373 h 6858000"/>
              <a:gd name="connsiteX15" fmla="*/ 5341240 w 6007100"/>
              <a:gd name="connsiteY15" fmla="*/ 746373 h 6858000"/>
              <a:gd name="connsiteX16" fmla="*/ 5341240 w 6007100"/>
              <a:gd name="connsiteY16" fmla="*/ 850075 h 6858000"/>
              <a:gd name="connsiteX17" fmla="*/ 5393119 w 6007100"/>
              <a:gd name="connsiteY17" fmla="*/ 850075 h 6858000"/>
              <a:gd name="connsiteX18" fmla="*/ 5393119 w 6007100"/>
              <a:gd name="connsiteY18" fmla="*/ 746373 h 6858000"/>
              <a:gd name="connsiteX19" fmla="*/ 5419112 w 6007100"/>
              <a:gd name="connsiteY19" fmla="*/ 746373 h 6858000"/>
              <a:gd name="connsiteX20" fmla="*/ 5419112 w 6007100"/>
              <a:gd name="connsiteY20" fmla="*/ 850075 h 6858000"/>
              <a:gd name="connsiteX21" fmla="*/ 5470990 w 6007100"/>
              <a:gd name="connsiteY21" fmla="*/ 850075 h 6858000"/>
              <a:gd name="connsiteX22" fmla="*/ 5470990 w 6007100"/>
              <a:gd name="connsiteY22" fmla="*/ 746373 h 6858000"/>
              <a:gd name="connsiteX23" fmla="*/ 5453859 w 6007100"/>
              <a:gd name="connsiteY23" fmla="*/ 711842 h 6858000"/>
              <a:gd name="connsiteX24" fmla="*/ 5263477 w 6007100"/>
              <a:gd name="connsiteY24" fmla="*/ 711842 h 6858000"/>
              <a:gd name="connsiteX25" fmla="*/ 5185606 w 6007100"/>
              <a:gd name="connsiteY25" fmla="*/ 711626 h 6858000"/>
              <a:gd name="connsiteX26" fmla="*/ 5185606 w 6007100"/>
              <a:gd name="connsiteY26" fmla="*/ 850075 h 6858000"/>
              <a:gd name="connsiteX27" fmla="*/ 5237538 w 6007100"/>
              <a:gd name="connsiteY27" fmla="*/ 850075 h 6858000"/>
              <a:gd name="connsiteX28" fmla="*/ 5237538 w 6007100"/>
              <a:gd name="connsiteY28" fmla="*/ 711842 h 6858000"/>
              <a:gd name="connsiteX29" fmla="*/ 4398411 w 6007100"/>
              <a:gd name="connsiteY29" fmla="*/ 677094 h 6858000"/>
              <a:gd name="connsiteX30" fmla="*/ 4398411 w 6007100"/>
              <a:gd name="connsiteY30" fmla="*/ 746373 h 6858000"/>
              <a:gd name="connsiteX31" fmla="*/ 4372201 w 6007100"/>
              <a:gd name="connsiteY31" fmla="*/ 746373 h 6858000"/>
              <a:gd name="connsiteX32" fmla="*/ 5185606 w 6007100"/>
              <a:gd name="connsiteY32" fmla="*/ 642617 h 6858000"/>
              <a:gd name="connsiteX33" fmla="*/ 5185606 w 6007100"/>
              <a:gd name="connsiteY33" fmla="*/ 677094 h 6858000"/>
              <a:gd name="connsiteX34" fmla="*/ 5237538 w 6007100"/>
              <a:gd name="connsiteY34" fmla="*/ 677094 h 6858000"/>
              <a:gd name="connsiteX35" fmla="*/ 5237538 w 6007100"/>
              <a:gd name="connsiteY35" fmla="*/ 642617 h 6858000"/>
              <a:gd name="connsiteX36" fmla="*/ 4614461 w 6007100"/>
              <a:gd name="connsiteY36" fmla="*/ 642617 h 6858000"/>
              <a:gd name="connsiteX37" fmla="*/ 4614461 w 6007100"/>
              <a:gd name="connsiteY37" fmla="*/ 850075 h 6858000"/>
              <a:gd name="connsiteX38" fmla="*/ 4666339 w 6007100"/>
              <a:gd name="connsiteY38" fmla="*/ 850075 h 6858000"/>
              <a:gd name="connsiteX39" fmla="*/ 4666339 w 6007100"/>
              <a:gd name="connsiteY39" fmla="*/ 746373 h 6858000"/>
              <a:gd name="connsiteX40" fmla="*/ 4701141 w 6007100"/>
              <a:gd name="connsiteY40" fmla="*/ 746373 h 6858000"/>
              <a:gd name="connsiteX41" fmla="*/ 4701141 w 6007100"/>
              <a:gd name="connsiteY41" fmla="*/ 815598 h 6858000"/>
              <a:gd name="connsiteX42" fmla="*/ 4718487 w 6007100"/>
              <a:gd name="connsiteY42" fmla="*/ 850075 h 6858000"/>
              <a:gd name="connsiteX43" fmla="*/ 4839644 w 6007100"/>
              <a:gd name="connsiteY43" fmla="*/ 850075 h 6858000"/>
              <a:gd name="connsiteX44" fmla="*/ 4839644 w 6007100"/>
              <a:gd name="connsiteY44" fmla="*/ 746373 h 6858000"/>
              <a:gd name="connsiteX45" fmla="*/ 4865583 w 6007100"/>
              <a:gd name="connsiteY45" fmla="*/ 746373 h 6858000"/>
              <a:gd name="connsiteX46" fmla="*/ 4865583 w 6007100"/>
              <a:gd name="connsiteY46" fmla="*/ 850075 h 6858000"/>
              <a:gd name="connsiteX47" fmla="*/ 4917407 w 6007100"/>
              <a:gd name="connsiteY47" fmla="*/ 850075 h 6858000"/>
              <a:gd name="connsiteX48" fmla="*/ 4917407 w 6007100"/>
              <a:gd name="connsiteY48" fmla="*/ 746373 h 6858000"/>
              <a:gd name="connsiteX49" fmla="*/ 4943401 w 6007100"/>
              <a:gd name="connsiteY49" fmla="*/ 746373 h 6858000"/>
              <a:gd name="connsiteX50" fmla="*/ 4943401 w 6007100"/>
              <a:gd name="connsiteY50" fmla="*/ 850075 h 6858000"/>
              <a:gd name="connsiteX51" fmla="*/ 4995279 w 6007100"/>
              <a:gd name="connsiteY51" fmla="*/ 850075 h 6858000"/>
              <a:gd name="connsiteX52" fmla="*/ 4995279 w 6007100"/>
              <a:gd name="connsiteY52" fmla="*/ 746373 h 6858000"/>
              <a:gd name="connsiteX53" fmla="*/ 5021164 w 6007100"/>
              <a:gd name="connsiteY53" fmla="*/ 746373 h 6858000"/>
              <a:gd name="connsiteX54" fmla="*/ 5021164 w 6007100"/>
              <a:gd name="connsiteY54" fmla="*/ 815598 h 6858000"/>
              <a:gd name="connsiteX55" fmla="*/ 5038564 w 6007100"/>
              <a:gd name="connsiteY55" fmla="*/ 850075 h 6858000"/>
              <a:gd name="connsiteX56" fmla="*/ 5159667 w 6007100"/>
              <a:gd name="connsiteY56" fmla="*/ 850075 h 6858000"/>
              <a:gd name="connsiteX57" fmla="*/ 5159667 w 6007100"/>
              <a:gd name="connsiteY57" fmla="*/ 711842 h 6858000"/>
              <a:gd name="connsiteX58" fmla="*/ 5038564 w 6007100"/>
              <a:gd name="connsiteY58" fmla="*/ 711842 h 6858000"/>
              <a:gd name="connsiteX59" fmla="*/ 5021218 w 6007100"/>
              <a:gd name="connsiteY59" fmla="*/ 746266 h 6858000"/>
              <a:gd name="connsiteX60" fmla="*/ 5021218 w 6007100"/>
              <a:gd name="connsiteY60" fmla="*/ 711842 h 6858000"/>
              <a:gd name="connsiteX61" fmla="*/ 4995279 w 6007100"/>
              <a:gd name="connsiteY61" fmla="*/ 711842 h 6858000"/>
              <a:gd name="connsiteX62" fmla="*/ 4995279 w 6007100"/>
              <a:gd name="connsiteY62" fmla="*/ 677094 h 6858000"/>
              <a:gd name="connsiteX63" fmla="*/ 4943401 w 6007100"/>
              <a:gd name="connsiteY63" fmla="*/ 677094 h 6858000"/>
              <a:gd name="connsiteX64" fmla="*/ 4943401 w 6007100"/>
              <a:gd name="connsiteY64" fmla="*/ 711842 h 6858000"/>
              <a:gd name="connsiteX65" fmla="*/ 4917407 w 6007100"/>
              <a:gd name="connsiteY65" fmla="*/ 711842 h 6858000"/>
              <a:gd name="connsiteX66" fmla="*/ 4917407 w 6007100"/>
              <a:gd name="connsiteY66" fmla="*/ 677094 h 6858000"/>
              <a:gd name="connsiteX67" fmla="*/ 4865583 w 6007100"/>
              <a:gd name="connsiteY67" fmla="*/ 677094 h 6858000"/>
              <a:gd name="connsiteX68" fmla="*/ 4865583 w 6007100"/>
              <a:gd name="connsiteY68" fmla="*/ 711842 h 6858000"/>
              <a:gd name="connsiteX69" fmla="*/ 4787496 w 6007100"/>
              <a:gd name="connsiteY69" fmla="*/ 711842 h 6858000"/>
              <a:gd name="connsiteX70" fmla="*/ 4787496 w 6007100"/>
              <a:gd name="connsiteY70" fmla="*/ 815544 h 6858000"/>
              <a:gd name="connsiteX71" fmla="*/ 4753019 w 6007100"/>
              <a:gd name="connsiteY71" fmla="*/ 815544 h 6858000"/>
              <a:gd name="connsiteX72" fmla="*/ 4753019 w 6007100"/>
              <a:gd name="connsiteY72" fmla="*/ 711842 h 6858000"/>
              <a:gd name="connsiteX73" fmla="*/ 4666393 w 6007100"/>
              <a:gd name="connsiteY73" fmla="*/ 711842 h 6858000"/>
              <a:gd name="connsiteX74" fmla="*/ 4666393 w 6007100"/>
              <a:gd name="connsiteY74" fmla="*/ 677094 h 6858000"/>
              <a:gd name="connsiteX75" fmla="*/ 4753019 w 6007100"/>
              <a:gd name="connsiteY75" fmla="*/ 677094 h 6858000"/>
              <a:gd name="connsiteX76" fmla="*/ 4753019 w 6007100"/>
              <a:gd name="connsiteY76" fmla="*/ 642617 h 6858000"/>
              <a:gd name="connsiteX77" fmla="*/ 4614515 w 6007100"/>
              <a:gd name="connsiteY77" fmla="*/ 642617 h 6858000"/>
              <a:gd name="connsiteX78" fmla="*/ 4476174 w 6007100"/>
              <a:gd name="connsiteY78" fmla="*/ 642617 h 6858000"/>
              <a:gd name="connsiteX79" fmla="*/ 4476174 w 6007100"/>
              <a:gd name="connsiteY79" fmla="*/ 850075 h 6858000"/>
              <a:gd name="connsiteX80" fmla="*/ 4528052 w 6007100"/>
              <a:gd name="connsiteY80" fmla="*/ 850075 h 6858000"/>
              <a:gd name="connsiteX81" fmla="*/ 4528052 w 6007100"/>
              <a:gd name="connsiteY81" fmla="*/ 642617 h 6858000"/>
              <a:gd name="connsiteX82" fmla="*/ 4355071 w 6007100"/>
              <a:gd name="connsiteY82" fmla="*/ 642617 h 6858000"/>
              <a:gd name="connsiteX83" fmla="*/ 4285846 w 6007100"/>
              <a:gd name="connsiteY83" fmla="*/ 850075 h 6858000"/>
              <a:gd name="connsiteX84" fmla="*/ 4337724 w 6007100"/>
              <a:gd name="connsiteY84" fmla="*/ 850075 h 6858000"/>
              <a:gd name="connsiteX85" fmla="*/ 4363663 w 6007100"/>
              <a:gd name="connsiteY85" fmla="*/ 781067 h 6858000"/>
              <a:gd name="connsiteX86" fmla="*/ 4398411 w 6007100"/>
              <a:gd name="connsiteY86" fmla="*/ 781067 h 6858000"/>
              <a:gd name="connsiteX87" fmla="*/ 4398411 w 6007100"/>
              <a:gd name="connsiteY87" fmla="*/ 850075 h 6858000"/>
              <a:gd name="connsiteX88" fmla="*/ 4450289 w 6007100"/>
              <a:gd name="connsiteY88" fmla="*/ 850075 h 6858000"/>
              <a:gd name="connsiteX89" fmla="*/ 4450289 w 6007100"/>
              <a:gd name="connsiteY89" fmla="*/ 642617 h 6858000"/>
              <a:gd name="connsiteX90" fmla="*/ 3974470 w 6007100"/>
              <a:gd name="connsiteY90" fmla="*/ 642563 h 6858000"/>
              <a:gd name="connsiteX91" fmla="*/ 4026078 w 6007100"/>
              <a:gd name="connsiteY91" fmla="*/ 694225 h 6858000"/>
              <a:gd name="connsiteX92" fmla="*/ 3974470 w 6007100"/>
              <a:gd name="connsiteY92" fmla="*/ 745995 h 6858000"/>
              <a:gd name="connsiteX93" fmla="*/ 3922863 w 6007100"/>
              <a:gd name="connsiteY93" fmla="*/ 694225 h 6858000"/>
              <a:gd name="connsiteX94" fmla="*/ 3974470 w 6007100"/>
              <a:gd name="connsiteY94" fmla="*/ 538699 h 6858000"/>
              <a:gd name="connsiteX95" fmla="*/ 3766688 w 6007100"/>
              <a:gd name="connsiteY95" fmla="*/ 746049 h 6858000"/>
              <a:gd name="connsiteX96" fmla="*/ 3818674 w 6007100"/>
              <a:gd name="connsiteY96" fmla="*/ 797927 h 6858000"/>
              <a:gd name="connsiteX97" fmla="*/ 3870822 w 6007100"/>
              <a:gd name="connsiteY97" fmla="*/ 746211 h 6858000"/>
              <a:gd name="connsiteX98" fmla="*/ 3922592 w 6007100"/>
              <a:gd name="connsiteY98" fmla="*/ 798198 h 6858000"/>
              <a:gd name="connsiteX99" fmla="*/ 3870498 w 6007100"/>
              <a:gd name="connsiteY99" fmla="*/ 850292 h 6858000"/>
              <a:gd name="connsiteX100" fmla="*/ 3922592 w 6007100"/>
              <a:gd name="connsiteY100" fmla="*/ 901846 h 6858000"/>
              <a:gd name="connsiteX101" fmla="*/ 3973498 w 6007100"/>
              <a:gd name="connsiteY101" fmla="*/ 850130 h 6858000"/>
              <a:gd name="connsiteX102" fmla="*/ 4026511 w 6007100"/>
              <a:gd name="connsiteY102" fmla="*/ 901846 h 6858000"/>
              <a:gd name="connsiteX103" fmla="*/ 4078173 w 6007100"/>
              <a:gd name="connsiteY103" fmla="*/ 850130 h 6858000"/>
              <a:gd name="connsiteX104" fmla="*/ 4026511 w 6007100"/>
              <a:gd name="connsiteY104" fmla="*/ 798468 h 6858000"/>
              <a:gd name="connsiteX105" fmla="*/ 4078713 w 6007100"/>
              <a:gd name="connsiteY105" fmla="*/ 746211 h 6858000"/>
              <a:gd name="connsiteX106" fmla="*/ 4130321 w 6007100"/>
              <a:gd name="connsiteY106" fmla="*/ 797927 h 6858000"/>
              <a:gd name="connsiteX107" fmla="*/ 4182037 w 6007100"/>
              <a:gd name="connsiteY107" fmla="*/ 746211 h 6858000"/>
              <a:gd name="connsiteX108" fmla="*/ 0 w 6007100"/>
              <a:gd name="connsiteY108" fmla="*/ 0 h 6858000"/>
              <a:gd name="connsiteX109" fmla="*/ 6007100 w 6007100"/>
              <a:gd name="connsiteY109" fmla="*/ 0 h 6858000"/>
              <a:gd name="connsiteX110" fmla="*/ 6007100 w 6007100"/>
              <a:gd name="connsiteY110" fmla="*/ 6858000 h 6858000"/>
              <a:gd name="connsiteX111" fmla="*/ 0 w 60071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007100" h="6858000">
                <a:moveTo>
                  <a:pt x="5073042" y="746373"/>
                </a:moveTo>
                <a:lnTo>
                  <a:pt x="5107789" y="746373"/>
                </a:lnTo>
                <a:lnTo>
                  <a:pt x="5107789" y="815598"/>
                </a:lnTo>
                <a:lnTo>
                  <a:pt x="5073042" y="815598"/>
                </a:lnTo>
                <a:close/>
                <a:moveTo>
                  <a:pt x="5021218" y="746266"/>
                </a:moveTo>
                <a:lnTo>
                  <a:pt x="5021218" y="746373"/>
                </a:lnTo>
                <a:lnTo>
                  <a:pt x="5021164" y="746373"/>
                </a:lnTo>
                <a:close/>
                <a:moveTo>
                  <a:pt x="4545452" y="746103"/>
                </a:moveTo>
                <a:lnTo>
                  <a:pt x="4545452" y="780851"/>
                </a:lnTo>
                <a:lnTo>
                  <a:pt x="4597385" y="780851"/>
                </a:lnTo>
                <a:lnTo>
                  <a:pt x="4597385" y="746103"/>
                </a:lnTo>
                <a:close/>
                <a:moveTo>
                  <a:pt x="5263423" y="711842"/>
                </a:moveTo>
                <a:lnTo>
                  <a:pt x="5263423" y="850075"/>
                </a:lnTo>
                <a:lnTo>
                  <a:pt x="5315301" y="850075"/>
                </a:lnTo>
                <a:lnTo>
                  <a:pt x="5315301" y="746373"/>
                </a:lnTo>
                <a:lnTo>
                  <a:pt x="5341240" y="746373"/>
                </a:lnTo>
                <a:lnTo>
                  <a:pt x="5341240" y="850075"/>
                </a:lnTo>
                <a:lnTo>
                  <a:pt x="5393119" y="850075"/>
                </a:lnTo>
                <a:lnTo>
                  <a:pt x="5393119" y="746373"/>
                </a:lnTo>
                <a:lnTo>
                  <a:pt x="5419112" y="746373"/>
                </a:lnTo>
                <a:lnTo>
                  <a:pt x="5419112" y="850075"/>
                </a:lnTo>
                <a:lnTo>
                  <a:pt x="5470990" y="850075"/>
                </a:lnTo>
                <a:lnTo>
                  <a:pt x="5470990" y="746373"/>
                </a:lnTo>
                <a:lnTo>
                  <a:pt x="5453859" y="711842"/>
                </a:lnTo>
                <a:lnTo>
                  <a:pt x="5263477" y="711842"/>
                </a:lnTo>
                <a:close/>
                <a:moveTo>
                  <a:pt x="5185606" y="711626"/>
                </a:moveTo>
                <a:lnTo>
                  <a:pt x="5185606" y="850075"/>
                </a:lnTo>
                <a:lnTo>
                  <a:pt x="5237538" y="850075"/>
                </a:lnTo>
                <a:lnTo>
                  <a:pt x="5237538" y="711842"/>
                </a:lnTo>
                <a:close/>
                <a:moveTo>
                  <a:pt x="4398411" y="677094"/>
                </a:moveTo>
                <a:lnTo>
                  <a:pt x="4398411" y="746373"/>
                </a:lnTo>
                <a:lnTo>
                  <a:pt x="4372201" y="746373"/>
                </a:lnTo>
                <a:close/>
                <a:moveTo>
                  <a:pt x="5185606" y="642617"/>
                </a:moveTo>
                <a:lnTo>
                  <a:pt x="5185606" y="677094"/>
                </a:lnTo>
                <a:lnTo>
                  <a:pt x="5237538" y="677094"/>
                </a:lnTo>
                <a:lnTo>
                  <a:pt x="5237538" y="642617"/>
                </a:lnTo>
                <a:close/>
                <a:moveTo>
                  <a:pt x="4614461" y="642617"/>
                </a:moveTo>
                <a:lnTo>
                  <a:pt x="4614461" y="850075"/>
                </a:lnTo>
                <a:lnTo>
                  <a:pt x="4666339" y="850075"/>
                </a:lnTo>
                <a:lnTo>
                  <a:pt x="4666339" y="746373"/>
                </a:lnTo>
                <a:lnTo>
                  <a:pt x="4701141" y="746373"/>
                </a:lnTo>
                <a:lnTo>
                  <a:pt x="4701141" y="815598"/>
                </a:lnTo>
                <a:lnTo>
                  <a:pt x="4718487" y="850075"/>
                </a:lnTo>
                <a:lnTo>
                  <a:pt x="4839644" y="850075"/>
                </a:lnTo>
                <a:lnTo>
                  <a:pt x="4839644" y="746373"/>
                </a:lnTo>
                <a:lnTo>
                  <a:pt x="4865583" y="746373"/>
                </a:lnTo>
                <a:lnTo>
                  <a:pt x="4865583" y="850075"/>
                </a:lnTo>
                <a:lnTo>
                  <a:pt x="4917407" y="850075"/>
                </a:lnTo>
                <a:lnTo>
                  <a:pt x="4917407" y="746373"/>
                </a:lnTo>
                <a:lnTo>
                  <a:pt x="4943401" y="746373"/>
                </a:lnTo>
                <a:lnTo>
                  <a:pt x="4943401" y="850075"/>
                </a:lnTo>
                <a:lnTo>
                  <a:pt x="4995279" y="850075"/>
                </a:lnTo>
                <a:lnTo>
                  <a:pt x="4995279" y="746373"/>
                </a:lnTo>
                <a:lnTo>
                  <a:pt x="5021164" y="746373"/>
                </a:lnTo>
                <a:lnTo>
                  <a:pt x="5021164" y="815598"/>
                </a:lnTo>
                <a:lnTo>
                  <a:pt x="5038564" y="850075"/>
                </a:lnTo>
                <a:lnTo>
                  <a:pt x="5159667" y="850075"/>
                </a:lnTo>
                <a:lnTo>
                  <a:pt x="5159667" y="711842"/>
                </a:lnTo>
                <a:lnTo>
                  <a:pt x="5038564" y="711842"/>
                </a:lnTo>
                <a:lnTo>
                  <a:pt x="5021218" y="746266"/>
                </a:lnTo>
                <a:lnTo>
                  <a:pt x="5021218" y="711842"/>
                </a:lnTo>
                <a:lnTo>
                  <a:pt x="4995279" y="711842"/>
                </a:lnTo>
                <a:lnTo>
                  <a:pt x="4995279" y="677094"/>
                </a:lnTo>
                <a:lnTo>
                  <a:pt x="4943401" y="677094"/>
                </a:lnTo>
                <a:lnTo>
                  <a:pt x="4943401" y="711842"/>
                </a:lnTo>
                <a:lnTo>
                  <a:pt x="4917407" y="711842"/>
                </a:lnTo>
                <a:lnTo>
                  <a:pt x="4917407" y="677094"/>
                </a:lnTo>
                <a:lnTo>
                  <a:pt x="4865583" y="677094"/>
                </a:lnTo>
                <a:lnTo>
                  <a:pt x="4865583" y="711842"/>
                </a:lnTo>
                <a:lnTo>
                  <a:pt x="4787496" y="711842"/>
                </a:lnTo>
                <a:lnTo>
                  <a:pt x="4787496" y="815544"/>
                </a:lnTo>
                <a:lnTo>
                  <a:pt x="4753019" y="815544"/>
                </a:lnTo>
                <a:lnTo>
                  <a:pt x="4753019" y="711842"/>
                </a:lnTo>
                <a:lnTo>
                  <a:pt x="4666393" y="711842"/>
                </a:lnTo>
                <a:lnTo>
                  <a:pt x="4666393" y="677094"/>
                </a:lnTo>
                <a:lnTo>
                  <a:pt x="4753019" y="677094"/>
                </a:lnTo>
                <a:lnTo>
                  <a:pt x="4753019" y="642617"/>
                </a:lnTo>
                <a:lnTo>
                  <a:pt x="4614515" y="642617"/>
                </a:lnTo>
                <a:close/>
                <a:moveTo>
                  <a:pt x="4476174" y="642617"/>
                </a:moveTo>
                <a:lnTo>
                  <a:pt x="4476174" y="850075"/>
                </a:lnTo>
                <a:lnTo>
                  <a:pt x="4528052" y="850075"/>
                </a:lnTo>
                <a:lnTo>
                  <a:pt x="4528052" y="642617"/>
                </a:lnTo>
                <a:close/>
                <a:moveTo>
                  <a:pt x="4355071" y="642617"/>
                </a:moveTo>
                <a:lnTo>
                  <a:pt x="4285846" y="850075"/>
                </a:lnTo>
                <a:lnTo>
                  <a:pt x="4337724" y="850075"/>
                </a:lnTo>
                <a:lnTo>
                  <a:pt x="4363663" y="781067"/>
                </a:lnTo>
                <a:lnTo>
                  <a:pt x="4398411" y="781067"/>
                </a:lnTo>
                <a:lnTo>
                  <a:pt x="4398411" y="850075"/>
                </a:lnTo>
                <a:lnTo>
                  <a:pt x="4450289" y="850075"/>
                </a:lnTo>
                <a:lnTo>
                  <a:pt x="4450289" y="642617"/>
                </a:lnTo>
                <a:close/>
                <a:moveTo>
                  <a:pt x="3974470" y="642563"/>
                </a:moveTo>
                <a:lnTo>
                  <a:pt x="4026078" y="694225"/>
                </a:lnTo>
                <a:lnTo>
                  <a:pt x="3974470" y="745995"/>
                </a:lnTo>
                <a:lnTo>
                  <a:pt x="3922863" y="694225"/>
                </a:lnTo>
                <a:close/>
                <a:moveTo>
                  <a:pt x="3974470" y="538699"/>
                </a:moveTo>
                <a:lnTo>
                  <a:pt x="3766688" y="746049"/>
                </a:lnTo>
                <a:lnTo>
                  <a:pt x="3818674" y="797927"/>
                </a:lnTo>
                <a:lnTo>
                  <a:pt x="3870822" y="746211"/>
                </a:lnTo>
                <a:lnTo>
                  <a:pt x="3922592" y="798198"/>
                </a:lnTo>
                <a:lnTo>
                  <a:pt x="3870498" y="850292"/>
                </a:lnTo>
                <a:lnTo>
                  <a:pt x="3922592" y="901846"/>
                </a:lnTo>
                <a:lnTo>
                  <a:pt x="3973498" y="850130"/>
                </a:lnTo>
                <a:lnTo>
                  <a:pt x="4026511" y="901846"/>
                </a:lnTo>
                <a:lnTo>
                  <a:pt x="4078173" y="850130"/>
                </a:lnTo>
                <a:lnTo>
                  <a:pt x="4026511" y="798468"/>
                </a:lnTo>
                <a:lnTo>
                  <a:pt x="4078713" y="746211"/>
                </a:lnTo>
                <a:lnTo>
                  <a:pt x="4130321" y="797927"/>
                </a:lnTo>
                <a:lnTo>
                  <a:pt x="4182037" y="746211"/>
                </a:lnTo>
                <a:close/>
                <a:moveTo>
                  <a:pt x="0" y="0"/>
                </a:moveTo>
                <a:lnTo>
                  <a:pt x="6007100" y="0"/>
                </a:lnTo>
                <a:lnTo>
                  <a:pt x="600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5465999" cy="3877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449478-9E10-42E4-B5F4-4480F1EC782F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465688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2059137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 userDrawn="1">
          <p15:clr>
            <a:srgbClr val="FBAE40"/>
          </p15:clr>
        </p15:guide>
        <p15:guide id="2" pos="3896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desig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BA23EE-BF87-1090-7766-E2BB3D8EC3B3}"/>
              </a:ext>
            </a:extLst>
          </p:cNvPr>
          <p:cNvSpPr/>
          <p:nvPr userDrawn="1"/>
        </p:nvSpPr>
        <p:spPr bwMode="white">
          <a:xfrm>
            <a:off x="6095387" y="0"/>
            <a:ext cx="609661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1" y="540001"/>
            <a:ext cx="5376612" cy="3877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39751" y="6462505"/>
            <a:ext cx="5376865" cy="12311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0DA792-BD79-4554-B9DE-5F7949FB81F7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376306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0002" y="1618719"/>
            <a:ext cx="5376612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F82E096-CAC5-9D80-FF2E-17A527AF04E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53188" y="1617662"/>
            <a:ext cx="5198811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content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4BEC69-A027-B823-F3F1-A61DD22740CC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FEEEC1C-4FFB-B523-5BED-7C8EE3E9C289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9586828-967F-7B99-E066-3FD8BA6DF0E4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2649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pos="406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Slide_dark_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7B99DC-6A49-AA7B-C884-F03DC6C439D0}"/>
              </a:ext>
            </a:extLst>
          </p:cNvPr>
          <p:cNvSpPr/>
          <p:nvPr userDrawn="1"/>
        </p:nvSpPr>
        <p:spPr>
          <a:xfrm>
            <a:off x="10470746" y="642617"/>
            <a:ext cx="1185143" cy="207458"/>
          </a:xfrm>
          <a:custGeom>
            <a:avLst/>
            <a:gdLst>
              <a:gd name="connsiteX0" fmla="*/ 259606 w 1185143"/>
              <a:gd name="connsiteY0" fmla="*/ 138234 h 207458"/>
              <a:gd name="connsiteX1" fmla="*/ 311539 w 1185143"/>
              <a:gd name="connsiteY1" fmla="*/ 138234 h 207458"/>
              <a:gd name="connsiteX2" fmla="*/ 311539 w 1185143"/>
              <a:gd name="connsiteY2" fmla="*/ 103486 h 207458"/>
              <a:gd name="connsiteX3" fmla="*/ 259606 w 1185143"/>
              <a:gd name="connsiteY3" fmla="*/ 103486 h 207458"/>
              <a:gd name="connsiteX4" fmla="*/ 259606 w 1185143"/>
              <a:gd name="connsiteY4" fmla="*/ 138234 h 207458"/>
              <a:gd name="connsiteX5" fmla="*/ 787196 w 1185143"/>
              <a:gd name="connsiteY5" fmla="*/ 103756 h 207458"/>
              <a:gd name="connsiteX6" fmla="*/ 821943 w 1185143"/>
              <a:gd name="connsiteY6" fmla="*/ 103756 h 207458"/>
              <a:gd name="connsiteX7" fmla="*/ 821943 w 1185143"/>
              <a:gd name="connsiteY7" fmla="*/ 172981 h 207458"/>
              <a:gd name="connsiteX8" fmla="*/ 787196 w 1185143"/>
              <a:gd name="connsiteY8" fmla="*/ 172981 h 207458"/>
              <a:gd name="connsiteX9" fmla="*/ 787196 w 1185143"/>
              <a:gd name="connsiteY9" fmla="*/ 103756 h 207458"/>
              <a:gd name="connsiteX10" fmla="*/ 752718 w 1185143"/>
              <a:gd name="connsiteY10" fmla="*/ 69225 h 207458"/>
              <a:gd name="connsiteX11" fmla="*/ 735318 w 1185143"/>
              <a:gd name="connsiteY11" fmla="*/ 103756 h 207458"/>
              <a:gd name="connsiteX12" fmla="*/ 735318 w 1185143"/>
              <a:gd name="connsiteY12" fmla="*/ 172981 h 207458"/>
              <a:gd name="connsiteX13" fmla="*/ 752718 w 1185143"/>
              <a:gd name="connsiteY13" fmla="*/ 207458 h 207458"/>
              <a:gd name="connsiteX14" fmla="*/ 873821 w 1185143"/>
              <a:gd name="connsiteY14" fmla="*/ 207458 h 207458"/>
              <a:gd name="connsiteX15" fmla="*/ 873821 w 1185143"/>
              <a:gd name="connsiteY15" fmla="*/ 69225 h 207458"/>
              <a:gd name="connsiteX16" fmla="*/ 752718 w 1185143"/>
              <a:gd name="connsiteY16" fmla="*/ 69225 h 207458"/>
              <a:gd name="connsiteX17" fmla="*/ 977577 w 1185143"/>
              <a:gd name="connsiteY17" fmla="*/ 69225 h 207458"/>
              <a:gd name="connsiteX18" fmla="*/ 977577 w 1185143"/>
              <a:gd name="connsiteY18" fmla="*/ 207458 h 207458"/>
              <a:gd name="connsiteX19" fmla="*/ 1029455 w 1185143"/>
              <a:gd name="connsiteY19" fmla="*/ 207458 h 207458"/>
              <a:gd name="connsiteX20" fmla="*/ 1029455 w 1185143"/>
              <a:gd name="connsiteY20" fmla="*/ 103756 h 207458"/>
              <a:gd name="connsiteX21" fmla="*/ 1055394 w 1185143"/>
              <a:gd name="connsiteY21" fmla="*/ 103756 h 207458"/>
              <a:gd name="connsiteX22" fmla="*/ 1055394 w 1185143"/>
              <a:gd name="connsiteY22" fmla="*/ 207458 h 207458"/>
              <a:gd name="connsiteX23" fmla="*/ 1107273 w 1185143"/>
              <a:gd name="connsiteY23" fmla="*/ 207458 h 207458"/>
              <a:gd name="connsiteX24" fmla="*/ 1107273 w 1185143"/>
              <a:gd name="connsiteY24" fmla="*/ 103756 h 207458"/>
              <a:gd name="connsiteX25" fmla="*/ 1133266 w 1185143"/>
              <a:gd name="connsiteY25" fmla="*/ 103756 h 207458"/>
              <a:gd name="connsiteX26" fmla="*/ 1133266 w 1185143"/>
              <a:gd name="connsiteY26" fmla="*/ 207458 h 207458"/>
              <a:gd name="connsiteX27" fmla="*/ 1185144 w 1185143"/>
              <a:gd name="connsiteY27" fmla="*/ 207458 h 207458"/>
              <a:gd name="connsiteX28" fmla="*/ 1185144 w 1185143"/>
              <a:gd name="connsiteY28" fmla="*/ 103756 h 207458"/>
              <a:gd name="connsiteX29" fmla="*/ 1168013 w 1185143"/>
              <a:gd name="connsiteY29" fmla="*/ 69225 h 207458"/>
              <a:gd name="connsiteX30" fmla="*/ 977631 w 1185143"/>
              <a:gd name="connsiteY30" fmla="*/ 69225 h 207458"/>
              <a:gd name="connsiteX31" fmla="*/ 899760 w 1185143"/>
              <a:gd name="connsiteY31" fmla="*/ 207458 h 207458"/>
              <a:gd name="connsiteX32" fmla="*/ 951692 w 1185143"/>
              <a:gd name="connsiteY32" fmla="*/ 207458 h 207458"/>
              <a:gd name="connsiteX33" fmla="*/ 951692 w 1185143"/>
              <a:gd name="connsiteY33" fmla="*/ 69225 h 207458"/>
              <a:gd name="connsiteX34" fmla="*/ 899760 w 1185143"/>
              <a:gd name="connsiteY34" fmla="*/ 69009 h 207458"/>
              <a:gd name="connsiteX35" fmla="*/ 899760 w 1185143"/>
              <a:gd name="connsiteY35" fmla="*/ 207458 h 207458"/>
              <a:gd name="connsiteX36" fmla="*/ 112565 w 1185143"/>
              <a:gd name="connsiteY36" fmla="*/ 34477 h 207458"/>
              <a:gd name="connsiteX37" fmla="*/ 112565 w 1185143"/>
              <a:gd name="connsiteY37" fmla="*/ 103756 h 207458"/>
              <a:gd name="connsiteX38" fmla="*/ 86355 w 1185143"/>
              <a:gd name="connsiteY38" fmla="*/ 103756 h 207458"/>
              <a:gd name="connsiteX39" fmla="*/ 112565 w 1185143"/>
              <a:gd name="connsiteY39" fmla="*/ 34477 h 207458"/>
              <a:gd name="connsiteX40" fmla="*/ 69225 w 1185143"/>
              <a:gd name="connsiteY40" fmla="*/ 0 h 207458"/>
              <a:gd name="connsiteX41" fmla="*/ 0 w 1185143"/>
              <a:gd name="connsiteY41" fmla="*/ 207458 h 207458"/>
              <a:gd name="connsiteX42" fmla="*/ 51878 w 1185143"/>
              <a:gd name="connsiteY42" fmla="*/ 207458 h 207458"/>
              <a:gd name="connsiteX43" fmla="*/ 77817 w 1185143"/>
              <a:gd name="connsiteY43" fmla="*/ 138450 h 207458"/>
              <a:gd name="connsiteX44" fmla="*/ 112565 w 1185143"/>
              <a:gd name="connsiteY44" fmla="*/ 138450 h 207458"/>
              <a:gd name="connsiteX45" fmla="*/ 112565 w 1185143"/>
              <a:gd name="connsiteY45" fmla="*/ 207458 h 207458"/>
              <a:gd name="connsiteX46" fmla="*/ 164443 w 1185143"/>
              <a:gd name="connsiteY46" fmla="*/ 207458 h 207458"/>
              <a:gd name="connsiteX47" fmla="*/ 164443 w 1185143"/>
              <a:gd name="connsiteY47" fmla="*/ 0 h 207458"/>
              <a:gd name="connsiteX48" fmla="*/ 69225 w 1185143"/>
              <a:gd name="connsiteY48" fmla="*/ 0 h 207458"/>
              <a:gd name="connsiteX49" fmla="*/ 190328 w 1185143"/>
              <a:gd name="connsiteY49" fmla="*/ 207458 h 207458"/>
              <a:gd name="connsiteX50" fmla="*/ 242206 w 1185143"/>
              <a:gd name="connsiteY50" fmla="*/ 207458 h 207458"/>
              <a:gd name="connsiteX51" fmla="*/ 242206 w 1185143"/>
              <a:gd name="connsiteY51" fmla="*/ 0 h 207458"/>
              <a:gd name="connsiteX52" fmla="*/ 190328 w 1185143"/>
              <a:gd name="connsiteY52" fmla="*/ 0 h 207458"/>
              <a:gd name="connsiteX53" fmla="*/ 190328 w 1185143"/>
              <a:gd name="connsiteY53" fmla="*/ 207458 h 207458"/>
              <a:gd name="connsiteX54" fmla="*/ 328615 w 1185143"/>
              <a:gd name="connsiteY54" fmla="*/ 0 h 207458"/>
              <a:gd name="connsiteX55" fmla="*/ 328615 w 1185143"/>
              <a:gd name="connsiteY55" fmla="*/ 207458 h 207458"/>
              <a:gd name="connsiteX56" fmla="*/ 380493 w 1185143"/>
              <a:gd name="connsiteY56" fmla="*/ 207458 h 207458"/>
              <a:gd name="connsiteX57" fmla="*/ 380493 w 1185143"/>
              <a:gd name="connsiteY57" fmla="*/ 103756 h 207458"/>
              <a:gd name="connsiteX58" fmla="*/ 415295 w 1185143"/>
              <a:gd name="connsiteY58" fmla="*/ 103756 h 207458"/>
              <a:gd name="connsiteX59" fmla="*/ 415295 w 1185143"/>
              <a:gd name="connsiteY59" fmla="*/ 172981 h 207458"/>
              <a:gd name="connsiteX60" fmla="*/ 432641 w 1185143"/>
              <a:gd name="connsiteY60" fmla="*/ 207458 h 207458"/>
              <a:gd name="connsiteX61" fmla="*/ 553798 w 1185143"/>
              <a:gd name="connsiteY61" fmla="*/ 207458 h 207458"/>
              <a:gd name="connsiteX62" fmla="*/ 553798 w 1185143"/>
              <a:gd name="connsiteY62" fmla="*/ 103756 h 207458"/>
              <a:gd name="connsiteX63" fmla="*/ 579737 w 1185143"/>
              <a:gd name="connsiteY63" fmla="*/ 103756 h 207458"/>
              <a:gd name="connsiteX64" fmla="*/ 579737 w 1185143"/>
              <a:gd name="connsiteY64" fmla="*/ 207458 h 207458"/>
              <a:gd name="connsiteX65" fmla="*/ 631561 w 1185143"/>
              <a:gd name="connsiteY65" fmla="*/ 207458 h 207458"/>
              <a:gd name="connsiteX66" fmla="*/ 631561 w 1185143"/>
              <a:gd name="connsiteY66" fmla="*/ 103756 h 207458"/>
              <a:gd name="connsiteX67" fmla="*/ 657555 w 1185143"/>
              <a:gd name="connsiteY67" fmla="*/ 103756 h 207458"/>
              <a:gd name="connsiteX68" fmla="*/ 657555 w 1185143"/>
              <a:gd name="connsiteY68" fmla="*/ 207458 h 207458"/>
              <a:gd name="connsiteX69" fmla="*/ 709433 w 1185143"/>
              <a:gd name="connsiteY69" fmla="*/ 207458 h 207458"/>
              <a:gd name="connsiteX70" fmla="*/ 709433 w 1185143"/>
              <a:gd name="connsiteY70" fmla="*/ 103756 h 207458"/>
              <a:gd name="connsiteX71" fmla="*/ 735372 w 1185143"/>
              <a:gd name="connsiteY71" fmla="*/ 103756 h 207458"/>
              <a:gd name="connsiteX72" fmla="*/ 735372 w 1185143"/>
              <a:gd name="connsiteY72" fmla="*/ 69225 h 207458"/>
              <a:gd name="connsiteX73" fmla="*/ 709433 w 1185143"/>
              <a:gd name="connsiteY73" fmla="*/ 69225 h 207458"/>
              <a:gd name="connsiteX74" fmla="*/ 709433 w 1185143"/>
              <a:gd name="connsiteY74" fmla="*/ 34477 h 207458"/>
              <a:gd name="connsiteX75" fmla="*/ 657555 w 1185143"/>
              <a:gd name="connsiteY75" fmla="*/ 34477 h 207458"/>
              <a:gd name="connsiteX76" fmla="*/ 657555 w 1185143"/>
              <a:gd name="connsiteY76" fmla="*/ 69225 h 207458"/>
              <a:gd name="connsiteX77" fmla="*/ 631561 w 1185143"/>
              <a:gd name="connsiteY77" fmla="*/ 69225 h 207458"/>
              <a:gd name="connsiteX78" fmla="*/ 631561 w 1185143"/>
              <a:gd name="connsiteY78" fmla="*/ 34477 h 207458"/>
              <a:gd name="connsiteX79" fmla="*/ 579737 w 1185143"/>
              <a:gd name="connsiteY79" fmla="*/ 34477 h 207458"/>
              <a:gd name="connsiteX80" fmla="*/ 579737 w 1185143"/>
              <a:gd name="connsiteY80" fmla="*/ 69225 h 207458"/>
              <a:gd name="connsiteX81" fmla="*/ 501650 w 1185143"/>
              <a:gd name="connsiteY81" fmla="*/ 69225 h 207458"/>
              <a:gd name="connsiteX82" fmla="*/ 501650 w 1185143"/>
              <a:gd name="connsiteY82" fmla="*/ 172927 h 207458"/>
              <a:gd name="connsiteX83" fmla="*/ 467173 w 1185143"/>
              <a:gd name="connsiteY83" fmla="*/ 172927 h 207458"/>
              <a:gd name="connsiteX84" fmla="*/ 467173 w 1185143"/>
              <a:gd name="connsiteY84" fmla="*/ 69225 h 207458"/>
              <a:gd name="connsiteX85" fmla="*/ 380547 w 1185143"/>
              <a:gd name="connsiteY85" fmla="*/ 69225 h 207458"/>
              <a:gd name="connsiteX86" fmla="*/ 380547 w 1185143"/>
              <a:gd name="connsiteY86" fmla="*/ 34477 h 207458"/>
              <a:gd name="connsiteX87" fmla="*/ 467173 w 1185143"/>
              <a:gd name="connsiteY87" fmla="*/ 34477 h 207458"/>
              <a:gd name="connsiteX88" fmla="*/ 467173 w 1185143"/>
              <a:gd name="connsiteY88" fmla="*/ 0 h 207458"/>
              <a:gd name="connsiteX89" fmla="*/ 328669 w 1185143"/>
              <a:gd name="connsiteY89" fmla="*/ 0 h 207458"/>
              <a:gd name="connsiteX90" fmla="*/ 899760 w 1185143"/>
              <a:gd name="connsiteY90" fmla="*/ 34477 h 207458"/>
              <a:gd name="connsiteX91" fmla="*/ 951692 w 1185143"/>
              <a:gd name="connsiteY91" fmla="*/ 34477 h 207458"/>
              <a:gd name="connsiteX92" fmla="*/ 951692 w 1185143"/>
              <a:gd name="connsiteY92" fmla="*/ 0 h 207458"/>
              <a:gd name="connsiteX93" fmla="*/ 899760 w 1185143"/>
              <a:gd name="connsiteY93" fmla="*/ 0 h 207458"/>
              <a:gd name="connsiteX94" fmla="*/ 899760 w 1185143"/>
              <a:gd name="connsiteY94" fmla="*/ 34477 h 20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185143" h="207458">
                <a:moveTo>
                  <a:pt x="259606" y="138234"/>
                </a:moveTo>
                <a:lnTo>
                  <a:pt x="311539" y="138234"/>
                </a:lnTo>
                <a:lnTo>
                  <a:pt x="311539" y="103486"/>
                </a:lnTo>
                <a:lnTo>
                  <a:pt x="259606" y="103486"/>
                </a:lnTo>
                <a:lnTo>
                  <a:pt x="259606" y="138234"/>
                </a:lnTo>
                <a:close/>
                <a:moveTo>
                  <a:pt x="787196" y="103756"/>
                </a:moveTo>
                <a:lnTo>
                  <a:pt x="821943" y="103756"/>
                </a:lnTo>
                <a:lnTo>
                  <a:pt x="821943" y="172981"/>
                </a:lnTo>
                <a:lnTo>
                  <a:pt x="787196" y="172981"/>
                </a:lnTo>
                <a:lnTo>
                  <a:pt x="787196" y="103756"/>
                </a:lnTo>
                <a:close/>
                <a:moveTo>
                  <a:pt x="752718" y="69225"/>
                </a:moveTo>
                <a:lnTo>
                  <a:pt x="735318" y="103756"/>
                </a:lnTo>
                <a:lnTo>
                  <a:pt x="735318" y="172981"/>
                </a:lnTo>
                <a:lnTo>
                  <a:pt x="752718" y="207458"/>
                </a:lnTo>
                <a:lnTo>
                  <a:pt x="873821" y="207458"/>
                </a:lnTo>
                <a:lnTo>
                  <a:pt x="873821" y="69225"/>
                </a:lnTo>
                <a:lnTo>
                  <a:pt x="752718" y="69225"/>
                </a:lnTo>
                <a:close/>
                <a:moveTo>
                  <a:pt x="977577" y="69225"/>
                </a:moveTo>
                <a:lnTo>
                  <a:pt x="977577" y="207458"/>
                </a:lnTo>
                <a:lnTo>
                  <a:pt x="1029455" y="207458"/>
                </a:lnTo>
                <a:lnTo>
                  <a:pt x="1029455" y="103756"/>
                </a:lnTo>
                <a:lnTo>
                  <a:pt x="1055394" y="103756"/>
                </a:lnTo>
                <a:lnTo>
                  <a:pt x="1055394" y="207458"/>
                </a:lnTo>
                <a:lnTo>
                  <a:pt x="1107273" y="207458"/>
                </a:lnTo>
                <a:lnTo>
                  <a:pt x="1107273" y="103756"/>
                </a:lnTo>
                <a:lnTo>
                  <a:pt x="1133266" y="103756"/>
                </a:lnTo>
                <a:lnTo>
                  <a:pt x="1133266" y="207458"/>
                </a:lnTo>
                <a:lnTo>
                  <a:pt x="1185144" y="207458"/>
                </a:lnTo>
                <a:lnTo>
                  <a:pt x="1185144" y="103756"/>
                </a:lnTo>
                <a:lnTo>
                  <a:pt x="1168013" y="69225"/>
                </a:lnTo>
                <a:lnTo>
                  <a:pt x="977631" y="69225"/>
                </a:lnTo>
                <a:close/>
                <a:moveTo>
                  <a:pt x="899760" y="207458"/>
                </a:moveTo>
                <a:lnTo>
                  <a:pt x="951692" y="207458"/>
                </a:lnTo>
                <a:lnTo>
                  <a:pt x="951692" y="69225"/>
                </a:lnTo>
                <a:lnTo>
                  <a:pt x="899760" y="69009"/>
                </a:lnTo>
                <a:lnTo>
                  <a:pt x="899760" y="207458"/>
                </a:lnTo>
                <a:close/>
                <a:moveTo>
                  <a:pt x="112565" y="34477"/>
                </a:moveTo>
                <a:lnTo>
                  <a:pt x="112565" y="103756"/>
                </a:lnTo>
                <a:lnTo>
                  <a:pt x="86355" y="103756"/>
                </a:lnTo>
                <a:lnTo>
                  <a:pt x="112565" y="34477"/>
                </a:lnTo>
                <a:close/>
                <a:moveTo>
                  <a:pt x="69225" y="0"/>
                </a:moveTo>
                <a:lnTo>
                  <a:pt x="0" y="207458"/>
                </a:lnTo>
                <a:lnTo>
                  <a:pt x="51878" y="207458"/>
                </a:lnTo>
                <a:lnTo>
                  <a:pt x="77817" y="138450"/>
                </a:lnTo>
                <a:lnTo>
                  <a:pt x="112565" y="138450"/>
                </a:lnTo>
                <a:lnTo>
                  <a:pt x="112565" y="207458"/>
                </a:lnTo>
                <a:lnTo>
                  <a:pt x="164443" y="207458"/>
                </a:lnTo>
                <a:lnTo>
                  <a:pt x="164443" y="0"/>
                </a:lnTo>
                <a:lnTo>
                  <a:pt x="69225" y="0"/>
                </a:lnTo>
                <a:close/>
                <a:moveTo>
                  <a:pt x="190328" y="207458"/>
                </a:moveTo>
                <a:lnTo>
                  <a:pt x="242206" y="207458"/>
                </a:lnTo>
                <a:lnTo>
                  <a:pt x="242206" y="0"/>
                </a:lnTo>
                <a:lnTo>
                  <a:pt x="190328" y="0"/>
                </a:lnTo>
                <a:lnTo>
                  <a:pt x="190328" y="207458"/>
                </a:lnTo>
                <a:close/>
                <a:moveTo>
                  <a:pt x="328615" y="0"/>
                </a:moveTo>
                <a:lnTo>
                  <a:pt x="328615" y="207458"/>
                </a:lnTo>
                <a:lnTo>
                  <a:pt x="380493" y="207458"/>
                </a:lnTo>
                <a:lnTo>
                  <a:pt x="380493" y="103756"/>
                </a:lnTo>
                <a:lnTo>
                  <a:pt x="415295" y="103756"/>
                </a:lnTo>
                <a:lnTo>
                  <a:pt x="415295" y="172981"/>
                </a:lnTo>
                <a:lnTo>
                  <a:pt x="432641" y="207458"/>
                </a:lnTo>
                <a:lnTo>
                  <a:pt x="553798" y="207458"/>
                </a:lnTo>
                <a:lnTo>
                  <a:pt x="553798" y="103756"/>
                </a:lnTo>
                <a:lnTo>
                  <a:pt x="579737" y="103756"/>
                </a:lnTo>
                <a:lnTo>
                  <a:pt x="579737" y="207458"/>
                </a:lnTo>
                <a:lnTo>
                  <a:pt x="631561" y="207458"/>
                </a:lnTo>
                <a:lnTo>
                  <a:pt x="631561" y="103756"/>
                </a:lnTo>
                <a:lnTo>
                  <a:pt x="657555" y="103756"/>
                </a:lnTo>
                <a:lnTo>
                  <a:pt x="657555" y="207458"/>
                </a:lnTo>
                <a:lnTo>
                  <a:pt x="709433" y="207458"/>
                </a:lnTo>
                <a:lnTo>
                  <a:pt x="709433" y="103756"/>
                </a:lnTo>
                <a:lnTo>
                  <a:pt x="735372" y="103756"/>
                </a:lnTo>
                <a:lnTo>
                  <a:pt x="735372" y="69225"/>
                </a:lnTo>
                <a:lnTo>
                  <a:pt x="709433" y="69225"/>
                </a:lnTo>
                <a:lnTo>
                  <a:pt x="709433" y="34477"/>
                </a:lnTo>
                <a:lnTo>
                  <a:pt x="657555" y="34477"/>
                </a:lnTo>
                <a:lnTo>
                  <a:pt x="657555" y="69225"/>
                </a:lnTo>
                <a:lnTo>
                  <a:pt x="631561" y="69225"/>
                </a:lnTo>
                <a:lnTo>
                  <a:pt x="631561" y="34477"/>
                </a:lnTo>
                <a:lnTo>
                  <a:pt x="579737" y="34477"/>
                </a:lnTo>
                <a:lnTo>
                  <a:pt x="579737" y="69225"/>
                </a:lnTo>
                <a:lnTo>
                  <a:pt x="501650" y="69225"/>
                </a:lnTo>
                <a:lnTo>
                  <a:pt x="501650" y="172927"/>
                </a:lnTo>
                <a:lnTo>
                  <a:pt x="467173" y="172927"/>
                </a:lnTo>
                <a:lnTo>
                  <a:pt x="467173" y="69225"/>
                </a:lnTo>
                <a:lnTo>
                  <a:pt x="380547" y="69225"/>
                </a:lnTo>
                <a:lnTo>
                  <a:pt x="380547" y="34477"/>
                </a:lnTo>
                <a:lnTo>
                  <a:pt x="467173" y="34477"/>
                </a:lnTo>
                <a:lnTo>
                  <a:pt x="467173" y="0"/>
                </a:lnTo>
                <a:lnTo>
                  <a:pt x="328669" y="0"/>
                </a:lnTo>
                <a:close/>
                <a:moveTo>
                  <a:pt x="899760" y="34477"/>
                </a:moveTo>
                <a:lnTo>
                  <a:pt x="951692" y="34477"/>
                </a:lnTo>
                <a:lnTo>
                  <a:pt x="951692" y="0"/>
                </a:lnTo>
                <a:lnTo>
                  <a:pt x="899760" y="0"/>
                </a:lnTo>
                <a:lnTo>
                  <a:pt x="899760" y="34477"/>
                </a:lnTo>
                <a:close/>
              </a:path>
            </a:pathLst>
          </a:custGeom>
          <a:solidFill>
            <a:schemeClr val="bg1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9D9692-48C7-DABD-E24B-9748091E3AED}"/>
              </a:ext>
            </a:extLst>
          </p:cNvPr>
          <p:cNvSpPr/>
          <p:nvPr userDrawn="1"/>
        </p:nvSpPr>
        <p:spPr>
          <a:xfrm>
            <a:off x="9951588" y="538699"/>
            <a:ext cx="415348" cy="363146"/>
          </a:xfrm>
          <a:custGeom>
            <a:avLst/>
            <a:gdLst>
              <a:gd name="connsiteX0" fmla="*/ 156175 w 415348"/>
              <a:gd name="connsiteY0" fmla="*/ 155526 h 363146"/>
              <a:gd name="connsiteX1" fmla="*/ 207782 w 415348"/>
              <a:gd name="connsiteY1" fmla="*/ 103864 h 363146"/>
              <a:gd name="connsiteX2" fmla="*/ 259390 w 415348"/>
              <a:gd name="connsiteY2" fmla="*/ 155526 h 363146"/>
              <a:gd name="connsiteX3" fmla="*/ 207782 w 415348"/>
              <a:gd name="connsiteY3" fmla="*/ 207296 h 363146"/>
              <a:gd name="connsiteX4" fmla="*/ 156175 w 415348"/>
              <a:gd name="connsiteY4" fmla="*/ 155526 h 363146"/>
              <a:gd name="connsiteX5" fmla="*/ 207782 w 415348"/>
              <a:gd name="connsiteY5" fmla="*/ 0 h 363146"/>
              <a:gd name="connsiteX6" fmla="*/ 0 w 415348"/>
              <a:gd name="connsiteY6" fmla="*/ 207350 h 363146"/>
              <a:gd name="connsiteX7" fmla="*/ 51986 w 415348"/>
              <a:gd name="connsiteY7" fmla="*/ 259228 h 363146"/>
              <a:gd name="connsiteX8" fmla="*/ 104134 w 415348"/>
              <a:gd name="connsiteY8" fmla="*/ 207512 h 363146"/>
              <a:gd name="connsiteX9" fmla="*/ 155904 w 415348"/>
              <a:gd name="connsiteY9" fmla="*/ 259499 h 363146"/>
              <a:gd name="connsiteX10" fmla="*/ 103810 w 415348"/>
              <a:gd name="connsiteY10" fmla="*/ 311593 h 363146"/>
              <a:gd name="connsiteX11" fmla="*/ 155904 w 415348"/>
              <a:gd name="connsiteY11" fmla="*/ 363147 h 363146"/>
              <a:gd name="connsiteX12" fmla="*/ 206810 w 415348"/>
              <a:gd name="connsiteY12" fmla="*/ 311431 h 363146"/>
              <a:gd name="connsiteX13" fmla="*/ 259823 w 415348"/>
              <a:gd name="connsiteY13" fmla="*/ 363147 h 363146"/>
              <a:gd name="connsiteX14" fmla="*/ 311485 w 415348"/>
              <a:gd name="connsiteY14" fmla="*/ 311431 h 363146"/>
              <a:gd name="connsiteX15" fmla="*/ 259823 w 415348"/>
              <a:gd name="connsiteY15" fmla="*/ 259769 h 363146"/>
              <a:gd name="connsiteX16" fmla="*/ 312025 w 415348"/>
              <a:gd name="connsiteY16" fmla="*/ 207512 h 363146"/>
              <a:gd name="connsiteX17" fmla="*/ 363633 w 415348"/>
              <a:gd name="connsiteY17" fmla="*/ 259228 h 363146"/>
              <a:gd name="connsiteX18" fmla="*/ 415349 w 415348"/>
              <a:gd name="connsiteY18" fmla="*/ 207512 h 363146"/>
              <a:gd name="connsiteX19" fmla="*/ 207782 w 415348"/>
              <a:gd name="connsiteY19" fmla="*/ 0 h 36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15348" h="363146">
                <a:moveTo>
                  <a:pt x="156175" y="155526"/>
                </a:moveTo>
                <a:lnTo>
                  <a:pt x="207782" y="103864"/>
                </a:lnTo>
                <a:lnTo>
                  <a:pt x="259390" y="155526"/>
                </a:lnTo>
                <a:lnTo>
                  <a:pt x="207782" y="207296"/>
                </a:lnTo>
                <a:lnTo>
                  <a:pt x="156175" y="155526"/>
                </a:lnTo>
                <a:close/>
                <a:moveTo>
                  <a:pt x="207782" y="0"/>
                </a:moveTo>
                <a:lnTo>
                  <a:pt x="0" y="207350"/>
                </a:lnTo>
                <a:lnTo>
                  <a:pt x="51986" y="259228"/>
                </a:lnTo>
                <a:lnTo>
                  <a:pt x="104134" y="207512"/>
                </a:lnTo>
                <a:lnTo>
                  <a:pt x="155904" y="259499"/>
                </a:lnTo>
                <a:lnTo>
                  <a:pt x="103810" y="311593"/>
                </a:lnTo>
                <a:lnTo>
                  <a:pt x="155904" y="363147"/>
                </a:lnTo>
                <a:lnTo>
                  <a:pt x="206810" y="311431"/>
                </a:lnTo>
                <a:lnTo>
                  <a:pt x="259823" y="363147"/>
                </a:lnTo>
                <a:lnTo>
                  <a:pt x="311485" y="311431"/>
                </a:lnTo>
                <a:lnTo>
                  <a:pt x="259823" y="259769"/>
                </a:lnTo>
                <a:lnTo>
                  <a:pt x="312025" y="207512"/>
                </a:lnTo>
                <a:lnTo>
                  <a:pt x="363633" y="259228"/>
                </a:lnTo>
                <a:lnTo>
                  <a:pt x="415349" y="207512"/>
                </a:lnTo>
                <a:lnTo>
                  <a:pt x="207782" y="0"/>
                </a:lnTo>
                <a:close/>
              </a:path>
            </a:pathLst>
          </a:custGeom>
          <a:solidFill>
            <a:schemeClr val="accent2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3A519CC-A663-F358-9865-6872EB7A18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57942 w 12192000"/>
              <a:gd name="connsiteY0" fmla="*/ 746373 h 6858000"/>
              <a:gd name="connsiteX1" fmla="*/ 11292689 w 12192000"/>
              <a:gd name="connsiteY1" fmla="*/ 746373 h 6858000"/>
              <a:gd name="connsiteX2" fmla="*/ 11292689 w 12192000"/>
              <a:gd name="connsiteY2" fmla="*/ 815598 h 6858000"/>
              <a:gd name="connsiteX3" fmla="*/ 11257942 w 12192000"/>
              <a:gd name="connsiteY3" fmla="*/ 815598 h 6858000"/>
              <a:gd name="connsiteX4" fmla="*/ 11206118 w 12192000"/>
              <a:gd name="connsiteY4" fmla="*/ 746266 h 6858000"/>
              <a:gd name="connsiteX5" fmla="*/ 11206118 w 12192000"/>
              <a:gd name="connsiteY5" fmla="*/ 746373 h 6858000"/>
              <a:gd name="connsiteX6" fmla="*/ 11206064 w 12192000"/>
              <a:gd name="connsiteY6" fmla="*/ 746373 h 6858000"/>
              <a:gd name="connsiteX7" fmla="*/ 10730352 w 12192000"/>
              <a:gd name="connsiteY7" fmla="*/ 746103 h 6858000"/>
              <a:gd name="connsiteX8" fmla="*/ 10730352 w 12192000"/>
              <a:gd name="connsiteY8" fmla="*/ 780851 h 6858000"/>
              <a:gd name="connsiteX9" fmla="*/ 10782285 w 12192000"/>
              <a:gd name="connsiteY9" fmla="*/ 780851 h 6858000"/>
              <a:gd name="connsiteX10" fmla="*/ 10782285 w 12192000"/>
              <a:gd name="connsiteY10" fmla="*/ 746103 h 6858000"/>
              <a:gd name="connsiteX11" fmla="*/ 11448323 w 12192000"/>
              <a:gd name="connsiteY11" fmla="*/ 711842 h 6858000"/>
              <a:gd name="connsiteX12" fmla="*/ 11448323 w 12192000"/>
              <a:gd name="connsiteY12" fmla="*/ 850075 h 6858000"/>
              <a:gd name="connsiteX13" fmla="*/ 11500201 w 12192000"/>
              <a:gd name="connsiteY13" fmla="*/ 850075 h 6858000"/>
              <a:gd name="connsiteX14" fmla="*/ 11500201 w 12192000"/>
              <a:gd name="connsiteY14" fmla="*/ 746373 h 6858000"/>
              <a:gd name="connsiteX15" fmla="*/ 11526140 w 12192000"/>
              <a:gd name="connsiteY15" fmla="*/ 746373 h 6858000"/>
              <a:gd name="connsiteX16" fmla="*/ 11526140 w 12192000"/>
              <a:gd name="connsiteY16" fmla="*/ 850075 h 6858000"/>
              <a:gd name="connsiteX17" fmla="*/ 11578019 w 12192000"/>
              <a:gd name="connsiteY17" fmla="*/ 850075 h 6858000"/>
              <a:gd name="connsiteX18" fmla="*/ 11578019 w 12192000"/>
              <a:gd name="connsiteY18" fmla="*/ 746373 h 6858000"/>
              <a:gd name="connsiteX19" fmla="*/ 11604012 w 12192000"/>
              <a:gd name="connsiteY19" fmla="*/ 746373 h 6858000"/>
              <a:gd name="connsiteX20" fmla="*/ 11604012 w 12192000"/>
              <a:gd name="connsiteY20" fmla="*/ 850075 h 6858000"/>
              <a:gd name="connsiteX21" fmla="*/ 11655890 w 12192000"/>
              <a:gd name="connsiteY21" fmla="*/ 850075 h 6858000"/>
              <a:gd name="connsiteX22" fmla="*/ 11655890 w 12192000"/>
              <a:gd name="connsiteY22" fmla="*/ 746373 h 6858000"/>
              <a:gd name="connsiteX23" fmla="*/ 11638759 w 12192000"/>
              <a:gd name="connsiteY23" fmla="*/ 711842 h 6858000"/>
              <a:gd name="connsiteX24" fmla="*/ 11448377 w 12192000"/>
              <a:gd name="connsiteY24" fmla="*/ 711842 h 6858000"/>
              <a:gd name="connsiteX25" fmla="*/ 11370506 w 12192000"/>
              <a:gd name="connsiteY25" fmla="*/ 711626 h 6858000"/>
              <a:gd name="connsiteX26" fmla="*/ 11370506 w 12192000"/>
              <a:gd name="connsiteY26" fmla="*/ 850075 h 6858000"/>
              <a:gd name="connsiteX27" fmla="*/ 11422438 w 12192000"/>
              <a:gd name="connsiteY27" fmla="*/ 850075 h 6858000"/>
              <a:gd name="connsiteX28" fmla="*/ 11422438 w 12192000"/>
              <a:gd name="connsiteY28" fmla="*/ 711842 h 6858000"/>
              <a:gd name="connsiteX29" fmla="*/ 10583311 w 12192000"/>
              <a:gd name="connsiteY29" fmla="*/ 677094 h 6858000"/>
              <a:gd name="connsiteX30" fmla="*/ 10583311 w 12192000"/>
              <a:gd name="connsiteY30" fmla="*/ 746373 h 6858000"/>
              <a:gd name="connsiteX31" fmla="*/ 10557101 w 12192000"/>
              <a:gd name="connsiteY31" fmla="*/ 746373 h 6858000"/>
              <a:gd name="connsiteX32" fmla="*/ 11370506 w 12192000"/>
              <a:gd name="connsiteY32" fmla="*/ 642617 h 6858000"/>
              <a:gd name="connsiteX33" fmla="*/ 11370506 w 12192000"/>
              <a:gd name="connsiteY33" fmla="*/ 677094 h 6858000"/>
              <a:gd name="connsiteX34" fmla="*/ 11422438 w 12192000"/>
              <a:gd name="connsiteY34" fmla="*/ 677094 h 6858000"/>
              <a:gd name="connsiteX35" fmla="*/ 11422438 w 12192000"/>
              <a:gd name="connsiteY35" fmla="*/ 642617 h 6858000"/>
              <a:gd name="connsiteX36" fmla="*/ 10799361 w 12192000"/>
              <a:gd name="connsiteY36" fmla="*/ 642617 h 6858000"/>
              <a:gd name="connsiteX37" fmla="*/ 10799361 w 12192000"/>
              <a:gd name="connsiteY37" fmla="*/ 850075 h 6858000"/>
              <a:gd name="connsiteX38" fmla="*/ 10851239 w 12192000"/>
              <a:gd name="connsiteY38" fmla="*/ 850075 h 6858000"/>
              <a:gd name="connsiteX39" fmla="*/ 10851239 w 12192000"/>
              <a:gd name="connsiteY39" fmla="*/ 746373 h 6858000"/>
              <a:gd name="connsiteX40" fmla="*/ 10886041 w 12192000"/>
              <a:gd name="connsiteY40" fmla="*/ 746373 h 6858000"/>
              <a:gd name="connsiteX41" fmla="*/ 10886041 w 12192000"/>
              <a:gd name="connsiteY41" fmla="*/ 815598 h 6858000"/>
              <a:gd name="connsiteX42" fmla="*/ 10903387 w 12192000"/>
              <a:gd name="connsiteY42" fmla="*/ 850075 h 6858000"/>
              <a:gd name="connsiteX43" fmla="*/ 11024544 w 12192000"/>
              <a:gd name="connsiteY43" fmla="*/ 850075 h 6858000"/>
              <a:gd name="connsiteX44" fmla="*/ 11024544 w 12192000"/>
              <a:gd name="connsiteY44" fmla="*/ 746373 h 6858000"/>
              <a:gd name="connsiteX45" fmla="*/ 11050483 w 12192000"/>
              <a:gd name="connsiteY45" fmla="*/ 746373 h 6858000"/>
              <a:gd name="connsiteX46" fmla="*/ 11050483 w 12192000"/>
              <a:gd name="connsiteY46" fmla="*/ 850075 h 6858000"/>
              <a:gd name="connsiteX47" fmla="*/ 11102307 w 12192000"/>
              <a:gd name="connsiteY47" fmla="*/ 850075 h 6858000"/>
              <a:gd name="connsiteX48" fmla="*/ 11102307 w 12192000"/>
              <a:gd name="connsiteY48" fmla="*/ 746373 h 6858000"/>
              <a:gd name="connsiteX49" fmla="*/ 11128301 w 12192000"/>
              <a:gd name="connsiteY49" fmla="*/ 746373 h 6858000"/>
              <a:gd name="connsiteX50" fmla="*/ 11128301 w 12192000"/>
              <a:gd name="connsiteY50" fmla="*/ 850075 h 6858000"/>
              <a:gd name="connsiteX51" fmla="*/ 11180179 w 12192000"/>
              <a:gd name="connsiteY51" fmla="*/ 850075 h 6858000"/>
              <a:gd name="connsiteX52" fmla="*/ 11180179 w 12192000"/>
              <a:gd name="connsiteY52" fmla="*/ 746373 h 6858000"/>
              <a:gd name="connsiteX53" fmla="*/ 11206064 w 12192000"/>
              <a:gd name="connsiteY53" fmla="*/ 746373 h 6858000"/>
              <a:gd name="connsiteX54" fmla="*/ 11206064 w 12192000"/>
              <a:gd name="connsiteY54" fmla="*/ 815598 h 6858000"/>
              <a:gd name="connsiteX55" fmla="*/ 11223464 w 12192000"/>
              <a:gd name="connsiteY55" fmla="*/ 850075 h 6858000"/>
              <a:gd name="connsiteX56" fmla="*/ 11344567 w 12192000"/>
              <a:gd name="connsiteY56" fmla="*/ 850075 h 6858000"/>
              <a:gd name="connsiteX57" fmla="*/ 11344567 w 12192000"/>
              <a:gd name="connsiteY57" fmla="*/ 711842 h 6858000"/>
              <a:gd name="connsiteX58" fmla="*/ 11223464 w 12192000"/>
              <a:gd name="connsiteY58" fmla="*/ 711842 h 6858000"/>
              <a:gd name="connsiteX59" fmla="*/ 11206118 w 12192000"/>
              <a:gd name="connsiteY59" fmla="*/ 746266 h 6858000"/>
              <a:gd name="connsiteX60" fmla="*/ 11206118 w 12192000"/>
              <a:gd name="connsiteY60" fmla="*/ 711842 h 6858000"/>
              <a:gd name="connsiteX61" fmla="*/ 11180179 w 12192000"/>
              <a:gd name="connsiteY61" fmla="*/ 711842 h 6858000"/>
              <a:gd name="connsiteX62" fmla="*/ 11180179 w 12192000"/>
              <a:gd name="connsiteY62" fmla="*/ 677094 h 6858000"/>
              <a:gd name="connsiteX63" fmla="*/ 11128301 w 12192000"/>
              <a:gd name="connsiteY63" fmla="*/ 677094 h 6858000"/>
              <a:gd name="connsiteX64" fmla="*/ 11128301 w 12192000"/>
              <a:gd name="connsiteY64" fmla="*/ 711842 h 6858000"/>
              <a:gd name="connsiteX65" fmla="*/ 11102307 w 12192000"/>
              <a:gd name="connsiteY65" fmla="*/ 711842 h 6858000"/>
              <a:gd name="connsiteX66" fmla="*/ 11102307 w 12192000"/>
              <a:gd name="connsiteY66" fmla="*/ 677094 h 6858000"/>
              <a:gd name="connsiteX67" fmla="*/ 11050483 w 12192000"/>
              <a:gd name="connsiteY67" fmla="*/ 677094 h 6858000"/>
              <a:gd name="connsiteX68" fmla="*/ 11050483 w 12192000"/>
              <a:gd name="connsiteY68" fmla="*/ 711842 h 6858000"/>
              <a:gd name="connsiteX69" fmla="*/ 10972396 w 12192000"/>
              <a:gd name="connsiteY69" fmla="*/ 711842 h 6858000"/>
              <a:gd name="connsiteX70" fmla="*/ 10972396 w 12192000"/>
              <a:gd name="connsiteY70" fmla="*/ 815544 h 6858000"/>
              <a:gd name="connsiteX71" fmla="*/ 10937919 w 12192000"/>
              <a:gd name="connsiteY71" fmla="*/ 815544 h 6858000"/>
              <a:gd name="connsiteX72" fmla="*/ 10937919 w 12192000"/>
              <a:gd name="connsiteY72" fmla="*/ 711842 h 6858000"/>
              <a:gd name="connsiteX73" fmla="*/ 10851293 w 12192000"/>
              <a:gd name="connsiteY73" fmla="*/ 711842 h 6858000"/>
              <a:gd name="connsiteX74" fmla="*/ 10851293 w 12192000"/>
              <a:gd name="connsiteY74" fmla="*/ 677094 h 6858000"/>
              <a:gd name="connsiteX75" fmla="*/ 10937919 w 12192000"/>
              <a:gd name="connsiteY75" fmla="*/ 677094 h 6858000"/>
              <a:gd name="connsiteX76" fmla="*/ 10937919 w 12192000"/>
              <a:gd name="connsiteY76" fmla="*/ 642617 h 6858000"/>
              <a:gd name="connsiteX77" fmla="*/ 10799415 w 12192000"/>
              <a:gd name="connsiteY77" fmla="*/ 642617 h 6858000"/>
              <a:gd name="connsiteX78" fmla="*/ 10661074 w 12192000"/>
              <a:gd name="connsiteY78" fmla="*/ 642617 h 6858000"/>
              <a:gd name="connsiteX79" fmla="*/ 10661074 w 12192000"/>
              <a:gd name="connsiteY79" fmla="*/ 850075 h 6858000"/>
              <a:gd name="connsiteX80" fmla="*/ 10712952 w 12192000"/>
              <a:gd name="connsiteY80" fmla="*/ 850075 h 6858000"/>
              <a:gd name="connsiteX81" fmla="*/ 10712952 w 12192000"/>
              <a:gd name="connsiteY81" fmla="*/ 642617 h 6858000"/>
              <a:gd name="connsiteX82" fmla="*/ 10539971 w 12192000"/>
              <a:gd name="connsiteY82" fmla="*/ 642617 h 6858000"/>
              <a:gd name="connsiteX83" fmla="*/ 10470746 w 12192000"/>
              <a:gd name="connsiteY83" fmla="*/ 850075 h 6858000"/>
              <a:gd name="connsiteX84" fmla="*/ 10522624 w 12192000"/>
              <a:gd name="connsiteY84" fmla="*/ 850075 h 6858000"/>
              <a:gd name="connsiteX85" fmla="*/ 10548563 w 12192000"/>
              <a:gd name="connsiteY85" fmla="*/ 781067 h 6858000"/>
              <a:gd name="connsiteX86" fmla="*/ 10583311 w 12192000"/>
              <a:gd name="connsiteY86" fmla="*/ 781067 h 6858000"/>
              <a:gd name="connsiteX87" fmla="*/ 10583311 w 12192000"/>
              <a:gd name="connsiteY87" fmla="*/ 850075 h 6858000"/>
              <a:gd name="connsiteX88" fmla="*/ 10635189 w 12192000"/>
              <a:gd name="connsiteY88" fmla="*/ 850075 h 6858000"/>
              <a:gd name="connsiteX89" fmla="*/ 10635189 w 12192000"/>
              <a:gd name="connsiteY89" fmla="*/ 642617 h 6858000"/>
              <a:gd name="connsiteX90" fmla="*/ 10159370 w 12192000"/>
              <a:gd name="connsiteY90" fmla="*/ 642563 h 6858000"/>
              <a:gd name="connsiteX91" fmla="*/ 10210978 w 12192000"/>
              <a:gd name="connsiteY91" fmla="*/ 694225 h 6858000"/>
              <a:gd name="connsiteX92" fmla="*/ 10159370 w 12192000"/>
              <a:gd name="connsiteY92" fmla="*/ 745995 h 6858000"/>
              <a:gd name="connsiteX93" fmla="*/ 10107763 w 12192000"/>
              <a:gd name="connsiteY93" fmla="*/ 694225 h 6858000"/>
              <a:gd name="connsiteX94" fmla="*/ 10159370 w 12192000"/>
              <a:gd name="connsiteY94" fmla="*/ 538699 h 6858000"/>
              <a:gd name="connsiteX95" fmla="*/ 9951588 w 12192000"/>
              <a:gd name="connsiteY95" fmla="*/ 746049 h 6858000"/>
              <a:gd name="connsiteX96" fmla="*/ 10003574 w 12192000"/>
              <a:gd name="connsiteY96" fmla="*/ 797927 h 6858000"/>
              <a:gd name="connsiteX97" fmla="*/ 10055722 w 12192000"/>
              <a:gd name="connsiteY97" fmla="*/ 746211 h 6858000"/>
              <a:gd name="connsiteX98" fmla="*/ 10107492 w 12192000"/>
              <a:gd name="connsiteY98" fmla="*/ 798198 h 6858000"/>
              <a:gd name="connsiteX99" fmla="*/ 10055398 w 12192000"/>
              <a:gd name="connsiteY99" fmla="*/ 850292 h 6858000"/>
              <a:gd name="connsiteX100" fmla="*/ 10107492 w 12192000"/>
              <a:gd name="connsiteY100" fmla="*/ 901846 h 6858000"/>
              <a:gd name="connsiteX101" fmla="*/ 10158398 w 12192000"/>
              <a:gd name="connsiteY101" fmla="*/ 850130 h 6858000"/>
              <a:gd name="connsiteX102" fmla="*/ 10211411 w 12192000"/>
              <a:gd name="connsiteY102" fmla="*/ 901846 h 6858000"/>
              <a:gd name="connsiteX103" fmla="*/ 10263073 w 12192000"/>
              <a:gd name="connsiteY103" fmla="*/ 850130 h 6858000"/>
              <a:gd name="connsiteX104" fmla="*/ 10211411 w 12192000"/>
              <a:gd name="connsiteY104" fmla="*/ 798468 h 6858000"/>
              <a:gd name="connsiteX105" fmla="*/ 10263613 w 12192000"/>
              <a:gd name="connsiteY105" fmla="*/ 746211 h 6858000"/>
              <a:gd name="connsiteX106" fmla="*/ 10315221 w 12192000"/>
              <a:gd name="connsiteY106" fmla="*/ 797927 h 6858000"/>
              <a:gd name="connsiteX107" fmla="*/ 10366937 w 12192000"/>
              <a:gd name="connsiteY107" fmla="*/ 746211 h 6858000"/>
              <a:gd name="connsiteX108" fmla="*/ 0 w 12192000"/>
              <a:gd name="connsiteY108" fmla="*/ 0 h 6858000"/>
              <a:gd name="connsiteX109" fmla="*/ 12192000 w 12192000"/>
              <a:gd name="connsiteY109" fmla="*/ 0 h 6858000"/>
              <a:gd name="connsiteX110" fmla="*/ 12192000 w 12192000"/>
              <a:gd name="connsiteY110" fmla="*/ 6858000 h 6858000"/>
              <a:gd name="connsiteX111" fmla="*/ 0 w 121920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12192000" h="6858000">
                <a:moveTo>
                  <a:pt x="11257942" y="746373"/>
                </a:moveTo>
                <a:lnTo>
                  <a:pt x="11292689" y="746373"/>
                </a:lnTo>
                <a:lnTo>
                  <a:pt x="11292689" y="815598"/>
                </a:lnTo>
                <a:lnTo>
                  <a:pt x="11257942" y="815598"/>
                </a:lnTo>
                <a:close/>
                <a:moveTo>
                  <a:pt x="11206118" y="746266"/>
                </a:moveTo>
                <a:lnTo>
                  <a:pt x="11206118" y="746373"/>
                </a:lnTo>
                <a:lnTo>
                  <a:pt x="11206064" y="746373"/>
                </a:lnTo>
                <a:close/>
                <a:moveTo>
                  <a:pt x="10730352" y="746103"/>
                </a:moveTo>
                <a:lnTo>
                  <a:pt x="10730352" y="780851"/>
                </a:lnTo>
                <a:lnTo>
                  <a:pt x="10782285" y="780851"/>
                </a:lnTo>
                <a:lnTo>
                  <a:pt x="10782285" y="746103"/>
                </a:lnTo>
                <a:close/>
                <a:moveTo>
                  <a:pt x="11448323" y="711842"/>
                </a:moveTo>
                <a:lnTo>
                  <a:pt x="11448323" y="850075"/>
                </a:lnTo>
                <a:lnTo>
                  <a:pt x="11500201" y="850075"/>
                </a:lnTo>
                <a:lnTo>
                  <a:pt x="11500201" y="746373"/>
                </a:lnTo>
                <a:lnTo>
                  <a:pt x="11526140" y="746373"/>
                </a:lnTo>
                <a:lnTo>
                  <a:pt x="11526140" y="850075"/>
                </a:lnTo>
                <a:lnTo>
                  <a:pt x="11578019" y="850075"/>
                </a:lnTo>
                <a:lnTo>
                  <a:pt x="11578019" y="746373"/>
                </a:lnTo>
                <a:lnTo>
                  <a:pt x="11604012" y="746373"/>
                </a:lnTo>
                <a:lnTo>
                  <a:pt x="11604012" y="850075"/>
                </a:lnTo>
                <a:lnTo>
                  <a:pt x="11655890" y="850075"/>
                </a:lnTo>
                <a:lnTo>
                  <a:pt x="11655890" y="746373"/>
                </a:lnTo>
                <a:lnTo>
                  <a:pt x="11638759" y="711842"/>
                </a:lnTo>
                <a:lnTo>
                  <a:pt x="11448377" y="711842"/>
                </a:lnTo>
                <a:close/>
                <a:moveTo>
                  <a:pt x="11370506" y="711626"/>
                </a:moveTo>
                <a:lnTo>
                  <a:pt x="11370506" y="850075"/>
                </a:lnTo>
                <a:lnTo>
                  <a:pt x="11422438" y="850075"/>
                </a:lnTo>
                <a:lnTo>
                  <a:pt x="11422438" y="711842"/>
                </a:lnTo>
                <a:close/>
                <a:moveTo>
                  <a:pt x="10583311" y="677094"/>
                </a:moveTo>
                <a:lnTo>
                  <a:pt x="10583311" y="746373"/>
                </a:lnTo>
                <a:lnTo>
                  <a:pt x="10557101" y="746373"/>
                </a:lnTo>
                <a:close/>
                <a:moveTo>
                  <a:pt x="11370506" y="642617"/>
                </a:moveTo>
                <a:lnTo>
                  <a:pt x="11370506" y="677094"/>
                </a:lnTo>
                <a:lnTo>
                  <a:pt x="11422438" y="677094"/>
                </a:lnTo>
                <a:lnTo>
                  <a:pt x="11422438" y="642617"/>
                </a:lnTo>
                <a:close/>
                <a:moveTo>
                  <a:pt x="10799361" y="642617"/>
                </a:moveTo>
                <a:lnTo>
                  <a:pt x="10799361" y="850075"/>
                </a:lnTo>
                <a:lnTo>
                  <a:pt x="10851239" y="850075"/>
                </a:lnTo>
                <a:lnTo>
                  <a:pt x="10851239" y="746373"/>
                </a:lnTo>
                <a:lnTo>
                  <a:pt x="10886041" y="746373"/>
                </a:lnTo>
                <a:lnTo>
                  <a:pt x="10886041" y="815598"/>
                </a:lnTo>
                <a:lnTo>
                  <a:pt x="10903387" y="850075"/>
                </a:lnTo>
                <a:lnTo>
                  <a:pt x="11024544" y="850075"/>
                </a:lnTo>
                <a:lnTo>
                  <a:pt x="11024544" y="746373"/>
                </a:lnTo>
                <a:lnTo>
                  <a:pt x="11050483" y="746373"/>
                </a:lnTo>
                <a:lnTo>
                  <a:pt x="11050483" y="850075"/>
                </a:lnTo>
                <a:lnTo>
                  <a:pt x="11102307" y="850075"/>
                </a:lnTo>
                <a:lnTo>
                  <a:pt x="11102307" y="746373"/>
                </a:lnTo>
                <a:lnTo>
                  <a:pt x="11128301" y="746373"/>
                </a:lnTo>
                <a:lnTo>
                  <a:pt x="11128301" y="850075"/>
                </a:lnTo>
                <a:lnTo>
                  <a:pt x="11180179" y="850075"/>
                </a:lnTo>
                <a:lnTo>
                  <a:pt x="11180179" y="746373"/>
                </a:lnTo>
                <a:lnTo>
                  <a:pt x="11206064" y="746373"/>
                </a:lnTo>
                <a:lnTo>
                  <a:pt x="11206064" y="815598"/>
                </a:lnTo>
                <a:lnTo>
                  <a:pt x="11223464" y="850075"/>
                </a:lnTo>
                <a:lnTo>
                  <a:pt x="11344567" y="850075"/>
                </a:lnTo>
                <a:lnTo>
                  <a:pt x="11344567" y="711842"/>
                </a:lnTo>
                <a:lnTo>
                  <a:pt x="11223464" y="711842"/>
                </a:lnTo>
                <a:lnTo>
                  <a:pt x="11206118" y="746266"/>
                </a:lnTo>
                <a:lnTo>
                  <a:pt x="11206118" y="711842"/>
                </a:lnTo>
                <a:lnTo>
                  <a:pt x="11180179" y="711842"/>
                </a:lnTo>
                <a:lnTo>
                  <a:pt x="11180179" y="677094"/>
                </a:lnTo>
                <a:lnTo>
                  <a:pt x="11128301" y="677094"/>
                </a:lnTo>
                <a:lnTo>
                  <a:pt x="11128301" y="711842"/>
                </a:lnTo>
                <a:lnTo>
                  <a:pt x="11102307" y="711842"/>
                </a:lnTo>
                <a:lnTo>
                  <a:pt x="11102307" y="677094"/>
                </a:lnTo>
                <a:lnTo>
                  <a:pt x="11050483" y="677094"/>
                </a:lnTo>
                <a:lnTo>
                  <a:pt x="11050483" y="711842"/>
                </a:lnTo>
                <a:lnTo>
                  <a:pt x="10972396" y="711842"/>
                </a:lnTo>
                <a:lnTo>
                  <a:pt x="10972396" y="815544"/>
                </a:lnTo>
                <a:lnTo>
                  <a:pt x="10937919" y="815544"/>
                </a:lnTo>
                <a:lnTo>
                  <a:pt x="10937919" y="711842"/>
                </a:lnTo>
                <a:lnTo>
                  <a:pt x="10851293" y="711842"/>
                </a:lnTo>
                <a:lnTo>
                  <a:pt x="10851293" y="677094"/>
                </a:lnTo>
                <a:lnTo>
                  <a:pt x="10937919" y="677094"/>
                </a:lnTo>
                <a:lnTo>
                  <a:pt x="10937919" y="642617"/>
                </a:lnTo>
                <a:lnTo>
                  <a:pt x="10799415" y="642617"/>
                </a:lnTo>
                <a:close/>
                <a:moveTo>
                  <a:pt x="10661074" y="642617"/>
                </a:moveTo>
                <a:lnTo>
                  <a:pt x="10661074" y="850075"/>
                </a:lnTo>
                <a:lnTo>
                  <a:pt x="10712952" y="850075"/>
                </a:lnTo>
                <a:lnTo>
                  <a:pt x="10712952" y="642617"/>
                </a:lnTo>
                <a:close/>
                <a:moveTo>
                  <a:pt x="10539971" y="642617"/>
                </a:moveTo>
                <a:lnTo>
                  <a:pt x="10470746" y="850075"/>
                </a:lnTo>
                <a:lnTo>
                  <a:pt x="10522624" y="850075"/>
                </a:lnTo>
                <a:lnTo>
                  <a:pt x="10548563" y="781067"/>
                </a:lnTo>
                <a:lnTo>
                  <a:pt x="10583311" y="781067"/>
                </a:lnTo>
                <a:lnTo>
                  <a:pt x="10583311" y="850075"/>
                </a:lnTo>
                <a:lnTo>
                  <a:pt x="10635189" y="850075"/>
                </a:lnTo>
                <a:lnTo>
                  <a:pt x="10635189" y="642617"/>
                </a:lnTo>
                <a:close/>
                <a:moveTo>
                  <a:pt x="10159370" y="642563"/>
                </a:moveTo>
                <a:lnTo>
                  <a:pt x="10210978" y="694225"/>
                </a:lnTo>
                <a:lnTo>
                  <a:pt x="10159370" y="745995"/>
                </a:lnTo>
                <a:lnTo>
                  <a:pt x="10107763" y="694225"/>
                </a:lnTo>
                <a:close/>
                <a:moveTo>
                  <a:pt x="10159370" y="538699"/>
                </a:moveTo>
                <a:lnTo>
                  <a:pt x="9951588" y="746049"/>
                </a:lnTo>
                <a:lnTo>
                  <a:pt x="10003574" y="797927"/>
                </a:lnTo>
                <a:lnTo>
                  <a:pt x="10055722" y="746211"/>
                </a:lnTo>
                <a:lnTo>
                  <a:pt x="10107492" y="798198"/>
                </a:lnTo>
                <a:lnTo>
                  <a:pt x="10055398" y="850292"/>
                </a:lnTo>
                <a:lnTo>
                  <a:pt x="10107492" y="901846"/>
                </a:lnTo>
                <a:lnTo>
                  <a:pt x="10158398" y="850130"/>
                </a:lnTo>
                <a:lnTo>
                  <a:pt x="10211411" y="901846"/>
                </a:lnTo>
                <a:lnTo>
                  <a:pt x="10263073" y="850130"/>
                </a:lnTo>
                <a:lnTo>
                  <a:pt x="10211411" y="798468"/>
                </a:lnTo>
                <a:lnTo>
                  <a:pt x="10263613" y="746211"/>
                </a:lnTo>
                <a:lnTo>
                  <a:pt x="10315221" y="797927"/>
                </a:lnTo>
                <a:lnTo>
                  <a:pt x="10366937" y="74621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673821" y="6462506"/>
            <a:ext cx="63976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40893-6C66-401B-B1EC-2BDD8BAA836A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E7DF76B-C887-78D9-DED9-9F1A8AD7D51E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</p:spTree>
    <p:extLst>
      <p:ext uri="{BB962C8B-B14F-4D97-AF65-F5344CB8AC3E}">
        <p14:creationId xmlns:p14="http://schemas.microsoft.com/office/powerpoint/2010/main" val="3079961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55" userDrawn="1">
          <p15:clr>
            <a:srgbClr val="FBAE40"/>
          </p15:clr>
        </p15:guide>
        <p15:guide id="2" pos="5081" userDrawn="1">
          <p15:clr>
            <a:srgbClr val="FBAE40"/>
          </p15:clr>
        </p15:guide>
        <p15:guide id="3" orient="horz" pos="2330" userDrawn="1">
          <p15:clr>
            <a:srgbClr val="FBAE40"/>
          </p15:clr>
        </p15:guide>
        <p15:guide id="4" orient="horz" pos="250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Slide_dark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7B99DC-6A49-AA7B-C884-F03DC6C439D0}"/>
              </a:ext>
            </a:extLst>
          </p:cNvPr>
          <p:cNvSpPr/>
          <p:nvPr userDrawn="1"/>
        </p:nvSpPr>
        <p:spPr>
          <a:xfrm>
            <a:off x="10470746" y="642617"/>
            <a:ext cx="1185143" cy="207458"/>
          </a:xfrm>
          <a:custGeom>
            <a:avLst/>
            <a:gdLst>
              <a:gd name="connsiteX0" fmla="*/ 259606 w 1185143"/>
              <a:gd name="connsiteY0" fmla="*/ 138234 h 207458"/>
              <a:gd name="connsiteX1" fmla="*/ 311539 w 1185143"/>
              <a:gd name="connsiteY1" fmla="*/ 138234 h 207458"/>
              <a:gd name="connsiteX2" fmla="*/ 311539 w 1185143"/>
              <a:gd name="connsiteY2" fmla="*/ 103486 h 207458"/>
              <a:gd name="connsiteX3" fmla="*/ 259606 w 1185143"/>
              <a:gd name="connsiteY3" fmla="*/ 103486 h 207458"/>
              <a:gd name="connsiteX4" fmla="*/ 259606 w 1185143"/>
              <a:gd name="connsiteY4" fmla="*/ 138234 h 207458"/>
              <a:gd name="connsiteX5" fmla="*/ 787196 w 1185143"/>
              <a:gd name="connsiteY5" fmla="*/ 103756 h 207458"/>
              <a:gd name="connsiteX6" fmla="*/ 821943 w 1185143"/>
              <a:gd name="connsiteY6" fmla="*/ 103756 h 207458"/>
              <a:gd name="connsiteX7" fmla="*/ 821943 w 1185143"/>
              <a:gd name="connsiteY7" fmla="*/ 172981 h 207458"/>
              <a:gd name="connsiteX8" fmla="*/ 787196 w 1185143"/>
              <a:gd name="connsiteY8" fmla="*/ 172981 h 207458"/>
              <a:gd name="connsiteX9" fmla="*/ 787196 w 1185143"/>
              <a:gd name="connsiteY9" fmla="*/ 103756 h 207458"/>
              <a:gd name="connsiteX10" fmla="*/ 752718 w 1185143"/>
              <a:gd name="connsiteY10" fmla="*/ 69225 h 207458"/>
              <a:gd name="connsiteX11" fmla="*/ 735318 w 1185143"/>
              <a:gd name="connsiteY11" fmla="*/ 103756 h 207458"/>
              <a:gd name="connsiteX12" fmla="*/ 735318 w 1185143"/>
              <a:gd name="connsiteY12" fmla="*/ 172981 h 207458"/>
              <a:gd name="connsiteX13" fmla="*/ 752718 w 1185143"/>
              <a:gd name="connsiteY13" fmla="*/ 207458 h 207458"/>
              <a:gd name="connsiteX14" fmla="*/ 873821 w 1185143"/>
              <a:gd name="connsiteY14" fmla="*/ 207458 h 207458"/>
              <a:gd name="connsiteX15" fmla="*/ 873821 w 1185143"/>
              <a:gd name="connsiteY15" fmla="*/ 69225 h 207458"/>
              <a:gd name="connsiteX16" fmla="*/ 752718 w 1185143"/>
              <a:gd name="connsiteY16" fmla="*/ 69225 h 207458"/>
              <a:gd name="connsiteX17" fmla="*/ 977577 w 1185143"/>
              <a:gd name="connsiteY17" fmla="*/ 69225 h 207458"/>
              <a:gd name="connsiteX18" fmla="*/ 977577 w 1185143"/>
              <a:gd name="connsiteY18" fmla="*/ 207458 h 207458"/>
              <a:gd name="connsiteX19" fmla="*/ 1029455 w 1185143"/>
              <a:gd name="connsiteY19" fmla="*/ 207458 h 207458"/>
              <a:gd name="connsiteX20" fmla="*/ 1029455 w 1185143"/>
              <a:gd name="connsiteY20" fmla="*/ 103756 h 207458"/>
              <a:gd name="connsiteX21" fmla="*/ 1055394 w 1185143"/>
              <a:gd name="connsiteY21" fmla="*/ 103756 h 207458"/>
              <a:gd name="connsiteX22" fmla="*/ 1055394 w 1185143"/>
              <a:gd name="connsiteY22" fmla="*/ 207458 h 207458"/>
              <a:gd name="connsiteX23" fmla="*/ 1107273 w 1185143"/>
              <a:gd name="connsiteY23" fmla="*/ 207458 h 207458"/>
              <a:gd name="connsiteX24" fmla="*/ 1107273 w 1185143"/>
              <a:gd name="connsiteY24" fmla="*/ 103756 h 207458"/>
              <a:gd name="connsiteX25" fmla="*/ 1133266 w 1185143"/>
              <a:gd name="connsiteY25" fmla="*/ 103756 h 207458"/>
              <a:gd name="connsiteX26" fmla="*/ 1133266 w 1185143"/>
              <a:gd name="connsiteY26" fmla="*/ 207458 h 207458"/>
              <a:gd name="connsiteX27" fmla="*/ 1185144 w 1185143"/>
              <a:gd name="connsiteY27" fmla="*/ 207458 h 207458"/>
              <a:gd name="connsiteX28" fmla="*/ 1185144 w 1185143"/>
              <a:gd name="connsiteY28" fmla="*/ 103756 h 207458"/>
              <a:gd name="connsiteX29" fmla="*/ 1168013 w 1185143"/>
              <a:gd name="connsiteY29" fmla="*/ 69225 h 207458"/>
              <a:gd name="connsiteX30" fmla="*/ 977631 w 1185143"/>
              <a:gd name="connsiteY30" fmla="*/ 69225 h 207458"/>
              <a:gd name="connsiteX31" fmla="*/ 899760 w 1185143"/>
              <a:gd name="connsiteY31" fmla="*/ 207458 h 207458"/>
              <a:gd name="connsiteX32" fmla="*/ 951692 w 1185143"/>
              <a:gd name="connsiteY32" fmla="*/ 207458 h 207458"/>
              <a:gd name="connsiteX33" fmla="*/ 951692 w 1185143"/>
              <a:gd name="connsiteY33" fmla="*/ 69225 h 207458"/>
              <a:gd name="connsiteX34" fmla="*/ 899760 w 1185143"/>
              <a:gd name="connsiteY34" fmla="*/ 69009 h 207458"/>
              <a:gd name="connsiteX35" fmla="*/ 899760 w 1185143"/>
              <a:gd name="connsiteY35" fmla="*/ 207458 h 207458"/>
              <a:gd name="connsiteX36" fmla="*/ 112565 w 1185143"/>
              <a:gd name="connsiteY36" fmla="*/ 34477 h 207458"/>
              <a:gd name="connsiteX37" fmla="*/ 112565 w 1185143"/>
              <a:gd name="connsiteY37" fmla="*/ 103756 h 207458"/>
              <a:gd name="connsiteX38" fmla="*/ 86355 w 1185143"/>
              <a:gd name="connsiteY38" fmla="*/ 103756 h 207458"/>
              <a:gd name="connsiteX39" fmla="*/ 112565 w 1185143"/>
              <a:gd name="connsiteY39" fmla="*/ 34477 h 207458"/>
              <a:gd name="connsiteX40" fmla="*/ 69225 w 1185143"/>
              <a:gd name="connsiteY40" fmla="*/ 0 h 207458"/>
              <a:gd name="connsiteX41" fmla="*/ 0 w 1185143"/>
              <a:gd name="connsiteY41" fmla="*/ 207458 h 207458"/>
              <a:gd name="connsiteX42" fmla="*/ 51878 w 1185143"/>
              <a:gd name="connsiteY42" fmla="*/ 207458 h 207458"/>
              <a:gd name="connsiteX43" fmla="*/ 77817 w 1185143"/>
              <a:gd name="connsiteY43" fmla="*/ 138450 h 207458"/>
              <a:gd name="connsiteX44" fmla="*/ 112565 w 1185143"/>
              <a:gd name="connsiteY44" fmla="*/ 138450 h 207458"/>
              <a:gd name="connsiteX45" fmla="*/ 112565 w 1185143"/>
              <a:gd name="connsiteY45" fmla="*/ 207458 h 207458"/>
              <a:gd name="connsiteX46" fmla="*/ 164443 w 1185143"/>
              <a:gd name="connsiteY46" fmla="*/ 207458 h 207458"/>
              <a:gd name="connsiteX47" fmla="*/ 164443 w 1185143"/>
              <a:gd name="connsiteY47" fmla="*/ 0 h 207458"/>
              <a:gd name="connsiteX48" fmla="*/ 69225 w 1185143"/>
              <a:gd name="connsiteY48" fmla="*/ 0 h 207458"/>
              <a:gd name="connsiteX49" fmla="*/ 190328 w 1185143"/>
              <a:gd name="connsiteY49" fmla="*/ 207458 h 207458"/>
              <a:gd name="connsiteX50" fmla="*/ 242206 w 1185143"/>
              <a:gd name="connsiteY50" fmla="*/ 207458 h 207458"/>
              <a:gd name="connsiteX51" fmla="*/ 242206 w 1185143"/>
              <a:gd name="connsiteY51" fmla="*/ 0 h 207458"/>
              <a:gd name="connsiteX52" fmla="*/ 190328 w 1185143"/>
              <a:gd name="connsiteY52" fmla="*/ 0 h 207458"/>
              <a:gd name="connsiteX53" fmla="*/ 190328 w 1185143"/>
              <a:gd name="connsiteY53" fmla="*/ 207458 h 207458"/>
              <a:gd name="connsiteX54" fmla="*/ 328615 w 1185143"/>
              <a:gd name="connsiteY54" fmla="*/ 0 h 207458"/>
              <a:gd name="connsiteX55" fmla="*/ 328615 w 1185143"/>
              <a:gd name="connsiteY55" fmla="*/ 207458 h 207458"/>
              <a:gd name="connsiteX56" fmla="*/ 380493 w 1185143"/>
              <a:gd name="connsiteY56" fmla="*/ 207458 h 207458"/>
              <a:gd name="connsiteX57" fmla="*/ 380493 w 1185143"/>
              <a:gd name="connsiteY57" fmla="*/ 103756 h 207458"/>
              <a:gd name="connsiteX58" fmla="*/ 415295 w 1185143"/>
              <a:gd name="connsiteY58" fmla="*/ 103756 h 207458"/>
              <a:gd name="connsiteX59" fmla="*/ 415295 w 1185143"/>
              <a:gd name="connsiteY59" fmla="*/ 172981 h 207458"/>
              <a:gd name="connsiteX60" fmla="*/ 432641 w 1185143"/>
              <a:gd name="connsiteY60" fmla="*/ 207458 h 207458"/>
              <a:gd name="connsiteX61" fmla="*/ 553798 w 1185143"/>
              <a:gd name="connsiteY61" fmla="*/ 207458 h 207458"/>
              <a:gd name="connsiteX62" fmla="*/ 553798 w 1185143"/>
              <a:gd name="connsiteY62" fmla="*/ 103756 h 207458"/>
              <a:gd name="connsiteX63" fmla="*/ 579737 w 1185143"/>
              <a:gd name="connsiteY63" fmla="*/ 103756 h 207458"/>
              <a:gd name="connsiteX64" fmla="*/ 579737 w 1185143"/>
              <a:gd name="connsiteY64" fmla="*/ 207458 h 207458"/>
              <a:gd name="connsiteX65" fmla="*/ 631561 w 1185143"/>
              <a:gd name="connsiteY65" fmla="*/ 207458 h 207458"/>
              <a:gd name="connsiteX66" fmla="*/ 631561 w 1185143"/>
              <a:gd name="connsiteY66" fmla="*/ 103756 h 207458"/>
              <a:gd name="connsiteX67" fmla="*/ 657555 w 1185143"/>
              <a:gd name="connsiteY67" fmla="*/ 103756 h 207458"/>
              <a:gd name="connsiteX68" fmla="*/ 657555 w 1185143"/>
              <a:gd name="connsiteY68" fmla="*/ 207458 h 207458"/>
              <a:gd name="connsiteX69" fmla="*/ 709433 w 1185143"/>
              <a:gd name="connsiteY69" fmla="*/ 207458 h 207458"/>
              <a:gd name="connsiteX70" fmla="*/ 709433 w 1185143"/>
              <a:gd name="connsiteY70" fmla="*/ 103756 h 207458"/>
              <a:gd name="connsiteX71" fmla="*/ 735372 w 1185143"/>
              <a:gd name="connsiteY71" fmla="*/ 103756 h 207458"/>
              <a:gd name="connsiteX72" fmla="*/ 735372 w 1185143"/>
              <a:gd name="connsiteY72" fmla="*/ 69225 h 207458"/>
              <a:gd name="connsiteX73" fmla="*/ 709433 w 1185143"/>
              <a:gd name="connsiteY73" fmla="*/ 69225 h 207458"/>
              <a:gd name="connsiteX74" fmla="*/ 709433 w 1185143"/>
              <a:gd name="connsiteY74" fmla="*/ 34477 h 207458"/>
              <a:gd name="connsiteX75" fmla="*/ 657555 w 1185143"/>
              <a:gd name="connsiteY75" fmla="*/ 34477 h 207458"/>
              <a:gd name="connsiteX76" fmla="*/ 657555 w 1185143"/>
              <a:gd name="connsiteY76" fmla="*/ 69225 h 207458"/>
              <a:gd name="connsiteX77" fmla="*/ 631561 w 1185143"/>
              <a:gd name="connsiteY77" fmla="*/ 69225 h 207458"/>
              <a:gd name="connsiteX78" fmla="*/ 631561 w 1185143"/>
              <a:gd name="connsiteY78" fmla="*/ 34477 h 207458"/>
              <a:gd name="connsiteX79" fmla="*/ 579737 w 1185143"/>
              <a:gd name="connsiteY79" fmla="*/ 34477 h 207458"/>
              <a:gd name="connsiteX80" fmla="*/ 579737 w 1185143"/>
              <a:gd name="connsiteY80" fmla="*/ 69225 h 207458"/>
              <a:gd name="connsiteX81" fmla="*/ 501650 w 1185143"/>
              <a:gd name="connsiteY81" fmla="*/ 69225 h 207458"/>
              <a:gd name="connsiteX82" fmla="*/ 501650 w 1185143"/>
              <a:gd name="connsiteY82" fmla="*/ 172927 h 207458"/>
              <a:gd name="connsiteX83" fmla="*/ 467173 w 1185143"/>
              <a:gd name="connsiteY83" fmla="*/ 172927 h 207458"/>
              <a:gd name="connsiteX84" fmla="*/ 467173 w 1185143"/>
              <a:gd name="connsiteY84" fmla="*/ 69225 h 207458"/>
              <a:gd name="connsiteX85" fmla="*/ 380547 w 1185143"/>
              <a:gd name="connsiteY85" fmla="*/ 69225 h 207458"/>
              <a:gd name="connsiteX86" fmla="*/ 380547 w 1185143"/>
              <a:gd name="connsiteY86" fmla="*/ 34477 h 207458"/>
              <a:gd name="connsiteX87" fmla="*/ 467173 w 1185143"/>
              <a:gd name="connsiteY87" fmla="*/ 34477 h 207458"/>
              <a:gd name="connsiteX88" fmla="*/ 467173 w 1185143"/>
              <a:gd name="connsiteY88" fmla="*/ 0 h 207458"/>
              <a:gd name="connsiteX89" fmla="*/ 328669 w 1185143"/>
              <a:gd name="connsiteY89" fmla="*/ 0 h 207458"/>
              <a:gd name="connsiteX90" fmla="*/ 899760 w 1185143"/>
              <a:gd name="connsiteY90" fmla="*/ 34477 h 207458"/>
              <a:gd name="connsiteX91" fmla="*/ 951692 w 1185143"/>
              <a:gd name="connsiteY91" fmla="*/ 34477 h 207458"/>
              <a:gd name="connsiteX92" fmla="*/ 951692 w 1185143"/>
              <a:gd name="connsiteY92" fmla="*/ 0 h 207458"/>
              <a:gd name="connsiteX93" fmla="*/ 899760 w 1185143"/>
              <a:gd name="connsiteY93" fmla="*/ 0 h 207458"/>
              <a:gd name="connsiteX94" fmla="*/ 899760 w 1185143"/>
              <a:gd name="connsiteY94" fmla="*/ 34477 h 20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185143" h="207458">
                <a:moveTo>
                  <a:pt x="259606" y="138234"/>
                </a:moveTo>
                <a:lnTo>
                  <a:pt x="311539" y="138234"/>
                </a:lnTo>
                <a:lnTo>
                  <a:pt x="311539" y="103486"/>
                </a:lnTo>
                <a:lnTo>
                  <a:pt x="259606" y="103486"/>
                </a:lnTo>
                <a:lnTo>
                  <a:pt x="259606" y="138234"/>
                </a:lnTo>
                <a:close/>
                <a:moveTo>
                  <a:pt x="787196" y="103756"/>
                </a:moveTo>
                <a:lnTo>
                  <a:pt x="821943" y="103756"/>
                </a:lnTo>
                <a:lnTo>
                  <a:pt x="821943" y="172981"/>
                </a:lnTo>
                <a:lnTo>
                  <a:pt x="787196" y="172981"/>
                </a:lnTo>
                <a:lnTo>
                  <a:pt x="787196" y="103756"/>
                </a:lnTo>
                <a:close/>
                <a:moveTo>
                  <a:pt x="752718" y="69225"/>
                </a:moveTo>
                <a:lnTo>
                  <a:pt x="735318" y="103756"/>
                </a:lnTo>
                <a:lnTo>
                  <a:pt x="735318" y="172981"/>
                </a:lnTo>
                <a:lnTo>
                  <a:pt x="752718" y="207458"/>
                </a:lnTo>
                <a:lnTo>
                  <a:pt x="873821" y="207458"/>
                </a:lnTo>
                <a:lnTo>
                  <a:pt x="873821" y="69225"/>
                </a:lnTo>
                <a:lnTo>
                  <a:pt x="752718" y="69225"/>
                </a:lnTo>
                <a:close/>
                <a:moveTo>
                  <a:pt x="977577" y="69225"/>
                </a:moveTo>
                <a:lnTo>
                  <a:pt x="977577" y="207458"/>
                </a:lnTo>
                <a:lnTo>
                  <a:pt x="1029455" y="207458"/>
                </a:lnTo>
                <a:lnTo>
                  <a:pt x="1029455" y="103756"/>
                </a:lnTo>
                <a:lnTo>
                  <a:pt x="1055394" y="103756"/>
                </a:lnTo>
                <a:lnTo>
                  <a:pt x="1055394" y="207458"/>
                </a:lnTo>
                <a:lnTo>
                  <a:pt x="1107273" y="207458"/>
                </a:lnTo>
                <a:lnTo>
                  <a:pt x="1107273" y="103756"/>
                </a:lnTo>
                <a:lnTo>
                  <a:pt x="1133266" y="103756"/>
                </a:lnTo>
                <a:lnTo>
                  <a:pt x="1133266" y="207458"/>
                </a:lnTo>
                <a:lnTo>
                  <a:pt x="1185144" y="207458"/>
                </a:lnTo>
                <a:lnTo>
                  <a:pt x="1185144" y="103756"/>
                </a:lnTo>
                <a:lnTo>
                  <a:pt x="1168013" y="69225"/>
                </a:lnTo>
                <a:lnTo>
                  <a:pt x="977631" y="69225"/>
                </a:lnTo>
                <a:close/>
                <a:moveTo>
                  <a:pt x="899760" y="207458"/>
                </a:moveTo>
                <a:lnTo>
                  <a:pt x="951692" y="207458"/>
                </a:lnTo>
                <a:lnTo>
                  <a:pt x="951692" y="69225"/>
                </a:lnTo>
                <a:lnTo>
                  <a:pt x="899760" y="69009"/>
                </a:lnTo>
                <a:lnTo>
                  <a:pt x="899760" y="207458"/>
                </a:lnTo>
                <a:close/>
                <a:moveTo>
                  <a:pt x="112565" y="34477"/>
                </a:moveTo>
                <a:lnTo>
                  <a:pt x="112565" y="103756"/>
                </a:lnTo>
                <a:lnTo>
                  <a:pt x="86355" y="103756"/>
                </a:lnTo>
                <a:lnTo>
                  <a:pt x="112565" y="34477"/>
                </a:lnTo>
                <a:close/>
                <a:moveTo>
                  <a:pt x="69225" y="0"/>
                </a:moveTo>
                <a:lnTo>
                  <a:pt x="0" y="207458"/>
                </a:lnTo>
                <a:lnTo>
                  <a:pt x="51878" y="207458"/>
                </a:lnTo>
                <a:lnTo>
                  <a:pt x="77817" y="138450"/>
                </a:lnTo>
                <a:lnTo>
                  <a:pt x="112565" y="138450"/>
                </a:lnTo>
                <a:lnTo>
                  <a:pt x="112565" y="207458"/>
                </a:lnTo>
                <a:lnTo>
                  <a:pt x="164443" y="207458"/>
                </a:lnTo>
                <a:lnTo>
                  <a:pt x="164443" y="0"/>
                </a:lnTo>
                <a:lnTo>
                  <a:pt x="69225" y="0"/>
                </a:lnTo>
                <a:close/>
                <a:moveTo>
                  <a:pt x="190328" y="207458"/>
                </a:moveTo>
                <a:lnTo>
                  <a:pt x="242206" y="207458"/>
                </a:lnTo>
                <a:lnTo>
                  <a:pt x="242206" y="0"/>
                </a:lnTo>
                <a:lnTo>
                  <a:pt x="190328" y="0"/>
                </a:lnTo>
                <a:lnTo>
                  <a:pt x="190328" y="207458"/>
                </a:lnTo>
                <a:close/>
                <a:moveTo>
                  <a:pt x="328615" y="0"/>
                </a:moveTo>
                <a:lnTo>
                  <a:pt x="328615" y="207458"/>
                </a:lnTo>
                <a:lnTo>
                  <a:pt x="380493" y="207458"/>
                </a:lnTo>
                <a:lnTo>
                  <a:pt x="380493" y="103756"/>
                </a:lnTo>
                <a:lnTo>
                  <a:pt x="415295" y="103756"/>
                </a:lnTo>
                <a:lnTo>
                  <a:pt x="415295" y="172981"/>
                </a:lnTo>
                <a:lnTo>
                  <a:pt x="432641" y="207458"/>
                </a:lnTo>
                <a:lnTo>
                  <a:pt x="553798" y="207458"/>
                </a:lnTo>
                <a:lnTo>
                  <a:pt x="553798" y="103756"/>
                </a:lnTo>
                <a:lnTo>
                  <a:pt x="579737" y="103756"/>
                </a:lnTo>
                <a:lnTo>
                  <a:pt x="579737" y="207458"/>
                </a:lnTo>
                <a:lnTo>
                  <a:pt x="631561" y="207458"/>
                </a:lnTo>
                <a:lnTo>
                  <a:pt x="631561" y="103756"/>
                </a:lnTo>
                <a:lnTo>
                  <a:pt x="657555" y="103756"/>
                </a:lnTo>
                <a:lnTo>
                  <a:pt x="657555" y="207458"/>
                </a:lnTo>
                <a:lnTo>
                  <a:pt x="709433" y="207458"/>
                </a:lnTo>
                <a:lnTo>
                  <a:pt x="709433" y="103756"/>
                </a:lnTo>
                <a:lnTo>
                  <a:pt x="735372" y="103756"/>
                </a:lnTo>
                <a:lnTo>
                  <a:pt x="735372" y="69225"/>
                </a:lnTo>
                <a:lnTo>
                  <a:pt x="709433" y="69225"/>
                </a:lnTo>
                <a:lnTo>
                  <a:pt x="709433" y="34477"/>
                </a:lnTo>
                <a:lnTo>
                  <a:pt x="657555" y="34477"/>
                </a:lnTo>
                <a:lnTo>
                  <a:pt x="657555" y="69225"/>
                </a:lnTo>
                <a:lnTo>
                  <a:pt x="631561" y="69225"/>
                </a:lnTo>
                <a:lnTo>
                  <a:pt x="631561" y="34477"/>
                </a:lnTo>
                <a:lnTo>
                  <a:pt x="579737" y="34477"/>
                </a:lnTo>
                <a:lnTo>
                  <a:pt x="579737" y="69225"/>
                </a:lnTo>
                <a:lnTo>
                  <a:pt x="501650" y="69225"/>
                </a:lnTo>
                <a:lnTo>
                  <a:pt x="501650" y="172927"/>
                </a:lnTo>
                <a:lnTo>
                  <a:pt x="467173" y="172927"/>
                </a:lnTo>
                <a:lnTo>
                  <a:pt x="467173" y="69225"/>
                </a:lnTo>
                <a:lnTo>
                  <a:pt x="380547" y="69225"/>
                </a:lnTo>
                <a:lnTo>
                  <a:pt x="380547" y="34477"/>
                </a:lnTo>
                <a:lnTo>
                  <a:pt x="467173" y="34477"/>
                </a:lnTo>
                <a:lnTo>
                  <a:pt x="467173" y="0"/>
                </a:lnTo>
                <a:lnTo>
                  <a:pt x="328669" y="0"/>
                </a:lnTo>
                <a:close/>
                <a:moveTo>
                  <a:pt x="899760" y="34477"/>
                </a:moveTo>
                <a:lnTo>
                  <a:pt x="951692" y="34477"/>
                </a:lnTo>
                <a:lnTo>
                  <a:pt x="951692" y="0"/>
                </a:lnTo>
                <a:lnTo>
                  <a:pt x="899760" y="0"/>
                </a:lnTo>
                <a:lnTo>
                  <a:pt x="899760" y="34477"/>
                </a:lnTo>
                <a:close/>
              </a:path>
            </a:pathLst>
          </a:custGeom>
          <a:solidFill>
            <a:schemeClr val="bg1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9D9692-48C7-DABD-E24B-9748091E3AED}"/>
              </a:ext>
            </a:extLst>
          </p:cNvPr>
          <p:cNvSpPr/>
          <p:nvPr userDrawn="1"/>
        </p:nvSpPr>
        <p:spPr>
          <a:xfrm>
            <a:off x="9951588" y="538699"/>
            <a:ext cx="415348" cy="363146"/>
          </a:xfrm>
          <a:custGeom>
            <a:avLst/>
            <a:gdLst>
              <a:gd name="connsiteX0" fmla="*/ 156175 w 415348"/>
              <a:gd name="connsiteY0" fmla="*/ 155526 h 363146"/>
              <a:gd name="connsiteX1" fmla="*/ 207782 w 415348"/>
              <a:gd name="connsiteY1" fmla="*/ 103864 h 363146"/>
              <a:gd name="connsiteX2" fmla="*/ 259390 w 415348"/>
              <a:gd name="connsiteY2" fmla="*/ 155526 h 363146"/>
              <a:gd name="connsiteX3" fmla="*/ 207782 w 415348"/>
              <a:gd name="connsiteY3" fmla="*/ 207296 h 363146"/>
              <a:gd name="connsiteX4" fmla="*/ 156175 w 415348"/>
              <a:gd name="connsiteY4" fmla="*/ 155526 h 363146"/>
              <a:gd name="connsiteX5" fmla="*/ 207782 w 415348"/>
              <a:gd name="connsiteY5" fmla="*/ 0 h 363146"/>
              <a:gd name="connsiteX6" fmla="*/ 0 w 415348"/>
              <a:gd name="connsiteY6" fmla="*/ 207350 h 363146"/>
              <a:gd name="connsiteX7" fmla="*/ 51986 w 415348"/>
              <a:gd name="connsiteY7" fmla="*/ 259228 h 363146"/>
              <a:gd name="connsiteX8" fmla="*/ 104134 w 415348"/>
              <a:gd name="connsiteY8" fmla="*/ 207512 h 363146"/>
              <a:gd name="connsiteX9" fmla="*/ 155904 w 415348"/>
              <a:gd name="connsiteY9" fmla="*/ 259499 h 363146"/>
              <a:gd name="connsiteX10" fmla="*/ 103810 w 415348"/>
              <a:gd name="connsiteY10" fmla="*/ 311593 h 363146"/>
              <a:gd name="connsiteX11" fmla="*/ 155904 w 415348"/>
              <a:gd name="connsiteY11" fmla="*/ 363147 h 363146"/>
              <a:gd name="connsiteX12" fmla="*/ 206810 w 415348"/>
              <a:gd name="connsiteY12" fmla="*/ 311431 h 363146"/>
              <a:gd name="connsiteX13" fmla="*/ 259823 w 415348"/>
              <a:gd name="connsiteY13" fmla="*/ 363147 h 363146"/>
              <a:gd name="connsiteX14" fmla="*/ 311485 w 415348"/>
              <a:gd name="connsiteY14" fmla="*/ 311431 h 363146"/>
              <a:gd name="connsiteX15" fmla="*/ 259823 w 415348"/>
              <a:gd name="connsiteY15" fmla="*/ 259769 h 363146"/>
              <a:gd name="connsiteX16" fmla="*/ 312025 w 415348"/>
              <a:gd name="connsiteY16" fmla="*/ 207512 h 363146"/>
              <a:gd name="connsiteX17" fmla="*/ 363633 w 415348"/>
              <a:gd name="connsiteY17" fmla="*/ 259228 h 363146"/>
              <a:gd name="connsiteX18" fmla="*/ 415349 w 415348"/>
              <a:gd name="connsiteY18" fmla="*/ 207512 h 363146"/>
              <a:gd name="connsiteX19" fmla="*/ 207782 w 415348"/>
              <a:gd name="connsiteY19" fmla="*/ 0 h 36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15348" h="363146">
                <a:moveTo>
                  <a:pt x="156175" y="155526"/>
                </a:moveTo>
                <a:lnTo>
                  <a:pt x="207782" y="103864"/>
                </a:lnTo>
                <a:lnTo>
                  <a:pt x="259390" y="155526"/>
                </a:lnTo>
                <a:lnTo>
                  <a:pt x="207782" y="207296"/>
                </a:lnTo>
                <a:lnTo>
                  <a:pt x="156175" y="155526"/>
                </a:lnTo>
                <a:close/>
                <a:moveTo>
                  <a:pt x="207782" y="0"/>
                </a:moveTo>
                <a:lnTo>
                  <a:pt x="0" y="207350"/>
                </a:lnTo>
                <a:lnTo>
                  <a:pt x="51986" y="259228"/>
                </a:lnTo>
                <a:lnTo>
                  <a:pt x="104134" y="207512"/>
                </a:lnTo>
                <a:lnTo>
                  <a:pt x="155904" y="259499"/>
                </a:lnTo>
                <a:lnTo>
                  <a:pt x="103810" y="311593"/>
                </a:lnTo>
                <a:lnTo>
                  <a:pt x="155904" y="363147"/>
                </a:lnTo>
                <a:lnTo>
                  <a:pt x="206810" y="311431"/>
                </a:lnTo>
                <a:lnTo>
                  <a:pt x="259823" y="363147"/>
                </a:lnTo>
                <a:lnTo>
                  <a:pt x="311485" y="311431"/>
                </a:lnTo>
                <a:lnTo>
                  <a:pt x="259823" y="259769"/>
                </a:lnTo>
                <a:lnTo>
                  <a:pt x="312025" y="207512"/>
                </a:lnTo>
                <a:lnTo>
                  <a:pt x="363633" y="259228"/>
                </a:lnTo>
                <a:lnTo>
                  <a:pt x="415349" y="207512"/>
                </a:lnTo>
                <a:lnTo>
                  <a:pt x="207782" y="0"/>
                </a:lnTo>
                <a:close/>
              </a:path>
            </a:pathLst>
          </a:custGeom>
          <a:solidFill>
            <a:schemeClr val="bg1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3A519CC-A663-F358-9865-6872EB7A18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57942 w 12192000"/>
              <a:gd name="connsiteY0" fmla="*/ 746373 h 6858000"/>
              <a:gd name="connsiteX1" fmla="*/ 11292689 w 12192000"/>
              <a:gd name="connsiteY1" fmla="*/ 746373 h 6858000"/>
              <a:gd name="connsiteX2" fmla="*/ 11292689 w 12192000"/>
              <a:gd name="connsiteY2" fmla="*/ 815598 h 6858000"/>
              <a:gd name="connsiteX3" fmla="*/ 11257942 w 12192000"/>
              <a:gd name="connsiteY3" fmla="*/ 815598 h 6858000"/>
              <a:gd name="connsiteX4" fmla="*/ 11206118 w 12192000"/>
              <a:gd name="connsiteY4" fmla="*/ 746266 h 6858000"/>
              <a:gd name="connsiteX5" fmla="*/ 11206118 w 12192000"/>
              <a:gd name="connsiteY5" fmla="*/ 746373 h 6858000"/>
              <a:gd name="connsiteX6" fmla="*/ 11206064 w 12192000"/>
              <a:gd name="connsiteY6" fmla="*/ 746373 h 6858000"/>
              <a:gd name="connsiteX7" fmla="*/ 10730352 w 12192000"/>
              <a:gd name="connsiteY7" fmla="*/ 746103 h 6858000"/>
              <a:gd name="connsiteX8" fmla="*/ 10730352 w 12192000"/>
              <a:gd name="connsiteY8" fmla="*/ 780851 h 6858000"/>
              <a:gd name="connsiteX9" fmla="*/ 10782285 w 12192000"/>
              <a:gd name="connsiteY9" fmla="*/ 780851 h 6858000"/>
              <a:gd name="connsiteX10" fmla="*/ 10782285 w 12192000"/>
              <a:gd name="connsiteY10" fmla="*/ 746103 h 6858000"/>
              <a:gd name="connsiteX11" fmla="*/ 11448323 w 12192000"/>
              <a:gd name="connsiteY11" fmla="*/ 711842 h 6858000"/>
              <a:gd name="connsiteX12" fmla="*/ 11448323 w 12192000"/>
              <a:gd name="connsiteY12" fmla="*/ 850075 h 6858000"/>
              <a:gd name="connsiteX13" fmla="*/ 11500201 w 12192000"/>
              <a:gd name="connsiteY13" fmla="*/ 850075 h 6858000"/>
              <a:gd name="connsiteX14" fmla="*/ 11500201 w 12192000"/>
              <a:gd name="connsiteY14" fmla="*/ 746373 h 6858000"/>
              <a:gd name="connsiteX15" fmla="*/ 11526140 w 12192000"/>
              <a:gd name="connsiteY15" fmla="*/ 746373 h 6858000"/>
              <a:gd name="connsiteX16" fmla="*/ 11526140 w 12192000"/>
              <a:gd name="connsiteY16" fmla="*/ 850075 h 6858000"/>
              <a:gd name="connsiteX17" fmla="*/ 11578019 w 12192000"/>
              <a:gd name="connsiteY17" fmla="*/ 850075 h 6858000"/>
              <a:gd name="connsiteX18" fmla="*/ 11578019 w 12192000"/>
              <a:gd name="connsiteY18" fmla="*/ 746373 h 6858000"/>
              <a:gd name="connsiteX19" fmla="*/ 11604012 w 12192000"/>
              <a:gd name="connsiteY19" fmla="*/ 746373 h 6858000"/>
              <a:gd name="connsiteX20" fmla="*/ 11604012 w 12192000"/>
              <a:gd name="connsiteY20" fmla="*/ 850075 h 6858000"/>
              <a:gd name="connsiteX21" fmla="*/ 11655890 w 12192000"/>
              <a:gd name="connsiteY21" fmla="*/ 850075 h 6858000"/>
              <a:gd name="connsiteX22" fmla="*/ 11655890 w 12192000"/>
              <a:gd name="connsiteY22" fmla="*/ 746373 h 6858000"/>
              <a:gd name="connsiteX23" fmla="*/ 11638759 w 12192000"/>
              <a:gd name="connsiteY23" fmla="*/ 711842 h 6858000"/>
              <a:gd name="connsiteX24" fmla="*/ 11448377 w 12192000"/>
              <a:gd name="connsiteY24" fmla="*/ 711842 h 6858000"/>
              <a:gd name="connsiteX25" fmla="*/ 11370506 w 12192000"/>
              <a:gd name="connsiteY25" fmla="*/ 711626 h 6858000"/>
              <a:gd name="connsiteX26" fmla="*/ 11370506 w 12192000"/>
              <a:gd name="connsiteY26" fmla="*/ 850075 h 6858000"/>
              <a:gd name="connsiteX27" fmla="*/ 11422438 w 12192000"/>
              <a:gd name="connsiteY27" fmla="*/ 850075 h 6858000"/>
              <a:gd name="connsiteX28" fmla="*/ 11422438 w 12192000"/>
              <a:gd name="connsiteY28" fmla="*/ 711842 h 6858000"/>
              <a:gd name="connsiteX29" fmla="*/ 10583311 w 12192000"/>
              <a:gd name="connsiteY29" fmla="*/ 677094 h 6858000"/>
              <a:gd name="connsiteX30" fmla="*/ 10583311 w 12192000"/>
              <a:gd name="connsiteY30" fmla="*/ 746373 h 6858000"/>
              <a:gd name="connsiteX31" fmla="*/ 10557101 w 12192000"/>
              <a:gd name="connsiteY31" fmla="*/ 746373 h 6858000"/>
              <a:gd name="connsiteX32" fmla="*/ 11370506 w 12192000"/>
              <a:gd name="connsiteY32" fmla="*/ 642617 h 6858000"/>
              <a:gd name="connsiteX33" fmla="*/ 11370506 w 12192000"/>
              <a:gd name="connsiteY33" fmla="*/ 677094 h 6858000"/>
              <a:gd name="connsiteX34" fmla="*/ 11422438 w 12192000"/>
              <a:gd name="connsiteY34" fmla="*/ 677094 h 6858000"/>
              <a:gd name="connsiteX35" fmla="*/ 11422438 w 12192000"/>
              <a:gd name="connsiteY35" fmla="*/ 642617 h 6858000"/>
              <a:gd name="connsiteX36" fmla="*/ 10799361 w 12192000"/>
              <a:gd name="connsiteY36" fmla="*/ 642617 h 6858000"/>
              <a:gd name="connsiteX37" fmla="*/ 10799361 w 12192000"/>
              <a:gd name="connsiteY37" fmla="*/ 850075 h 6858000"/>
              <a:gd name="connsiteX38" fmla="*/ 10851239 w 12192000"/>
              <a:gd name="connsiteY38" fmla="*/ 850075 h 6858000"/>
              <a:gd name="connsiteX39" fmla="*/ 10851239 w 12192000"/>
              <a:gd name="connsiteY39" fmla="*/ 746373 h 6858000"/>
              <a:gd name="connsiteX40" fmla="*/ 10886041 w 12192000"/>
              <a:gd name="connsiteY40" fmla="*/ 746373 h 6858000"/>
              <a:gd name="connsiteX41" fmla="*/ 10886041 w 12192000"/>
              <a:gd name="connsiteY41" fmla="*/ 815598 h 6858000"/>
              <a:gd name="connsiteX42" fmla="*/ 10903387 w 12192000"/>
              <a:gd name="connsiteY42" fmla="*/ 850075 h 6858000"/>
              <a:gd name="connsiteX43" fmla="*/ 11024544 w 12192000"/>
              <a:gd name="connsiteY43" fmla="*/ 850075 h 6858000"/>
              <a:gd name="connsiteX44" fmla="*/ 11024544 w 12192000"/>
              <a:gd name="connsiteY44" fmla="*/ 746373 h 6858000"/>
              <a:gd name="connsiteX45" fmla="*/ 11050483 w 12192000"/>
              <a:gd name="connsiteY45" fmla="*/ 746373 h 6858000"/>
              <a:gd name="connsiteX46" fmla="*/ 11050483 w 12192000"/>
              <a:gd name="connsiteY46" fmla="*/ 850075 h 6858000"/>
              <a:gd name="connsiteX47" fmla="*/ 11102307 w 12192000"/>
              <a:gd name="connsiteY47" fmla="*/ 850075 h 6858000"/>
              <a:gd name="connsiteX48" fmla="*/ 11102307 w 12192000"/>
              <a:gd name="connsiteY48" fmla="*/ 746373 h 6858000"/>
              <a:gd name="connsiteX49" fmla="*/ 11128301 w 12192000"/>
              <a:gd name="connsiteY49" fmla="*/ 746373 h 6858000"/>
              <a:gd name="connsiteX50" fmla="*/ 11128301 w 12192000"/>
              <a:gd name="connsiteY50" fmla="*/ 850075 h 6858000"/>
              <a:gd name="connsiteX51" fmla="*/ 11180179 w 12192000"/>
              <a:gd name="connsiteY51" fmla="*/ 850075 h 6858000"/>
              <a:gd name="connsiteX52" fmla="*/ 11180179 w 12192000"/>
              <a:gd name="connsiteY52" fmla="*/ 746373 h 6858000"/>
              <a:gd name="connsiteX53" fmla="*/ 11206064 w 12192000"/>
              <a:gd name="connsiteY53" fmla="*/ 746373 h 6858000"/>
              <a:gd name="connsiteX54" fmla="*/ 11206064 w 12192000"/>
              <a:gd name="connsiteY54" fmla="*/ 815598 h 6858000"/>
              <a:gd name="connsiteX55" fmla="*/ 11223464 w 12192000"/>
              <a:gd name="connsiteY55" fmla="*/ 850075 h 6858000"/>
              <a:gd name="connsiteX56" fmla="*/ 11344567 w 12192000"/>
              <a:gd name="connsiteY56" fmla="*/ 850075 h 6858000"/>
              <a:gd name="connsiteX57" fmla="*/ 11344567 w 12192000"/>
              <a:gd name="connsiteY57" fmla="*/ 711842 h 6858000"/>
              <a:gd name="connsiteX58" fmla="*/ 11223464 w 12192000"/>
              <a:gd name="connsiteY58" fmla="*/ 711842 h 6858000"/>
              <a:gd name="connsiteX59" fmla="*/ 11206118 w 12192000"/>
              <a:gd name="connsiteY59" fmla="*/ 746266 h 6858000"/>
              <a:gd name="connsiteX60" fmla="*/ 11206118 w 12192000"/>
              <a:gd name="connsiteY60" fmla="*/ 711842 h 6858000"/>
              <a:gd name="connsiteX61" fmla="*/ 11180179 w 12192000"/>
              <a:gd name="connsiteY61" fmla="*/ 711842 h 6858000"/>
              <a:gd name="connsiteX62" fmla="*/ 11180179 w 12192000"/>
              <a:gd name="connsiteY62" fmla="*/ 677094 h 6858000"/>
              <a:gd name="connsiteX63" fmla="*/ 11128301 w 12192000"/>
              <a:gd name="connsiteY63" fmla="*/ 677094 h 6858000"/>
              <a:gd name="connsiteX64" fmla="*/ 11128301 w 12192000"/>
              <a:gd name="connsiteY64" fmla="*/ 711842 h 6858000"/>
              <a:gd name="connsiteX65" fmla="*/ 11102307 w 12192000"/>
              <a:gd name="connsiteY65" fmla="*/ 711842 h 6858000"/>
              <a:gd name="connsiteX66" fmla="*/ 11102307 w 12192000"/>
              <a:gd name="connsiteY66" fmla="*/ 677094 h 6858000"/>
              <a:gd name="connsiteX67" fmla="*/ 11050483 w 12192000"/>
              <a:gd name="connsiteY67" fmla="*/ 677094 h 6858000"/>
              <a:gd name="connsiteX68" fmla="*/ 11050483 w 12192000"/>
              <a:gd name="connsiteY68" fmla="*/ 711842 h 6858000"/>
              <a:gd name="connsiteX69" fmla="*/ 10972396 w 12192000"/>
              <a:gd name="connsiteY69" fmla="*/ 711842 h 6858000"/>
              <a:gd name="connsiteX70" fmla="*/ 10972396 w 12192000"/>
              <a:gd name="connsiteY70" fmla="*/ 815544 h 6858000"/>
              <a:gd name="connsiteX71" fmla="*/ 10937919 w 12192000"/>
              <a:gd name="connsiteY71" fmla="*/ 815544 h 6858000"/>
              <a:gd name="connsiteX72" fmla="*/ 10937919 w 12192000"/>
              <a:gd name="connsiteY72" fmla="*/ 711842 h 6858000"/>
              <a:gd name="connsiteX73" fmla="*/ 10851293 w 12192000"/>
              <a:gd name="connsiteY73" fmla="*/ 711842 h 6858000"/>
              <a:gd name="connsiteX74" fmla="*/ 10851293 w 12192000"/>
              <a:gd name="connsiteY74" fmla="*/ 677094 h 6858000"/>
              <a:gd name="connsiteX75" fmla="*/ 10937919 w 12192000"/>
              <a:gd name="connsiteY75" fmla="*/ 677094 h 6858000"/>
              <a:gd name="connsiteX76" fmla="*/ 10937919 w 12192000"/>
              <a:gd name="connsiteY76" fmla="*/ 642617 h 6858000"/>
              <a:gd name="connsiteX77" fmla="*/ 10799415 w 12192000"/>
              <a:gd name="connsiteY77" fmla="*/ 642617 h 6858000"/>
              <a:gd name="connsiteX78" fmla="*/ 10661074 w 12192000"/>
              <a:gd name="connsiteY78" fmla="*/ 642617 h 6858000"/>
              <a:gd name="connsiteX79" fmla="*/ 10661074 w 12192000"/>
              <a:gd name="connsiteY79" fmla="*/ 850075 h 6858000"/>
              <a:gd name="connsiteX80" fmla="*/ 10712952 w 12192000"/>
              <a:gd name="connsiteY80" fmla="*/ 850075 h 6858000"/>
              <a:gd name="connsiteX81" fmla="*/ 10712952 w 12192000"/>
              <a:gd name="connsiteY81" fmla="*/ 642617 h 6858000"/>
              <a:gd name="connsiteX82" fmla="*/ 10539971 w 12192000"/>
              <a:gd name="connsiteY82" fmla="*/ 642617 h 6858000"/>
              <a:gd name="connsiteX83" fmla="*/ 10470746 w 12192000"/>
              <a:gd name="connsiteY83" fmla="*/ 850075 h 6858000"/>
              <a:gd name="connsiteX84" fmla="*/ 10522624 w 12192000"/>
              <a:gd name="connsiteY84" fmla="*/ 850075 h 6858000"/>
              <a:gd name="connsiteX85" fmla="*/ 10548563 w 12192000"/>
              <a:gd name="connsiteY85" fmla="*/ 781067 h 6858000"/>
              <a:gd name="connsiteX86" fmla="*/ 10583311 w 12192000"/>
              <a:gd name="connsiteY86" fmla="*/ 781067 h 6858000"/>
              <a:gd name="connsiteX87" fmla="*/ 10583311 w 12192000"/>
              <a:gd name="connsiteY87" fmla="*/ 850075 h 6858000"/>
              <a:gd name="connsiteX88" fmla="*/ 10635189 w 12192000"/>
              <a:gd name="connsiteY88" fmla="*/ 850075 h 6858000"/>
              <a:gd name="connsiteX89" fmla="*/ 10635189 w 12192000"/>
              <a:gd name="connsiteY89" fmla="*/ 642617 h 6858000"/>
              <a:gd name="connsiteX90" fmla="*/ 10159370 w 12192000"/>
              <a:gd name="connsiteY90" fmla="*/ 642563 h 6858000"/>
              <a:gd name="connsiteX91" fmla="*/ 10210978 w 12192000"/>
              <a:gd name="connsiteY91" fmla="*/ 694225 h 6858000"/>
              <a:gd name="connsiteX92" fmla="*/ 10159370 w 12192000"/>
              <a:gd name="connsiteY92" fmla="*/ 745995 h 6858000"/>
              <a:gd name="connsiteX93" fmla="*/ 10107763 w 12192000"/>
              <a:gd name="connsiteY93" fmla="*/ 694225 h 6858000"/>
              <a:gd name="connsiteX94" fmla="*/ 10159370 w 12192000"/>
              <a:gd name="connsiteY94" fmla="*/ 538699 h 6858000"/>
              <a:gd name="connsiteX95" fmla="*/ 9951588 w 12192000"/>
              <a:gd name="connsiteY95" fmla="*/ 746049 h 6858000"/>
              <a:gd name="connsiteX96" fmla="*/ 10003574 w 12192000"/>
              <a:gd name="connsiteY96" fmla="*/ 797927 h 6858000"/>
              <a:gd name="connsiteX97" fmla="*/ 10055722 w 12192000"/>
              <a:gd name="connsiteY97" fmla="*/ 746211 h 6858000"/>
              <a:gd name="connsiteX98" fmla="*/ 10107492 w 12192000"/>
              <a:gd name="connsiteY98" fmla="*/ 798198 h 6858000"/>
              <a:gd name="connsiteX99" fmla="*/ 10055398 w 12192000"/>
              <a:gd name="connsiteY99" fmla="*/ 850292 h 6858000"/>
              <a:gd name="connsiteX100" fmla="*/ 10107492 w 12192000"/>
              <a:gd name="connsiteY100" fmla="*/ 901846 h 6858000"/>
              <a:gd name="connsiteX101" fmla="*/ 10158398 w 12192000"/>
              <a:gd name="connsiteY101" fmla="*/ 850130 h 6858000"/>
              <a:gd name="connsiteX102" fmla="*/ 10211411 w 12192000"/>
              <a:gd name="connsiteY102" fmla="*/ 901846 h 6858000"/>
              <a:gd name="connsiteX103" fmla="*/ 10263073 w 12192000"/>
              <a:gd name="connsiteY103" fmla="*/ 850130 h 6858000"/>
              <a:gd name="connsiteX104" fmla="*/ 10211411 w 12192000"/>
              <a:gd name="connsiteY104" fmla="*/ 798468 h 6858000"/>
              <a:gd name="connsiteX105" fmla="*/ 10263613 w 12192000"/>
              <a:gd name="connsiteY105" fmla="*/ 746211 h 6858000"/>
              <a:gd name="connsiteX106" fmla="*/ 10315221 w 12192000"/>
              <a:gd name="connsiteY106" fmla="*/ 797927 h 6858000"/>
              <a:gd name="connsiteX107" fmla="*/ 10366937 w 12192000"/>
              <a:gd name="connsiteY107" fmla="*/ 746211 h 6858000"/>
              <a:gd name="connsiteX108" fmla="*/ 0 w 12192000"/>
              <a:gd name="connsiteY108" fmla="*/ 0 h 6858000"/>
              <a:gd name="connsiteX109" fmla="*/ 12192000 w 12192000"/>
              <a:gd name="connsiteY109" fmla="*/ 0 h 6858000"/>
              <a:gd name="connsiteX110" fmla="*/ 12192000 w 12192000"/>
              <a:gd name="connsiteY110" fmla="*/ 6858000 h 6858000"/>
              <a:gd name="connsiteX111" fmla="*/ 0 w 121920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12192000" h="6858000">
                <a:moveTo>
                  <a:pt x="11257942" y="746373"/>
                </a:moveTo>
                <a:lnTo>
                  <a:pt x="11292689" y="746373"/>
                </a:lnTo>
                <a:lnTo>
                  <a:pt x="11292689" y="815598"/>
                </a:lnTo>
                <a:lnTo>
                  <a:pt x="11257942" y="815598"/>
                </a:lnTo>
                <a:close/>
                <a:moveTo>
                  <a:pt x="11206118" y="746266"/>
                </a:moveTo>
                <a:lnTo>
                  <a:pt x="11206118" y="746373"/>
                </a:lnTo>
                <a:lnTo>
                  <a:pt x="11206064" y="746373"/>
                </a:lnTo>
                <a:close/>
                <a:moveTo>
                  <a:pt x="10730352" y="746103"/>
                </a:moveTo>
                <a:lnTo>
                  <a:pt x="10730352" y="780851"/>
                </a:lnTo>
                <a:lnTo>
                  <a:pt x="10782285" y="780851"/>
                </a:lnTo>
                <a:lnTo>
                  <a:pt x="10782285" y="746103"/>
                </a:lnTo>
                <a:close/>
                <a:moveTo>
                  <a:pt x="11448323" y="711842"/>
                </a:moveTo>
                <a:lnTo>
                  <a:pt x="11448323" y="850075"/>
                </a:lnTo>
                <a:lnTo>
                  <a:pt x="11500201" y="850075"/>
                </a:lnTo>
                <a:lnTo>
                  <a:pt x="11500201" y="746373"/>
                </a:lnTo>
                <a:lnTo>
                  <a:pt x="11526140" y="746373"/>
                </a:lnTo>
                <a:lnTo>
                  <a:pt x="11526140" y="850075"/>
                </a:lnTo>
                <a:lnTo>
                  <a:pt x="11578019" y="850075"/>
                </a:lnTo>
                <a:lnTo>
                  <a:pt x="11578019" y="746373"/>
                </a:lnTo>
                <a:lnTo>
                  <a:pt x="11604012" y="746373"/>
                </a:lnTo>
                <a:lnTo>
                  <a:pt x="11604012" y="850075"/>
                </a:lnTo>
                <a:lnTo>
                  <a:pt x="11655890" y="850075"/>
                </a:lnTo>
                <a:lnTo>
                  <a:pt x="11655890" y="746373"/>
                </a:lnTo>
                <a:lnTo>
                  <a:pt x="11638759" y="711842"/>
                </a:lnTo>
                <a:lnTo>
                  <a:pt x="11448377" y="711842"/>
                </a:lnTo>
                <a:close/>
                <a:moveTo>
                  <a:pt x="11370506" y="711626"/>
                </a:moveTo>
                <a:lnTo>
                  <a:pt x="11370506" y="850075"/>
                </a:lnTo>
                <a:lnTo>
                  <a:pt x="11422438" y="850075"/>
                </a:lnTo>
                <a:lnTo>
                  <a:pt x="11422438" y="711842"/>
                </a:lnTo>
                <a:close/>
                <a:moveTo>
                  <a:pt x="10583311" y="677094"/>
                </a:moveTo>
                <a:lnTo>
                  <a:pt x="10583311" y="746373"/>
                </a:lnTo>
                <a:lnTo>
                  <a:pt x="10557101" y="746373"/>
                </a:lnTo>
                <a:close/>
                <a:moveTo>
                  <a:pt x="11370506" y="642617"/>
                </a:moveTo>
                <a:lnTo>
                  <a:pt x="11370506" y="677094"/>
                </a:lnTo>
                <a:lnTo>
                  <a:pt x="11422438" y="677094"/>
                </a:lnTo>
                <a:lnTo>
                  <a:pt x="11422438" y="642617"/>
                </a:lnTo>
                <a:close/>
                <a:moveTo>
                  <a:pt x="10799361" y="642617"/>
                </a:moveTo>
                <a:lnTo>
                  <a:pt x="10799361" y="850075"/>
                </a:lnTo>
                <a:lnTo>
                  <a:pt x="10851239" y="850075"/>
                </a:lnTo>
                <a:lnTo>
                  <a:pt x="10851239" y="746373"/>
                </a:lnTo>
                <a:lnTo>
                  <a:pt x="10886041" y="746373"/>
                </a:lnTo>
                <a:lnTo>
                  <a:pt x="10886041" y="815598"/>
                </a:lnTo>
                <a:lnTo>
                  <a:pt x="10903387" y="850075"/>
                </a:lnTo>
                <a:lnTo>
                  <a:pt x="11024544" y="850075"/>
                </a:lnTo>
                <a:lnTo>
                  <a:pt x="11024544" y="746373"/>
                </a:lnTo>
                <a:lnTo>
                  <a:pt x="11050483" y="746373"/>
                </a:lnTo>
                <a:lnTo>
                  <a:pt x="11050483" y="850075"/>
                </a:lnTo>
                <a:lnTo>
                  <a:pt x="11102307" y="850075"/>
                </a:lnTo>
                <a:lnTo>
                  <a:pt x="11102307" y="746373"/>
                </a:lnTo>
                <a:lnTo>
                  <a:pt x="11128301" y="746373"/>
                </a:lnTo>
                <a:lnTo>
                  <a:pt x="11128301" y="850075"/>
                </a:lnTo>
                <a:lnTo>
                  <a:pt x="11180179" y="850075"/>
                </a:lnTo>
                <a:lnTo>
                  <a:pt x="11180179" y="746373"/>
                </a:lnTo>
                <a:lnTo>
                  <a:pt x="11206064" y="746373"/>
                </a:lnTo>
                <a:lnTo>
                  <a:pt x="11206064" y="815598"/>
                </a:lnTo>
                <a:lnTo>
                  <a:pt x="11223464" y="850075"/>
                </a:lnTo>
                <a:lnTo>
                  <a:pt x="11344567" y="850075"/>
                </a:lnTo>
                <a:lnTo>
                  <a:pt x="11344567" y="711842"/>
                </a:lnTo>
                <a:lnTo>
                  <a:pt x="11223464" y="711842"/>
                </a:lnTo>
                <a:lnTo>
                  <a:pt x="11206118" y="746266"/>
                </a:lnTo>
                <a:lnTo>
                  <a:pt x="11206118" y="711842"/>
                </a:lnTo>
                <a:lnTo>
                  <a:pt x="11180179" y="711842"/>
                </a:lnTo>
                <a:lnTo>
                  <a:pt x="11180179" y="677094"/>
                </a:lnTo>
                <a:lnTo>
                  <a:pt x="11128301" y="677094"/>
                </a:lnTo>
                <a:lnTo>
                  <a:pt x="11128301" y="711842"/>
                </a:lnTo>
                <a:lnTo>
                  <a:pt x="11102307" y="711842"/>
                </a:lnTo>
                <a:lnTo>
                  <a:pt x="11102307" y="677094"/>
                </a:lnTo>
                <a:lnTo>
                  <a:pt x="11050483" y="677094"/>
                </a:lnTo>
                <a:lnTo>
                  <a:pt x="11050483" y="711842"/>
                </a:lnTo>
                <a:lnTo>
                  <a:pt x="10972396" y="711842"/>
                </a:lnTo>
                <a:lnTo>
                  <a:pt x="10972396" y="815544"/>
                </a:lnTo>
                <a:lnTo>
                  <a:pt x="10937919" y="815544"/>
                </a:lnTo>
                <a:lnTo>
                  <a:pt x="10937919" y="711842"/>
                </a:lnTo>
                <a:lnTo>
                  <a:pt x="10851293" y="711842"/>
                </a:lnTo>
                <a:lnTo>
                  <a:pt x="10851293" y="677094"/>
                </a:lnTo>
                <a:lnTo>
                  <a:pt x="10937919" y="677094"/>
                </a:lnTo>
                <a:lnTo>
                  <a:pt x="10937919" y="642617"/>
                </a:lnTo>
                <a:lnTo>
                  <a:pt x="10799415" y="642617"/>
                </a:lnTo>
                <a:close/>
                <a:moveTo>
                  <a:pt x="10661074" y="642617"/>
                </a:moveTo>
                <a:lnTo>
                  <a:pt x="10661074" y="850075"/>
                </a:lnTo>
                <a:lnTo>
                  <a:pt x="10712952" y="850075"/>
                </a:lnTo>
                <a:lnTo>
                  <a:pt x="10712952" y="642617"/>
                </a:lnTo>
                <a:close/>
                <a:moveTo>
                  <a:pt x="10539971" y="642617"/>
                </a:moveTo>
                <a:lnTo>
                  <a:pt x="10470746" y="850075"/>
                </a:lnTo>
                <a:lnTo>
                  <a:pt x="10522624" y="850075"/>
                </a:lnTo>
                <a:lnTo>
                  <a:pt x="10548563" y="781067"/>
                </a:lnTo>
                <a:lnTo>
                  <a:pt x="10583311" y="781067"/>
                </a:lnTo>
                <a:lnTo>
                  <a:pt x="10583311" y="850075"/>
                </a:lnTo>
                <a:lnTo>
                  <a:pt x="10635189" y="850075"/>
                </a:lnTo>
                <a:lnTo>
                  <a:pt x="10635189" y="642617"/>
                </a:lnTo>
                <a:close/>
                <a:moveTo>
                  <a:pt x="10159370" y="642563"/>
                </a:moveTo>
                <a:lnTo>
                  <a:pt x="10210978" y="694225"/>
                </a:lnTo>
                <a:lnTo>
                  <a:pt x="10159370" y="745995"/>
                </a:lnTo>
                <a:lnTo>
                  <a:pt x="10107763" y="694225"/>
                </a:lnTo>
                <a:close/>
                <a:moveTo>
                  <a:pt x="10159370" y="538699"/>
                </a:moveTo>
                <a:lnTo>
                  <a:pt x="9951588" y="746049"/>
                </a:lnTo>
                <a:lnTo>
                  <a:pt x="10003574" y="797927"/>
                </a:lnTo>
                <a:lnTo>
                  <a:pt x="10055722" y="746211"/>
                </a:lnTo>
                <a:lnTo>
                  <a:pt x="10107492" y="798198"/>
                </a:lnTo>
                <a:lnTo>
                  <a:pt x="10055398" y="850292"/>
                </a:lnTo>
                <a:lnTo>
                  <a:pt x="10107492" y="901846"/>
                </a:lnTo>
                <a:lnTo>
                  <a:pt x="10158398" y="850130"/>
                </a:lnTo>
                <a:lnTo>
                  <a:pt x="10211411" y="901846"/>
                </a:lnTo>
                <a:lnTo>
                  <a:pt x="10263073" y="850130"/>
                </a:lnTo>
                <a:lnTo>
                  <a:pt x="10211411" y="798468"/>
                </a:lnTo>
                <a:lnTo>
                  <a:pt x="10263613" y="746211"/>
                </a:lnTo>
                <a:lnTo>
                  <a:pt x="10315221" y="797927"/>
                </a:lnTo>
                <a:lnTo>
                  <a:pt x="10366937" y="74621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673821" y="6462506"/>
            <a:ext cx="63976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2ECF6-7F3A-4C02-9798-03438CAAC456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E7DF76B-C887-78D9-DED9-9F1A8AD7D51E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</p:spTree>
    <p:extLst>
      <p:ext uri="{BB962C8B-B14F-4D97-AF65-F5344CB8AC3E}">
        <p14:creationId xmlns:p14="http://schemas.microsoft.com/office/powerpoint/2010/main" val="2441127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55" userDrawn="1">
          <p15:clr>
            <a:srgbClr val="FBAE40"/>
          </p15:clr>
        </p15:guide>
        <p15:guide id="2" pos="5081" userDrawn="1">
          <p15:clr>
            <a:srgbClr val="FBAE40"/>
          </p15:clr>
        </p15:guide>
        <p15:guide id="3" orient="horz" pos="2330" userDrawn="1">
          <p15:clr>
            <a:srgbClr val="FBAE40"/>
          </p15:clr>
        </p15:guide>
        <p15:guide id="4" orient="horz" pos="250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Slide_ligh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3A519CC-A663-F358-9865-6872EB7A18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57942 w 12192000"/>
              <a:gd name="connsiteY0" fmla="*/ 746373 h 6858000"/>
              <a:gd name="connsiteX1" fmla="*/ 11292689 w 12192000"/>
              <a:gd name="connsiteY1" fmla="*/ 746373 h 6858000"/>
              <a:gd name="connsiteX2" fmla="*/ 11292689 w 12192000"/>
              <a:gd name="connsiteY2" fmla="*/ 815598 h 6858000"/>
              <a:gd name="connsiteX3" fmla="*/ 11257942 w 12192000"/>
              <a:gd name="connsiteY3" fmla="*/ 815598 h 6858000"/>
              <a:gd name="connsiteX4" fmla="*/ 11206118 w 12192000"/>
              <a:gd name="connsiteY4" fmla="*/ 746266 h 6858000"/>
              <a:gd name="connsiteX5" fmla="*/ 11206118 w 12192000"/>
              <a:gd name="connsiteY5" fmla="*/ 746373 h 6858000"/>
              <a:gd name="connsiteX6" fmla="*/ 11206064 w 12192000"/>
              <a:gd name="connsiteY6" fmla="*/ 746373 h 6858000"/>
              <a:gd name="connsiteX7" fmla="*/ 10730352 w 12192000"/>
              <a:gd name="connsiteY7" fmla="*/ 746103 h 6858000"/>
              <a:gd name="connsiteX8" fmla="*/ 10730352 w 12192000"/>
              <a:gd name="connsiteY8" fmla="*/ 780851 h 6858000"/>
              <a:gd name="connsiteX9" fmla="*/ 10782285 w 12192000"/>
              <a:gd name="connsiteY9" fmla="*/ 780851 h 6858000"/>
              <a:gd name="connsiteX10" fmla="*/ 10782285 w 12192000"/>
              <a:gd name="connsiteY10" fmla="*/ 746103 h 6858000"/>
              <a:gd name="connsiteX11" fmla="*/ 11448323 w 12192000"/>
              <a:gd name="connsiteY11" fmla="*/ 711842 h 6858000"/>
              <a:gd name="connsiteX12" fmla="*/ 11448323 w 12192000"/>
              <a:gd name="connsiteY12" fmla="*/ 850075 h 6858000"/>
              <a:gd name="connsiteX13" fmla="*/ 11500201 w 12192000"/>
              <a:gd name="connsiteY13" fmla="*/ 850075 h 6858000"/>
              <a:gd name="connsiteX14" fmla="*/ 11500201 w 12192000"/>
              <a:gd name="connsiteY14" fmla="*/ 746373 h 6858000"/>
              <a:gd name="connsiteX15" fmla="*/ 11526140 w 12192000"/>
              <a:gd name="connsiteY15" fmla="*/ 746373 h 6858000"/>
              <a:gd name="connsiteX16" fmla="*/ 11526140 w 12192000"/>
              <a:gd name="connsiteY16" fmla="*/ 850075 h 6858000"/>
              <a:gd name="connsiteX17" fmla="*/ 11578019 w 12192000"/>
              <a:gd name="connsiteY17" fmla="*/ 850075 h 6858000"/>
              <a:gd name="connsiteX18" fmla="*/ 11578019 w 12192000"/>
              <a:gd name="connsiteY18" fmla="*/ 746373 h 6858000"/>
              <a:gd name="connsiteX19" fmla="*/ 11604012 w 12192000"/>
              <a:gd name="connsiteY19" fmla="*/ 746373 h 6858000"/>
              <a:gd name="connsiteX20" fmla="*/ 11604012 w 12192000"/>
              <a:gd name="connsiteY20" fmla="*/ 850075 h 6858000"/>
              <a:gd name="connsiteX21" fmla="*/ 11655890 w 12192000"/>
              <a:gd name="connsiteY21" fmla="*/ 850075 h 6858000"/>
              <a:gd name="connsiteX22" fmla="*/ 11655890 w 12192000"/>
              <a:gd name="connsiteY22" fmla="*/ 746373 h 6858000"/>
              <a:gd name="connsiteX23" fmla="*/ 11638759 w 12192000"/>
              <a:gd name="connsiteY23" fmla="*/ 711842 h 6858000"/>
              <a:gd name="connsiteX24" fmla="*/ 11448377 w 12192000"/>
              <a:gd name="connsiteY24" fmla="*/ 711842 h 6858000"/>
              <a:gd name="connsiteX25" fmla="*/ 11370506 w 12192000"/>
              <a:gd name="connsiteY25" fmla="*/ 711626 h 6858000"/>
              <a:gd name="connsiteX26" fmla="*/ 11370506 w 12192000"/>
              <a:gd name="connsiteY26" fmla="*/ 850075 h 6858000"/>
              <a:gd name="connsiteX27" fmla="*/ 11422438 w 12192000"/>
              <a:gd name="connsiteY27" fmla="*/ 850075 h 6858000"/>
              <a:gd name="connsiteX28" fmla="*/ 11422438 w 12192000"/>
              <a:gd name="connsiteY28" fmla="*/ 711842 h 6858000"/>
              <a:gd name="connsiteX29" fmla="*/ 10583311 w 12192000"/>
              <a:gd name="connsiteY29" fmla="*/ 677094 h 6858000"/>
              <a:gd name="connsiteX30" fmla="*/ 10583311 w 12192000"/>
              <a:gd name="connsiteY30" fmla="*/ 746373 h 6858000"/>
              <a:gd name="connsiteX31" fmla="*/ 10557101 w 12192000"/>
              <a:gd name="connsiteY31" fmla="*/ 746373 h 6858000"/>
              <a:gd name="connsiteX32" fmla="*/ 11370506 w 12192000"/>
              <a:gd name="connsiteY32" fmla="*/ 642617 h 6858000"/>
              <a:gd name="connsiteX33" fmla="*/ 11370506 w 12192000"/>
              <a:gd name="connsiteY33" fmla="*/ 677094 h 6858000"/>
              <a:gd name="connsiteX34" fmla="*/ 11422438 w 12192000"/>
              <a:gd name="connsiteY34" fmla="*/ 677094 h 6858000"/>
              <a:gd name="connsiteX35" fmla="*/ 11422438 w 12192000"/>
              <a:gd name="connsiteY35" fmla="*/ 642617 h 6858000"/>
              <a:gd name="connsiteX36" fmla="*/ 10799361 w 12192000"/>
              <a:gd name="connsiteY36" fmla="*/ 642617 h 6858000"/>
              <a:gd name="connsiteX37" fmla="*/ 10799361 w 12192000"/>
              <a:gd name="connsiteY37" fmla="*/ 850075 h 6858000"/>
              <a:gd name="connsiteX38" fmla="*/ 10851239 w 12192000"/>
              <a:gd name="connsiteY38" fmla="*/ 850075 h 6858000"/>
              <a:gd name="connsiteX39" fmla="*/ 10851239 w 12192000"/>
              <a:gd name="connsiteY39" fmla="*/ 746373 h 6858000"/>
              <a:gd name="connsiteX40" fmla="*/ 10886041 w 12192000"/>
              <a:gd name="connsiteY40" fmla="*/ 746373 h 6858000"/>
              <a:gd name="connsiteX41" fmla="*/ 10886041 w 12192000"/>
              <a:gd name="connsiteY41" fmla="*/ 815598 h 6858000"/>
              <a:gd name="connsiteX42" fmla="*/ 10903387 w 12192000"/>
              <a:gd name="connsiteY42" fmla="*/ 850075 h 6858000"/>
              <a:gd name="connsiteX43" fmla="*/ 11024544 w 12192000"/>
              <a:gd name="connsiteY43" fmla="*/ 850075 h 6858000"/>
              <a:gd name="connsiteX44" fmla="*/ 11024544 w 12192000"/>
              <a:gd name="connsiteY44" fmla="*/ 746373 h 6858000"/>
              <a:gd name="connsiteX45" fmla="*/ 11050483 w 12192000"/>
              <a:gd name="connsiteY45" fmla="*/ 746373 h 6858000"/>
              <a:gd name="connsiteX46" fmla="*/ 11050483 w 12192000"/>
              <a:gd name="connsiteY46" fmla="*/ 850075 h 6858000"/>
              <a:gd name="connsiteX47" fmla="*/ 11102307 w 12192000"/>
              <a:gd name="connsiteY47" fmla="*/ 850075 h 6858000"/>
              <a:gd name="connsiteX48" fmla="*/ 11102307 w 12192000"/>
              <a:gd name="connsiteY48" fmla="*/ 746373 h 6858000"/>
              <a:gd name="connsiteX49" fmla="*/ 11128301 w 12192000"/>
              <a:gd name="connsiteY49" fmla="*/ 746373 h 6858000"/>
              <a:gd name="connsiteX50" fmla="*/ 11128301 w 12192000"/>
              <a:gd name="connsiteY50" fmla="*/ 850075 h 6858000"/>
              <a:gd name="connsiteX51" fmla="*/ 11180179 w 12192000"/>
              <a:gd name="connsiteY51" fmla="*/ 850075 h 6858000"/>
              <a:gd name="connsiteX52" fmla="*/ 11180179 w 12192000"/>
              <a:gd name="connsiteY52" fmla="*/ 746373 h 6858000"/>
              <a:gd name="connsiteX53" fmla="*/ 11206064 w 12192000"/>
              <a:gd name="connsiteY53" fmla="*/ 746373 h 6858000"/>
              <a:gd name="connsiteX54" fmla="*/ 11206064 w 12192000"/>
              <a:gd name="connsiteY54" fmla="*/ 815598 h 6858000"/>
              <a:gd name="connsiteX55" fmla="*/ 11223464 w 12192000"/>
              <a:gd name="connsiteY55" fmla="*/ 850075 h 6858000"/>
              <a:gd name="connsiteX56" fmla="*/ 11344567 w 12192000"/>
              <a:gd name="connsiteY56" fmla="*/ 850075 h 6858000"/>
              <a:gd name="connsiteX57" fmla="*/ 11344567 w 12192000"/>
              <a:gd name="connsiteY57" fmla="*/ 711842 h 6858000"/>
              <a:gd name="connsiteX58" fmla="*/ 11223464 w 12192000"/>
              <a:gd name="connsiteY58" fmla="*/ 711842 h 6858000"/>
              <a:gd name="connsiteX59" fmla="*/ 11206118 w 12192000"/>
              <a:gd name="connsiteY59" fmla="*/ 746266 h 6858000"/>
              <a:gd name="connsiteX60" fmla="*/ 11206118 w 12192000"/>
              <a:gd name="connsiteY60" fmla="*/ 711842 h 6858000"/>
              <a:gd name="connsiteX61" fmla="*/ 11180179 w 12192000"/>
              <a:gd name="connsiteY61" fmla="*/ 711842 h 6858000"/>
              <a:gd name="connsiteX62" fmla="*/ 11180179 w 12192000"/>
              <a:gd name="connsiteY62" fmla="*/ 677094 h 6858000"/>
              <a:gd name="connsiteX63" fmla="*/ 11128301 w 12192000"/>
              <a:gd name="connsiteY63" fmla="*/ 677094 h 6858000"/>
              <a:gd name="connsiteX64" fmla="*/ 11128301 w 12192000"/>
              <a:gd name="connsiteY64" fmla="*/ 711842 h 6858000"/>
              <a:gd name="connsiteX65" fmla="*/ 11102307 w 12192000"/>
              <a:gd name="connsiteY65" fmla="*/ 711842 h 6858000"/>
              <a:gd name="connsiteX66" fmla="*/ 11102307 w 12192000"/>
              <a:gd name="connsiteY66" fmla="*/ 677094 h 6858000"/>
              <a:gd name="connsiteX67" fmla="*/ 11050483 w 12192000"/>
              <a:gd name="connsiteY67" fmla="*/ 677094 h 6858000"/>
              <a:gd name="connsiteX68" fmla="*/ 11050483 w 12192000"/>
              <a:gd name="connsiteY68" fmla="*/ 711842 h 6858000"/>
              <a:gd name="connsiteX69" fmla="*/ 10972396 w 12192000"/>
              <a:gd name="connsiteY69" fmla="*/ 711842 h 6858000"/>
              <a:gd name="connsiteX70" fmla="*/ 10972396 w 12192000"/>
              <a:gd name="connsiteY70" fmla="*/ 815544 h 6858000"/>
              <a:gd name="connsiteX71" fmla="*/ 10937919 w 12192000"/>
              <a:gd name="connsiteY71" fmla="*/ 815544 h 6858000"/>
              <a:gd name="connsiteX72" fmla="*/ 10937919 w 12192000"/>
              <a:gd name="connsiteY72" fmla="*/ 711842 h 6858000"/>
              <a:gd name="connsiteX73" fmla="*/ 10851293 w 12192000"/>
              <a:gd name="connsiteY73" fmla="*/ 711842 h 6858000"/>
              <a:gd name="connsiteX74" fmla="*/ 10851293 w 12192000"/>
              <a:gd name="connsiteY74" fmla="*/ 677094 h 6858000"/>
              <a:gd name="connsiteX75" fmla="*/ 10937919 w 12192000"/>
              <a:gd name="connsiteY75" fmla="*/ 677094 h 6858000"/>
              <a:gd name="connsiteX76" fmla="*/ 10937919 w 12192000"/>
              <a:gd name="connsiteY76" fmla="*/ 642617 h 6858000"/>
              <a:gd name="connsiteX77" fmla="*/ 10799415 w 12192000"/>
              <a:gd name="connsiteY77" fmla="*/ 642617 h 6858000"/>
              <a:gd name="connsiteX78" fmla="*/ 10661074 w 12192000"/>
              <a:gd name="connsiteY78" fmla="*/ 642617 h 6858000"/>
              <a:gd name="connsiteX79" fmla="*/ 10661074 w 12192000"/>
              <a:gd name="connsiteY79" fmla="*/ 850075 h 6858000"/>
              <a:gd name="connsiteX80" fmla="*/ 10712952 w 12192000"/>
              <a:gd name="connsiteY80" fmla="*/ 850075 h 6858000"/>
              <a:gd name="connsiteX81" fmla="*/ 10712952 w 12192000"/>
              <a:gd name="connsiteY81" fmla="*/ 642617 h 6858000"/>
              <a:gd name="connsiteX82" fmla="*/ 10539971 w 12192000"/>
              <a:gd name="connsiteY82" fmla="*/ 642617 h 6858000"/>
              <a:gd name="connsiteX83" fmla="*/ 10470746 w 12192000"/>
              <a:gd name="connsiteY83" fmla="*/ 850075 h 6858000"/>
              <a:gd name="connsiteX84" fmla="*/ 10522624 w 12192000"/>
              <a:gd name="connsiteY84" fmla="*/ 850075 h 6858000"/>
              <a:gd name="connsiteX85" fmla="*/ 10548563 w 12192000"/>
              <a:gd name="connsiteY85" fmla="*/ 781067 h 6858000"/>
              <a:gd name="connsiteX86" fmla="*/ 10583311 w 12192000"/>
              <a:gd name="connsiteY86" fmla="*/ 781067 h 6858000"/>
              <a:gd name="connsiteX87" fmla="*/ 10583311 w 12192000"/>
              <a:gd name="connsiteY87" fmla="*/ 850075 h 6858000"/>
              <a:gd name="connsiteX88" fmla="*/ 10635189 w 12192000"/>
              <a:gd name="connsiteY88" fmla="*/ 850075 h 6858000"/>
              <a:gd name="connsiteX89" fmla="*/ 10635189 w 12192000"/>
              <a:gd name="connsiteY89" fmla="*/ 642617 h 6858000"/>
              <a:gd name="connsiteX90" fmla="*/ 10159370 w 12192000"/>
              <a:gd name="connsiteY90" fmla="*/ 642563 h 6858000"/>
              <a:gd name="connsiteX91" fmla="*/ 10210978 w 12192000"/>
              <a:gd name="connsiteY91" fmla="*/ 694225 h 6858000"/>
              <a:gd name="connsiteX92" fmla="*/ 10159370 w 12192000"/>
              <a:gd name="connsiteY92" fmla="*/ 745995 h 6858000"/>
              <a:gd name="connsiteX93" fmla="*/ 10107763 w 12192000"/>
              <a:gd name="connsiteY93" fmla="*/ 694225 h 6858000"/>
              <a:gd name="connsiteX94" fmla="*/ 10159370 w 12192000"/>
              <a:gd name="connsiteY94" fmla="*/ 538699 h 6858000"/>
              <a:gd name="connsiteX95" fmla="*/ 9951588 w 12192000"/>
              <a:gd name="connsiteY95" fmla="*/ 746049 h 6858000"/>
              <a:gd name="connsiteX96" fmla="*/ 10003574 w 12192000"/>
              <a:gd name="connsiteY96" fmla="*/ 797927 h 6858000"/>
              <a:gd name="connsiteX97" fmla="*/ 10055722 w 12192000"/>
              <a:gd name="connsiteY97" fmla="*/ 746211 h 6858000"/>
              <a:gd name="connsiteX98" fmla="*/ 10107492 w 12192000"/>
              <a:gd name="connsiteY98" fmla="*/ 798198 h 6858000"/>
              <a:gd name="connsiteX99" fmla="*/ 10055398 w 12192000"/>
              <a:gd name="connsiteY99" fmla="*/ 850292 h 6858000"/>
              <a:gd name="connsiteX100" fmla="*/ 10107492 w 12192000"/>
              <a:gd name="connsiteY100" fmla="*/ 901846 h 6858000"/>
              <a:gd name="connsiteX101" fmla="*/ 10158398 w 12192000"/>
              <a:gd name="connsiteY101" fmla="*/ 850130 h 6858000"/>
              <a:gd name="connsiteX102" fmla="*/ 10211411 w 12192000"/>
              <a:gd name="connsiteY102" fmla="*/ 901846 h 6858000"/>
              <a:gd name="connsiteX103" fmla="*/ 10263073 w 12192000"/>
              <a:gd name="connsiteY103" fmla="*/ 850130 h 6858000"/>
              <a:gd name="connsiteX104" fmla="*/ 10211411 w 12192000"/>
              <a:gd name="connsiteY104" fmla="*/ 798468 h 6858000"/>
              <a:gd name="connsiteX105" fmla="*/ 10263613 w 12192000"/>
              <a:gd name="connsiteY105" fmla="*/ 746211 h 6858000"/>
              <a:gd name="connsiteX106" fmla="*/ 10315221 w 12192000"/>
              <a:gd name="connsiteY106" fmla="*/ 797927 h 6858000"/>
              <a:gd name="connsiteX107" fmla="*/ 10366937 w 12192000"/>
              <a:gd name="connsiteY107" fmla="*/ 746211 h 6858000"/>
              <a:gd name="connsiteX108" fmla="*/ 0 w 12192000"/>
              <a:gd name="connsiteY108" fmla="*/ 0 h 6858000"/>
              <a:gd name="connsiteX109" fmla="*/ 12192000 w 12192000"/>
              <a:gd name="connsiteY109" fmla="*/ 0 h 6858000"/>
              <a:gd name="connsiteX110" fmla="*/ 12192000 w 12192000"/>
              <a:gd name="connsiteY110" fmla="*/ 6858000 h 6858000"/>
              <a:gd name="connsiteX111" fmla="*/ 0 w 121920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12192000" h="6858000">
                <a:moveTo>
                  <a:pt x="11257942" y="746373"/>
                </a:moveTo>
                <a:lnTo>
                  <a:pt x="11292689" y="746373"/>
                </a:lnTo>
                <a:lnTo>
                  <a:pt x="11292689" y="815598"/>
                </a:lnTo>
                <a:lnTo>
                  <a:pt x="11257942" y="815598"/>
                </a:lnTo>
                <a:close/>
                <a:moveTo>
                  <a:pt x="11206118" y="746266"/>
                </a:moveTo>
                <a:lnTo>
                  <a:pt x="11206118" y="746373"/>
                </a:lnTo>
                <a:lnTo>
                  <a:pt x="11206064" y="746373"/>
                </a:lnTo>
                <a:close/>
                <a:moveTo>
                  <a:pt x="10730352" y="746103"/>
                </a:moveTo>
                <a:lnTo>
                  <a:pt x="10730352" y="780851"/>
                </a:lnTo>
                <a:lnTo>
                  <a:pt x="10782285" y="780851"/>
                </a:lnTo>
                <a:lnTo>
                  <a:pt x="10782285" y="746103"/>
                </a:lnTo>
                <a:close/>
                <a:moveTo>
                  <a:pt x="11448323" y="711842"/>
                </a:moveTo>
                <a:lnTo>
                  <a:pt x="11448323" y="850075"/>
                </a:lnTo>
                <a:lnTo>
                  <a:pt x="11500201" y="850075"/>
                </a:lnTo>
                <a:lnTo>
                  <a:pt x="11500201" y="746373"/>
                </a:lnTo>
                <a:lnTo>
                  <a:pt x="11526140" y="746373"/>
                </a:lnTo>
                <a:lnTo>
                  <a:pt x="11526140" y="850075"/>
                </a:lnTo>
                <a:lnTo>
                  <a:pt x="11578019" y="850075"/>
                </a:lnTo>
                <a:lnTo>
                  <a:pt x="11578019" y="746373"/>
                </a:lnTo>
                <a:lnTo>
                  <a:pt x="11604012" y="746373"/>
                </a:lnTo>
                <a:lnTo>
                  <a:pt x="11604012" y="850075"/>
                </a:lnTo>
                <a:lnTo>
                  <a:pt x="11655890" y="850075"/>
                </a:lnTo>
                <a:lnTo>
                  <a:pt x="11655890" y="746373"/>
                </a:lnTo>
                <a:lnTo>
                  <a:pt x="11638759" y="711842"/>
                </a:lnTo>
                <a:lnTo>
                  <a:pt x="11448377" y="711842"/>
                </a:lnTo>
                <a:close/>
                <a:moveTo>
                  <a:pt x="11370506" y="711626"/>
                </a:moveTo>
                <a:lnTo>
                  <a:pt x="11370506" y="850075"/>
                </a:lnTo>
                <a:lnTo>
                  <a:pt x="11422438" y="850075"/>
                </a:lnTo>
                <a:lnTo>
                  <a:pt x="11422438" y="711842"/>
                </a:lnTo>
                <a:close/>
                <a:moveTo>
                  <a:pt x="10583311" y="677094"/>
                </a:moveTo>
                <a:lnTo>
                  <a:pt x="10583311" y="746373"/>
                </a:lnTo>
                <a:lnTo>
                  <a:pt x="10557101" y="746373"/>
                </a:lnTo>
                <a:close/>
                <a:moveTo>
                  <a:pt x="11370506" y="642617"/>
                </a:moveTo>
                <a:lnTo>
                  <a:pt x="11370506" y="677094"/>
                </a:lnTo>
                <a:lnTo>
                  <a:pt x="11422438" y="677094"/>
                </a:lnTo>
                <a:lnTo>
                  <a:pt x="11422438" y="642617"/>
                </a:lnTo>
                <a:close/>
                <a:moveTo>
                  <a:pt x="10799361" y="642617"/>
                </a:moveTo>
                <a:lnTo>
                  <a:pt x="10799361" y="850075"/>
                </a:lnTo>
                <a:lnTo>
                  <a:pt x="10851239" y="850075"/>
                </a:lnTo>
                <a:lnTo>
                  <a:pt x="10851239" y="746373"/>
                </a:lnTo>
                <a:lnTo>
                  <a:pt x="10886041" y="746373"/>
                </a:lnTo>
                <a:lnTo>
                  <a:pt x="10886041" y="815598"/>
                </a:lnTo>
                <a:lnTo>
                  <a:pt x="10903387" y="850075"/>
                </a:lnTo>
                <a:lnTo>
                  <a:pt x="11024544" y="850075"/>
                </a:lnTo>
                <a:lnTo>
                  <a:pt x="11024544" y="746373"/>
                </a:lnTo>
                <a:lnTo>
                  <a:pt x="11050483" y="746373"/>
                </a:lnTo>
                <a:lnTo>
                  <a:pt x="11050483" y="850075"/>
                </a:lnTo>
                <a:lnTo>
                  <a:pt x="11102307" y="850075"/>
                </a:lnTo>
                <a:lnTo>
                  <a:pt x="11102307" y="746373"/>
                </a:lnTo>
                <a:lnTo>
                  <a:pt x="11128301" y="746373"/>
                </a:lnTo>
                <a:lnTo>
                  <a:pt x="11128301" y="850075"/>
                </a:lnTo>
                <a:lnTo>
                  <a:pt x="11180179" y="850075"/>
                </a:lnTo>
                <a:lnTo>
                  <a:pt x="11180179" y="746373"/>
                </a:lnTo>
                <a:lnTo>
                  <a:pt x="11206064" y="746373"/>
                </a:lnTo>
                <a:lnTo>
                  <a:pt x="11206064" y="815598"/>
                </a:lnTo>
                <a:lnTo>
                  <a:pt x="11223464" y="850075"/>
                </a:lnTo>
                <a:lnTo>
                  <a:pt x="11344567" y="850075"/>
                </a:lnTo>
                <a:lnTo>
                  <a:pt x="11344567" y="711842"/>
                </a:lnTo>
                <a:lnTo>
                  <a:pt x="11223464" y="711842"/>
                </a:lnTo>
                <a:lnTo>
                  <a:pt x="11206118" y="746266"/>
                </a:lnTo>
                <a:lnTo>
                  <a:pt x="11206118" y="711842"/>
                </a:lnTo>
                <a:lnTo>
                  <a:pt x="11180179" y="711842"/>
                </a:lnTo>
                <a:lnTo>
                  <a:pt x="11180179" y="677094"/>
                </a:lnTo>
                <a:lnTo>
                  <a:pt x="11128301" y="677094"/>
                </a:lnTo>
                <a:lnTo>
                  <a:pt x="11128301" y="711842"/>
                </a:lnTo>
                <a:lnTo>
                  <a:pt x="11102307" y="711842"/>
                </a:lnTo>
                <a:lnTo>
                  <a:pt x="11102307" y="677094"/>
                </a:lnTo>
                <a:lnTo>
                  <a:pt x="11050483" y="677094"/>
                </a:lnTo>
                <a:lnTo>
                  <a:pt x="11050483" y="711842"/>
                </a:lnTo>
                <a:lnTo>
                  <a:pt x="10972396" y="711842"/>
                </a:lnTo>
                <a:lnTo>
                  <a:pt x="10972396" y="815544"/>
                </a:lnTo>
                <a:lnTo>
                  <a:pt x="10937919" y="815544"/>
                </a:lnTo>
                <a:lnTo>
                  <a:pt x="10937919" y="711842"/>
                </a:lnTo>
                <a:lnTo>
                  <a:pt x="10851293" y="711842"/>
                </a:lnTo>
                <a:lnTo>
                  <a:pt x="10851293" y="677094"/>
                </a:lnTo>
                <a:lnTo>
                  <a:pt x="10937919" y="677094"/>
                </a:lnTo>
                <a:lnTo>
                  <a:pt x="10937919" y="642617"/>
                </a:lnTo>
                <a:lnTo>
                  <a:pt x="10799415" y="642617"/>
                </a:lnTo>
                <a:close/>
                <a:moveTo>
                  <a:pt x="10661074" y="642617"/>
                </a:moveTo>
                <a:lnTo>
                  <a:pt x="10661074" y="850075"/>
                </a:lnTo>
                <a:lnTo>
                  <a:pt x="10712952" y="850075"/>
                </a:lnTo>
                <a:lnTo>
                  <a:pt x="10712952" y="642617"/>
                </a:lnTo>
                <a:close/>
                <a:moveTo>
                  <a:pt x="10539971" y="642617"/>
                </a:moveTo>
                <a:lnTo>
                  <a:pt x="10470746" y="850075"/>
                </a:lnTo>
                <a:lnTo>
                  <a:pt x="10522624" y="850075"/>
                </a:lnTo>
                <a:lnTo>
                  <a:pt x="10548563" y="781067"/>
                </a:lnTo>
                <a:lnTo>
                  <a:pt x="10583311" y="781067"/>
                </a:lnTo>
                <a:lnTo>
                  <a:pt x="10583311" y="850075"/>
                </a:lnTo>
                <a:lnTo>
                  <a:pt x="10635189" y="850075"/>
                </a:lnTo>
                <a:lnTo>
                  <a:pt x="10635189" y="642617"/>
                </a:lnTo>
                <a:close/>
                <a:moveTo>
                  <a:pt x="10159370" y="642563"/>
                </a:moveTo>
                <a:lnTo>
                  <a:pt x="10210978" y="694225"/>
                </a:lnTo>
                <a:lnTo>
                  <a:pt x="10159370" y="745995"/>
                </a:lnTo>
                <a:lnTo>
                  <a:pt x="10107763" y="694225"/>
                </a:lnTo>
                <a:close/>
                <a:moveTo>
                  <a:pt x="10159370" y="538699"/>
                </a:moveTo>
                <a:lnTo>
                  <a:pt x="9951588" y="746049"/>
                </a:lnTo>
                <a:lnTo>
                  <a:pt x="10003574" y="797927"/>
                </a:lnTo>
                <a:lnTo>
                  <a:pt x="10055722" y="746211"/>
                </a:lnTo>
                <a:lnTo>
                  <a:pt x="10107492" y="798198"/>
                </a:lnTo>
                <a:lnTo>
                  <a:pt x="10055398" y="850292"/>
                </a:lnTo>
                <a:lnTo>
                  <a:pt x="10107492" y="901846"/>
                </a:lnTo>
                <a:lnTo>
                  <a:pt x="10158398" y="850130"/>
                </a:lnTo>
                <a:lnTo>
                  <a:pt x="10211411" y="901846"/>
                </a:lnTo>
                <a:lnTo>
                  <a:pt x="10263073" y="850130"/>
                </a:lnTo>
                <a:lnTo>
                  <a:pt x="10211411" y="798468"/>
                </a:lnTo>
                <a:lnTo>
                  <a:pt x="10263613" y="746211"/>
                </a:lnTo>
                <a:lnTo>
                  <a:pt x="10315221" y="797927"/>
                </a:lnTo>
                <a:lnTo>
                  <a:pt x="10366937" y="74621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GB" dirty="0"/>
              <a:t>Click to insert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673821" y="6462506"/>
            <a:ext cx="639762" cy="12311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38D1971-F93E-4BEC-BD0A-FF650C00DF7A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E7DF76B-C887-78D9-DED9-9F1A8AD7D51E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</p:spTree>
    <p:extLst>
      <p:ext uri="{BB962C8B-B14F-4D97-AF65-F5344CB8AC3E}">
        <p14:creationId xmlns:p14="http://schemas.microsoft.com/office/powerpoint/2010/main" val="2471101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55" userDrawn="1">
          <p15:clr>
            <a:srgbClr val="FBAE40"/>
          </p15:clr>
        </p15:guide>
        <p15:guide id="2" pos="5081" userDrawn="1">
          <p15:clr>
            <a:srgbClr val="FBAE40"/>
          </p15:clr>
        </p15:guide>
        <p15:guide id="3" orient="horz" pos="2330" userDrawn="1">
          <p15:clr>
            <a:srgbClr val="FBAE40"/>
          </p15:clr>
        </p15:guide>
        <p15:guide id="4" orient="horz" pos="250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1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BAA7F8-B4DE-4C8C-B7D8-E7D165650363}" type="datetime1">
              <a:rPr lang="en-GB" smtClean="0"/>
              <a:t>11/08/2026</a:t>
            </a:fld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848EE5-4927-B646-F0A3-D86C20D6C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000" y="1344385"/>
            <a:ext cx="8289001" cy="276999"/>
          </a:xfrm>
        </p:spPr>
        <p:txBody>
          <a:bodyPr wrap="square" anchor="b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– Speaker Name, Company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05DEA34-11DA-DDDC-A148-9FF11F3A5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1000" y="2160588"/>
            <a:ext cx="10171250" cy="388461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a Quote </a:t>
            </a:r>
            <a:br>
              <a:rPr lang="en-GB" dirty="0"/>
            </a:br>
            <a:r>
              <a:rPr lang="en-GB" dirty="0"/>
              <a:t>or a Statement!</a:t>
            </a:r>
          </a:p>
        </p:txBody>
      </p:sp>
    </p:spTree>
    <p:extLst>
      <p:ext uri="{BB962C8B-B14F-4D97-AF65-F5344CB8AC3E}">
        <p14:creationId xmlns:p14="http://schemas.microsoft.com/office/powerpoint/2010/main" val="2359559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1" userDrawn="1">
          <p15:clr>
            <a:srgbClr val="FBAE40"/>
          </p15:clr>
        </p15:guide>
        <p15:guide id="2" orient="horz" pos="1361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653C44-53F1-4BB7-977E-6DCEA17A01E3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848EE5-4927-B646-F0A3-D86C20D6C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000" y="1344385"/>
            <a:ext cx="8289001" cy="276999"/>
          </a:xfrm>
        </p:spPr>
        <p:txBody>
          <a:bodyPr wrap="square" anchor="b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– Speaker Name, Company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05DEA34-11DA-DDDC-A148-9FF11F3A5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1000" y="2160588"/>
            <a:ext cx="10171250" cy="388461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a Quote </a:t>
            </a:r>
            <a:br>
              <a:rPr lang="en-GB" dirty="0"/>
            </a:br>
            <a:r>
              <a:rPr lang="en-GB" dirty="0"/>
              <a:t>or a Statement!</a:t>
            </a:r>
          </a:p>
        </p:txBody>
      </p:sp>
    </p:spTree>
    <p:extLst>
      <p:ext uri="{BB962C8B-B14F-4D97-AF65-F5344CB8AC3E}">
        <p14:creationId xmlns:p14="http://schemas.microsoft.com/office/powerpoint/2010/main" val="771289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1" userDrawn="1">
          <p15:clr>
            <a:srgbClr val="FBAE40"/>
          </p15:clr>
        </p15:guide>
        <p15:guide id="2" orient="horz" pos="1361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2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2">
            <a:extLst>
              <a:ext uri="{FF2B5EF4-FFF2-40B4-BE49-F238E27FC236}">
                <a16:creationId xmlns:a16="http://schemas.microsoft.com/office/drawing/2014/main" id="{D2A87101-705A-4EF9-CF45-5EFDF6609B7C}"/>
              </a:ext>
            </a:extLst>
          </p:cNvPr>
          <p:cNvSpPr>
            <a:spLocks/>
          </p:cNvSpPr>
          <p:nvPr userDrawn="1"/>
        </p:nvSpPr>
        <p:spPr>
          <a:xfrm flipH="1">
            <a:off x="538161" y="1"/>
            <a:ext cx="11653838" cy="6039772"/>
          </a:xfrm>
          <a:custGeom>
            <a:avLst/>
            <a:gdLst>
              <a:gd name="connsiteX0" fmla="*/ 11682411 w 11682412"/>
              <a:gd name="connsiteY0" fmla="*/ 5459452 h 6089650"/>
              <a:gd name="connsiteX1" fmla="*/ 11052213 w 11682412"/>
              <a:gd name="connsiteY1" fmla="*/ 5459452 h 6089650"/>
              <a:gd name="connsiteX2" fmla="*/ 11682411 w 11682412"/>
              <a:gd name="connsiteY2" fmla="*/ 6089650 h 6089650"/>
              <a:gd name="connsiteX3" fmla="*/ 11682412 w 11682412"/>
              <a:gd name="connsiteY3" fmla="*/ 0 h 6089650"/>
              <a:gd name="connsiteX4" fmla="*/ 0 w 11682412"/>
              <a:gd name="connsiteY4" fmla="*/ 0 h 6089650"/>
              <a:gd name="connsiteX5" fmla="*/ 0 w 11682412"/>
              <a:gd name="connsiteY5" fmla="*/ 5459451 h 6089650"/>
              <a:gd name="connsiteX6" fmla="*/ 11682412 w 11682412"/>
              <a:gd name="connsiteY6" fmla="*/ 5459451 h 608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2412" h="6089650">
                <a:moveTo>
                  <a:pt x="11682411" y="5459452"/>
                </a:moveTo>
                <a:lnTo>
                  <a:pt x="11052213" y="5459452"/>
                </a:lnTo>
                <a:lnTo>
                  <a:pt x="11682411" y="6089650"/>
                </a:lnTo>
                <a:close/>
                <a:moveTo>
                  <a:pt x="11682412" y="0"/>
                </a:moveTo>
                <a:lnTo>
                  <a:pt x="0" y="0"/>
                </a:lnTo>
                <a:lnTo>
                  <a:pt x="0" y="5459451"/>
                </a:lnTo>
                <a:lnTo>
                  <a:pt x="11682412" y="545945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2B3B43-7F4D-40F7-8F09-28B01F8666F9}" type="datetime1">
              <a:rPr lang="en-GB" smtClean="0"/>
              <a:t>11/08/2026</a:t>
            </a:fld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848EE5-4927-B646-F0A3-D86C20D6C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481000" y="4596549"/>
            <a:ext cx="8289001" cy="276999"/>
          </a:xfrm>
        </p:spPr>
        <p:txBody>
          <a:bodyPr wrap="square" anchor="b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– Speaker Name, Company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05DEA34-11DA-DDDC-A148-9FF11F3A5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1481000" y="539028"/>
            <a:ext cx="8286884" cy="355879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a Quote </a:t>
            </a:r>
            <a:br>
              <a:rPr lang="en-GB" dirty="0"/>
            </a:br>
            <a:r>
              <a:rPr lang="en-GB" dirty="0"/>
              <a:t>or a Statement!</a:t>
            </a:r>
          </a:p>
        </p:txBody>
      </p:sp>
    </p:spTree>
    <p:extLst>
      <p:ext uri="{BB962C8B-B14F-4D97-AF65-F5344CB8AC3E}">
        <p14:creationId xmlns:p14="http://schemas.microsoft.com/office/powerpoint/2010/main" val="4036107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1" userDrawn="1">
          <p15:clr>
            <a:srgbClr val="FBAE40"/>
          </p15:clr>
        </p15:guide>
        <p15:guide id="2" orient="horz" pos="307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2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2">
            <a:extLst>
              <a:ext uri="{FF2B5EF4-FFF2-40B4-BE49-F238E27FC236}">
                <a16:creationId xmlns:a16="http://schemas.microsoft.com/office/drawing/2014/main" id="{D2A87101-705A-4EF9-CF45-5EFDF6609B7C}"/>
              </a:ext>
            </a:extLst>
          </p:cNvPr>
          <p:cNvSpPr>
            <a:spLocks/>
          </p:cNvSpPr>
          <p:nvPr userDrawn="1"/>
        </p:nvSpPr>
        <p:spPr>
          <a:xfrm flipH="1">
            <a:off x="538161" y="1"/>
            <a:ext cx="11653838" cy="6039772"/>
          </a:xfrm>
          <a:custGeom>
            <a:avLst/>
            <a:gdLst>
              <a:gd name="connsiteX0" fmla="*/ 11682411 w 11682412"/>
              <a:gd name="connsiteY0" fmla="*/ 5459452 h 6089650"/>
              <a:gd name="connsiteX1" fmla="*/ 11052213 w 11682412"/>
              <a:gd name="connsiteY1" fmla="*/ 5459452 h 6089650"/>
              <a:gd name="connsiteX2" fmla="*/ 11682411 w 11682412"/>
              <a:gd name="connsiteY2" fmla="*/ 6089650 h 6089650"/>
              <a:gd name="connsiteX3" fmla="*/ 11682412 w 11682412"/>
              <a:gd name="connsiteY3" fmla="*/ 0 h 6089650"/>
              <a:gd name="connsiteX4" fmla="*/ 0 w 11682412"/>
              <a:gd name="connsiteY4" fmla="*/ 0 h 6089650"/>
              <a:gd name="connsiteX5" fmla="*/ 0 w 11682412"/>
              <a:gd name="connsiteY5" fmla="*/ 5459451 h 6089650"/>
              <a:gd name="connsiteX6" fmla="*/ 11682412 w 11682412"/>
              <a:gd name="connsiteY6" fmla="*/ 5459451 h 608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2412" h="6089650">
                <a:moveTo>
                  <a:pt x="11682411" y="5459452"/>
                </a:moveTo>
                <a:lnTo>
                  <a:pt x="11052213" y="5459452"/>
                </a:lnTo>
                <a:lnTo>
                  <a:pt x="11682411" y="6089650"/>
                </a:lnTo>
                <a:close/>
                <a:moveTo>
                  <a:pt x="11682412" y="0"/>
                </a:moveTo>
                <a:lnTo>
                  <a:pt x="0" y="0"/>
                </a:lnTo>
                <a:lnTo>
                  <a:pt x="0" y="5459451"/>
                </a:lnTo>
                <a:lnTo>
                  <a:pt x="11682412" y="545945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F47461-61E8-477E-B61E-7D834C6F892B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848EE5-4927-B646-F0A3-D86C20D6C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000" y="4596549"/>
            <a:ext cx="8289001" cy="276999"/>
          </a:xfrm>
        </p:spPr>
        <p:txBody>
          <a:bodyPr wrap="square" anchor="b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– Speaker Name, Company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05DEA34-11DA-DDDC-A148-9FF11F3A5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1000" y="539028"/>
            <a:ext cx="8286884" cy="355879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a Quote </a:t>
            </a:r>
            <a:br>
              <a:rPr lang="en-GB" dirty="0"/>
            </a:br>
            <a:r>
              <a:rPr lang="en-GB" dirty="0"/>
              <a:t>or a Statement!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986D47-DDBD-CF8D-5D24-F34387F3EDC8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A1F987F-F688-441E-3BA8-3F1CD4881513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solidFill>
              <a:srgbClr val="004F9F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A2ECA4-B178-EC9C-089B-F475B51F1D2C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5485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1" userDrawn="1">
          <p15:clr>
            <a:srgbClr val="FBAE40"/>
          </p15:clr>
        </p15:guide>
        <p15:guide id="2" orient="horz" pos="307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B7E7AC-F61D-BAAD-21A2-FF6105310ED7}"/>
              </a:ext>
            </a:extLst>
          </p:cNvPr>
          <p:cNvSpPr>
            <a:spLocks/>
          </p:cNvSpPr>
          <p:nvPr userDrawn="1"/>
        </p:nvSpPr>
        <p:spPr>
          <a:xfrm>
            <a:off x="7709066" y="0"/>
            <a:ext cx="448293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81001" y="6463427"/>
            <a:ext cx="5868065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848EE5-4927-B646-F0A3-D86C20D6C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001" y="2991585"/>
            <a:ext cx="5868065" cy="430887"/>
          </a:xfrm>
        </p:spPr>
        <p:txBody>
          <a:bodyPr wrap="square" anchor="t">
            <a:sp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05DEA34-11DA-DDDC-A148-9FF11F3A5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1001" y="2160588"/>
            <a:ext cx="5868065" cy="830997"/>
          </a:xfrm>
        </p:spPr>
        <p:txBody>
          <a:bodyPr wrap="square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Thank you!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3ECE5AC-E1D5-54E6-0C6B-6999C3FC13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8064500" y="3422472"/>
            <a:ext cx="3587751" cy="26227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First name Last name</a:t>
            </a:r>
            <a:br>
              <a:rPr lang="en-GB" dirty="0"/>
            </a:br>
            <a:r>
              <a:rPr lang="en-GB" dirty="0"/>
              <a:t>Job title</a:t>
            </a:r>
            <a:br>
              <a:rPr lang="en-GB" dirty="0"/>
            </a:br>
            <a:r>
              <a:rPr lang="en-GB" dirty="0"/>
              <a:t>Group / Region / Department XY </a:t>
            </a:r>
            <a:br>
              <a:rPr lang="en-GB" dirty="0"/>
            </a:br>
            <a:r>
              <a:rPr lang="en-GB" dirty="0"/>
              <a:t>Street 123, 12345 City</a:t>
            </a:r>
            <a:br>
              <a:rPr lang="en-GB" dirty="0"/>
            </a:br>
            <a:r>
              <a:rPr lang="en-GB" dirty="0"/>
              <a:t>Country</a:t>
            </a:r>
            <a:br>
              <a:rPr lang="en-GB" dirty="0"/>
            </a:br>
            <a:r>
              <a:rPr lang="en-GB" dirty="0"/>
              <a:t>Phone: +49 123 45 67 89</a:t>
            </a:r>
            <a:br>
              <a:rPr lang="en-GB" dirty="0"/>
            </a:br>
            <a:r>
              <a:rPr lang="en-GB" dirty="0"/>
              <a:t>Mobile: +49 123 45 67 89 0</a:t>
            </a:r>
            <a:br>
              <a:rPr lang="en-GB" dirty="0"/>
            </a:br>
            <a:r>
              <a:rPr lang="en-GB" dirty="0"/>
              <a:t>Web: Al-Futtaim.com</a:t>
            </a:r>
            <a:br>
              <a:rPr lang="en-GB" dirty="0"/>
            </a:br>
            <a:r>
              <a:rPr lang="en-GB" dirty="0"/>
              <a:t>E-mail: firstname.lastname@Al-Futtaim.com</a:t>
            </a:r>
          </a:p>
        </p:txBody>
      </p:sp>
    </p:spTree>
    <p:extLst>
      <p:ext uri="{BB962C8B-B14F-4D97-AF65-F5344CB8AC3E}">
        <p14:creationId xmlns:p14="http://schemas.microsoft.com/office/powerpoint/2010/main" val="330922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1" userDrawn="1">
          <p15:clr>
            <a:srgbClr val="FBAE40"/>
          </p15:clr>
        </p15:guide>
        <p15:guide id="2" orient="horz" pos="1361" userDrawn="1">
          <p15:clr>
            <a:srgbClr val="FBAE40"/>
          </p15:clr>
        </p15:guide>
        <p15:guide id="3" pos="4852" userDrawn="1">
          <p15:clr>
            <a:srgbClr val="FBAE40"/>
          </p15:clr>
        </p15:guide>
        <p15:guide id="4" pos="508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B7E7AC-F61D-BAAD-21A2-FF6105310ED7}"/>
              </a:ext>
            </a:extLst>
          </p:cNvPr>
          <p:cNvSpPr>
            <a:spLocks/>
          </p:cNvSpPr>
          <p:nvPr userDrawn="1"/>
        </p:nvSpPr>
        <p:spPr>
          <a:xfrm>
            <a:off x="7709066" y="0"/>
            <a:ext cx="4482934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81001" y="6463427"/>
            <a:ext cx="5868065" cy="12311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848EE5-4927-B646-F0A3-D86C20D6C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001" y="2991585"/>
            <a:ext cx="5868065" cy="430887"/>
          </a:xfrm>
        </p:spPr>
        <p:txBody>
          <a:bodyPr wrap="square" anchor="t">
            <a:sp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Please insert a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05DEA34-11DA-DDDC-A148-9FF11F3A5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1001" y="2160588"/>
            <a:ext cx="5868065" cy="830997"/>
          </a:xfrm>
        </p:spPr>
        <p:txBody>
          <a:bodyPr wrap="square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Thank you!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F4CB8E-5DE9-089C-9A08-DA75CE75D5AD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FA34CD5-5FE5-EB73-EC58-D315B6E14E3F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solidFill>
              <a:srgbClr val="004F9F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5E918FF-2F14-E241-8D2D-C551F3E19631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889EB29-6E0E-9C3E-3959-D63C68AA69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4500" y="3422472"/>
            <a:ext cx="3587751" cy="26227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First name Last name</a:t>
            </a:r>
            <a:br>
              <a:rPr lang="en-GB" dirty="0"/>
            </a:br>
            <a:r>
              <a:rPr lang="en-GB" dirty="0"/>
              <a:t>Job title</a:t>
            </a:r>
            <a:br>
              <a:rPr lang="en-GB" dirty="0"/>
            </a:br>
            <a:r>
              <a:rPr lang="en-GB" dirty="0"/>
              <a:t>Group / Region / Department XY </a:t>
            </a:r>
            <a:br>
              <a:rPr lang="en-GB" dirty="0"/>
            </a:br>
            <a:r>
              <a:rPr lang="en-GB" dirty="0"/>
              <a:t>Street 123, 12345 City</a:t>
            </a:r>
            <a:br>
              <a:rPr lang="en-GB" dirty="0"/>
            </a:br>
            <a:r>
              <a:rPr lang="en-GB" dirty="0"/>
              <a:t>Country</a:t>
            </a:r>
            <a:br>
              <a:rPr lang="en-GB" dirty="0"/>
            </a:br>
            <a:r>
              <a:rPr lang="en-GB" dirty="0"/>
              <a:t>Phone: +49 123 45 67 89</a:t>
            </a:r>
            <a:br>
              <a:rPr lang="en-GB" dirty="0"/>
            </a:br>
            <a:r>
              <a:rPr lang="en-GB" dirty="0"/>
              <a:t>Mobile: +49 123 45 67 89 0</a:t>
            </a:r>
            <a:br>
              <a:rPr lang="en-GB" dirty="0"/>
            </a:br>
            <a:r>
              <a:rPr lang="en-GB" dirty="0"/>
              <a:t>Web: Al-Futtaim.com</a:t>
            </a:r>
            <a:br>
              <a:rPr lang="en-GB" dirty="0"/>
            </a:br>
            <a:r>
              <a:rPr lang="en-GB" dirty="0"/>
              <a:t>E-mail: firstname.lastname@Al-Futtaim.com</a:t>
            </a:r>
          </a:p>
        </p:txBody>
      </p:sp>
    </p:spTree>
    <p:extLst>
      <p:ext uri="{BB962C8B-B14F-4D97-AF65-F5344CB8AC3E}">
        <p14:creationId xmlns:p14="http://schemas.microsoft.com/office/powerpoint/2010/main" val="394697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1" userDrawn="1">
          <p15:clr>
            <a:srgbClr val="FBAE40"/>
          </p15:clr>
        </p15:guide>
        <p15:guide id="2" orient="horz" pos="1361" userDrawn="1">
          <p15:clr>
            <a:srgbClr val="FBAE40"/>
          </p15:clr>
        </p15:guide>
        <p15:guide id="3" pos="4852" userDrawn="1">
          <p15:clr>
            <a:srgbClr val="FBAE40"/>
          </p15:clr>
        </p15:guide>
        <p15:guide id="4" pos="508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Page with ima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B494-BA15-F2B4-DAD3-A3B2AF6C73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48" y="4332800"/>
            <a:ext cx="11112502" cy="498598"/>
          </a:xfrm>
        </p:spPr>
        <p:txBody>
          <a:bodyPr anchor="b">
            <a:sp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95B62-3DC6-BA29-E15A-17D867C811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48" y="4831398"/>
            <a:ext cx="11112502" cy="276999"/>
          </a:xfrm>
        </p:spPr>
        <p:txBody>
          <a:bodyPr>
            <a:sp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Division/Trading Entity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F8D7363-2FCC-9FA4-5689-CD0AE7825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5858230"/>
            <a:ext cx="5556251" cy="184666"/>
          </a:xfrm>
        </p:spPr>
        <p:txBody>
          <a:bodyPr anchor="b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E228A9F-E9A6-695B-D921-9A62CF784E3E}"/>
              </a:ext>
            </a:extLst>
          </p:cNvPr>
          <p:cNvGrpSpPr/>
          <p:nvPr userDrawn="1"/>
        </p:nvGrpSpPr>
        <p:grpSpPr bwMode="black">
          <a:xfrm>
            <a:off x="539261" y="3700464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647B08E-14B1-01D6-5B5D-811758E0E340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5C09C97-7D6A-EB6B-7CA5-302B174E7E1E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Online Image Placeholder 7">
            <a:extLst>
              <a:ext uri="{FF2B5EF4-FFF2-40B4-BE49-F238E27FC236}">
                <a16:creationId xmlns:a16="http://schemas.microsoft.com/office/drawing/2014/main" id="{B642AA57-01A7-47DE-6231-8F5ED59AE745}"/>
              </a:ext>
            </a:extLst>
          </p:cNvPr>
          <p:cNvSpPr>
            <a:spLocks noGrp="1"/>
          </p:cNvSpPr>
          <p:nvPr>
            <p:ph type="clipArt" sz="quarter" idx="12"/>
          </p:nvPr>
        </p:nvSpPr>
        <p:spPr>
          <a:xfrm>
            <a:off x="-1" y="26927"/>
            <a:ext cx="12192000" cy="3424238"/>
          </a:xfrm>
          <a:noFill/>
        </p:spPr>
        <p:txBody>
          <a:bodyPr/>
          <a:lstStyle>
            <a:lvl1pPr>
              <a:defRPr>
                <a:blipFill>
                  <a:blip r:embed="rId2"/>
                  <a:tile tx="0" ty="0" sx="100000" sy="100000" flip="none" algn="tl"/>
                </a:blip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2421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29">
          <p15:clr>
            <a:srgbClr val="FBAE40"/>
          </p15:clr>
        </p15:guide>
        <p15:guide id="5" orient="horz" pos="215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B494-BA15-F2B4-DAD3-A3B2AF6C73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48" y="1875367"/>
            <a:ext cx="11112502" cy="1821921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95B62-3DC6-BA29-E15A-17D867C811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48" y="3970338"/>
            <a:ext cx="11112502" cy="942022"/>
          </a:xfrm>
        </p:spPr>
        <p:txBody>
          <a:bodyPr>
            <a:noAutofit/>
          </a:bodyPr>
          <a:lstStyle>
            <a:lvl1pPr marL="0" indent="0" algn="l"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>
              <a:spcAft>
                <a:spcPts val="0"/>
              </a:spcAft>
              <a:buNone/>
              <a:defRPr lang="en-US" sz="28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>
              <a:spcAft>
                <a:spcPts val="0"/>
              </a:spcAft>
              <a:buNone/>
              <a:defRPr lang="en-US" sz="28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Division/Trading Entity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F8D7363-2FCC-9FA4-5689-CD0AE7825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5858230"/>
            <a:ext cx="5556251" cy="184666"/>
          </a:xfrm>
        </p:spPr>
        <p:txBody>
          <a:bodyPr anchor="b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94A6121-889B-625F-300B-FA52A95E298E}"/>
              </a:ext>
            </a:extLst>
          </p:cNvPr>
          <p:cNvGrpSpPr/>
          <p:nvPr userDrawn="1"/>
        </p:nvGrpSpPr>
        <p:grpSpPr bwMode="black">
          <a:xfrm>
            <a:off x="538164" y="853208"/>
            <a:ext cx="3585838" cy="764057"/>
            <a:chOff x="538164" y="853208"/>
            <a:chExt cx="3585838" cy="764057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F6D1DAD-05DF-9AD9-7E5E-DD88E78C0A43}"/>
                </a:ext>
              </a:extLst>
            </p:cNvPr>
            <p:cNvSpPr/>
            <p:nvPr/>
          </p:nvSpPr>
          <p:spPr bwMode="black">
            <a:xfrm>
              <a:off x="1630469" y="1071851"/>
              <a:ext cx="2493533" cy="436490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3B3ADD2-B7B2-47A7-DF0B-4995540F41E0}"/>
                </a:ext>
              </a:extLst>
            </p:cNvPr>
            <p:cNvSpPr/>
            <p:nvPr/>
          </p:nvSpPr>
          <p:spPr bwMode="black">
            <a:xfrm>
              <a:off x="538164" y="853208"/>
              <a:ext cx="873889" cy="764057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157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598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329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B494-BA15-F2B4-DAD3-A3B2AF6C73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48" y="1875367"/>
            <a:ext cx="11112502" cy="1821921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Please insert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95B62-3DC6-BA29-E15A-17D867C811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48" y="3970338"/>
            <a:ext cx="11112502" cy="94202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Division/Trading Entity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F8D7363-2FCC-9FA4-5689-CD0AE7825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5858230"/>
            <a:ext cx="5556251" cy="184666"/>
          </a:xfrm>
        </p:spPr>
        <p:txBody>
          <a:bodyPr anchor="b">
            <a:sp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Date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94A6121-889B-625F-300B-FA52A95E298E}"/>
              </a:ext>
            </a:extLst>
          </p:cNvPr>
          <p:cNvGrpSpPr/>
          <p:nvPr userDrawn="1"/>
        </p:nvGrpSpPr>
        <p:grpSpPr>
          <a:xfrm>
            <a:off x="538164" y="853208"/>
            <a:ext cx="3585838" cy="764057"/>
            <a:chOff x="538164" y="853208"/>
            <a:chExt cx="3585838" cy="76405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F6D1DAD-05DF-9AD9-7E5E-DD88E78C0A43}"/>
                </a:ext>
              </a:extLst>
            </p:cNvPr>
            <p:cNvSpPr/>
            <p:nvPr/>
          </p:nvSpPr>
          <p:spPr>
            <a:xfrm>
              <a:off x="1630469" y="1071851"/>
              <a:ext cx="2493533" cy="436490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solidFill>
              <a:srgbClr val="004F9F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3B3ADD2-B7B2-47A7-DF0B-4995540F41E0}"/>
                </a:ext>
              </a:extLst>
            </p:cNvPr>
            <p:cNvSpPr/>
            <p:nvPr/>
          </p:nvSpPr>
          <p:spPr>
            <a:xfrm>
              <a:off x="538164" y="853208"/>
              <a:ext cx="873889" cy="764057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4042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598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32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with ima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B494-BA15-F2B4-DAD3-A3B2AF6C73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48" y="4332800"/>
            <a:ext cx="11112502" cy="498598"/>
          </a:xfrm>
        </p:spPr>
        <p:txBody>
          <a:bodyPr anchor="b">
            <a:sp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95B62-3DC6-BA29-E15A-17D867C811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48" y="4831398"/>
            <a:ext cx="11112502" cy="276999"/>
          </a:xfrm>
        </p:spPr>
        <p:txBody>
          <a:bodyPr>
            <a:sp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Division/Trading Entity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F8D7363-2FCC-9FA4-5689-CD0AE7825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5858230"/>
            <a:ext cx="5556251" cy="184666"/>
          </a:xfrm>
        </p:spPr>
        <p:txBody>
          <a:bodyPr anchor="b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E228A9F-E9A6-695B-D921-9A62CF784E3E}"/>
              </a:ext>
            </a:extLst>
          </p:cNvPr>
          <p:cNvGrpSpPr/>
          <p:nvPr userDrawn="1"/>
        </p:nvGrpSpPr>
        <p:grpSpPr bwMode="black">
          <a:xfrm>
            <a:off x="539261" y="3700464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647B08E-14B1-01D6-5B5D-811758E0E340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5C09C97-7D6A-EB6B-7CA5-302B174E7E1E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D383AD4-FE7F-970C-622A-7ECEF38EB69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3465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194501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29">
          <p15:clr>
            <a:srgbClr val="FBAE40"/>
          </p15:clr>
        </p15:guide>
        <p15:guide id="5" orient="horz" pos="2158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with ima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B494-BA15-F2B4-DAD3-A3B2AF6C73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48" y="4332800"/>
            <a:ext cx="11112502" cy="498598"/>
          </a:xfrm>
        </p:spPr>
        <p:txBody>
          <a:bodyPr anchor="b">
            <a:sp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Please insert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95B62-3DC6-BA29-E15A-17D867C811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48" y="4831398"/>
            <a:ext cx="11112502" cy="276999"/>
          </a:xfrm>
        </p:spPr>
        <p:txBody>
          <a:bodyPr>
            <a:sp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Division/Trading Entity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F8D7363-2FCC-9FA4-5689-CD0AE7825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5858230"/>
            <a:ext cx="5556251" cy="184666"/>
          </a:xfrm>
        </p:spPr>
        <p:txBody>
          <a:bodyPr anchor="b">
            <a:spAutoFit/>
          </a:bodyPr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D383AD4-FE7F-970C-622A-7ECEF38EB69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3465"/>
          </a:xfrm>
          <a:solidFill>
            <a:schemeClr val="accent4"/>
          </a:solidFill>
        </p:spPr>
        <p:txBody>
          <a:bodyPr/>
          <a:lstStyle/>
          <a:p>
            <a:r>
              <a:rPr lang="en-US" dirty="0"/>
              <a:t>Click to insert picture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8A4B62-2CDE-8BDE-A1E0-6E4E632CC8A2}"/>
              </a:ext>
            </a:extLst>
          </p:cNvPr>
          <p:cNvGrpSpPr>
            <a:grpSpLocks/>
          </p:cNvGrpSpPr>
          <p:nvPr userDrawn="1"/>
        </p:nvGrpSpPr>
        <p:grpSpPr>
          <a:xfrm>
            <a:off x="539261" y="3700464"/>
            <a:ext cx="1704301" cy="363146"/>
            <a:chOff x="9951588" y="538699"/>
            <a:chExt cx="1704301" cy="36314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8BD4D0C-D116-3ACE-3A99-213BA02AA8E7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solidFill>
              <a:srgbClr val="004F9F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5F62912-AD05-DB00-3F45-40DAF6BFF1F9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6439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29">
          <p15:clr>
            <a:srgbClr val="FBAE40"/>
          </p15:clr>
        </p15:guide>
        <p15:guide id="5" orient="horz" pos="2158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bilingual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B494-BA15-F2B4-DAD3-A3B2AF6C73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48" y="1875367"/>
            <a:ext cx="11112502" cy="1821921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95B62-3DC6-BA29-E15A-17D867C811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48" y="3970338"/>
            <a:ext cx="11112502" cy="94202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Division/Trading Entity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F8D7363-2FCC-9FA4-5689-CD0AE7825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5858230"/>
            <a:ext cx="5556251" cy="184666"/>
          </a:xfrm>
        </p:spPr>
        <p:txBody>
          <a:bodyPr anchor="b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F6D1DAD-05DF-9AD9-7E5E-DD88E78C0A43}"/>
              </a:ext>
            </a:extLst>
          </p:cNvPr>
          <p:cNvSpPr>
            <a:spLocks/>
          </p:cNvSpPr>
          <p:nvPr/>
        </p:nvSpPr>
        <p:spPr bwMode="black">
          <a:xfrm>
            <a:off x="539748" y="1071851"/>
            <a:ext cx="2493533" cy="436490"/>
          </a:xfrm>
          <a:custGeom>
            <a:avLst/>
            <a:gdLst>
              <a:gd name="connsiteX0" fmla="*/ 259606 w 1185143"/>
              <a:gd name="connsiteY0" fmla="*/ 138234 h 207458"/>
              <a:gd name="connsiteX1" fmla="*/ 311539 w 1185143"/>
              <a:gd name="connsiteY1" fmla="*/ 138234 h 207458"/>
              <a:gd name="connsiteX2" fmla="*/ 311539 w 1185143"/>
              <a:gd name="connsiteY2" fmla="*/ 103486 h 207458"/>
              <a:gd name="connsiteX3" fmla="*/ 259606 w 1185143"/>
              <a:gd name="connsiteY3" fmla="*/ 103486 h 207458"/>
              <a:gd name="connsiteX4" fmla="*/ 259606 w 1185143"/>
              <a:gd name="connsiteY4" fmla="*/ 138234 h 207458"/>
              <a:gd name="connsiteX5" fmla="*/ 787196 w 1185143"/>
              <a:gd name="connsiteY5" fmla="*/ 103756 h 207458"/>
              <a:gd name="connsiteX6" fmla="*/ 821943 w 1185143"/>
              <a:gd name="connsiteY6" fmla="*/ 103756 h 207458"/>
              <a:gd name="connsiteX7" fmla="*/ 821943 w 1185143"/>
              <a:gd name="connsiteY7" fmla="*/ 172981 h 207458"/>
              <a:gd name="connsiteX8" fmla="*/ 787196 w 1185143"/>
              <a:gd name="connsiteY8" fmla="*/ 172981 h 207458"/>
              <a:gd name="connsiteX9" fmla="*/ 787196 w 1185143"/>
              <a:gd name="connsiteY9" fmla="*/ 103756 h 207458"/>
              <a:gd name="connsiteX10" fmla="*/ 752718 w 1185143"/>
              <a:gd name="connsiteY10" fmla="*/ 69225 h 207458"/>
              <a:gd name="connsiteX11" fmla="*/ 735318 w 1185143"/>
              <a:gd name="connsiteY11" fmla="*/ 103756 h 207458"/>
              <a:gd name="connsiteX12" fmla="*/ 735318 w 1185143"/>
              <a:gd name="connsiteY12" fmla="*/ 172981 h 207458"/>
              <a:gd name="connsiteX13" fmla="*/ 752718 w 1185143"/>
              <a:gd name="connsiteY13" fmla="*/ 207458 h 207458"/>
              <a:gd name="connsiteX14" fmla="*/ 873821 w 1185143"/>
              <a:gd name="connsiteY14" fmla="*/ 207458 h 207458"/>
              <a:gd name="connsiteX15" fmla="*/ 873821 w 1185143"/>
              <a:gd name="connsiteY15" fmla="*/ 69225 h 207458"/>
              <a:gd name="connsiteX16" fmla="*/ 752718 w 1185143"/>
              <a:gd name="connsiteY16" fmla="*/ 69225 h 207458"/>
              <a:gd name="connsiteX17" fmla="*/ 977577 w 1185143"/>
              <a:gd name="connsiteY17" fmla="*/ 69225 h 207458"/>
              <a:gd name="connsiteX18" fmla="*/ 977577 w 1185143"/>
              <a:gd name="connsiteY18" fmla="*/ 207458 h 207458"/>
              <a:gd name="connsiteX19" fmla="*/ 1029455 w 1185143"/>
              <a:gd name="connsiteY19" fmla="*/ 207458 h 207458"/>
              <a:gd name="connsiteX20" fmla="*/ 1029455 w 1185143"/>
              <a:gd name="connsiteY20" fmla="*/ 103756 h 207458"/>
              <a:gd name="connsiteX21" fmla="*/ 1055394 w 1185143"/>
              <a:gd name="connsiteY21" fmla="*/ 103756 h 207458"/>
              <a:gd name="connsiteX22" fmla="*/ 1055394 w 1185143"/>
              <a:gd name="connsiteY22" fmla="*/ 207458 h 207458"/>
              <a:gd name="connsiteX23" fmla="*/ 1107273 w 1185143"/>
              <a:gd name="connsiteY23" fmla="*/ 207458 h 207458"/>
              <a:gd name="connsiteX24" fmla="*/ 1107273 w 1185143"/>
              <a:gd name="connsiteY24" fmla="*/ 103756 h 207458"/>
              <a:gd name="connsiteX25" fmla="*/ 1133266 w 1185143"/>
              <a:gd name="connsiteY25" fmla="*/ 103756 h 207458"/>
              <a:gd name="connsiteX26" fmla="*/ 1133266 w 1185143"/>
              <a:gd name="connsiteY26" fmla="*/ 207458 h 207458"/>
              <a:gd name="connsiteX27" fmla="*/ 1185144 w 1185143"/>
              <a:gd name="connsiteY27" fmla="*/ 207458 h 207458"/>
              <a:gd name="connsiteX28" fmla="*/ 1185144 w 1185143"/>
              <a:gd name="connsiteY28" fmla="*/ 103756 h 207458"/>
              <a:gd name="connsiteX29" fmla="*/ 1168013 w 1185143"/>
              <a:gd name="connsiteY29" fmla="*/ 69225 h 207458"/>
              <a:gd name="connsiteX30" fmla="*/ 977631 w 1185143"/>
              <a:gd name="connsiteY30" fmla="*/ 69225 h 207458"/>
              <a:gd name="connsiteX31" fmla="*/ 899760 w 1185143"/>
              <a:gd name="connsiteY31" fmla="*/ 207458 h 207458"/>
              <a:gd name="connsiteX32" fmla="*/ 951692 w 1185143"/>
              <a:gd name="connsiteY32" fmla="*/ 207458 h 207458"/>
              <a:gd name="connsiteX33" fmla="*/ 951692 w 1185143"/>
              <a:gd name="connsiteY33" fmla="*/ 69225 h 207458"/>
              <a:gd name="connsiteX34" fmla="*/ 899760 w 1185143"/>
              <a:gd name="connsiteY34" fmla="*/ 69009 h 207458"/>
              <a:gd name="connsiteX35" fmla="*/ 899760 w 1185143"/>
              <a:gd name="connsiteY35" fmla="*/ 207458 h 207458"/>
              <a:gd name="connsiteX36" fmla="*/ 112565 w 1185143"/>
              <a:gd name="connsiteY36" fmla="*/ 34477 h 207458"/>
              <a:gd name="connsiteX37" fmla="*/ 112565 w 1185143"/>
              <a:gd name="connsiteY37" fmla="*/ 103756 h 207458"/>
              <a:gd name="connsiteX38" fmla="*/ 86355 w 1185143"/>
              <a:gd name="connsiteY38" fmla="*/ 103756 h 207458"/>
              <a:gd name="connsiteX39" fmla="*/ 112565 w 1185143"/>
              <a:gd name="connsiteY39" fmla="*/ 34477 h 207458"/>
              <a:gd name="connsiteX40" fmla="*/ 69225 w 1185143"/>
              <a:gd name="connsiteY40" fmla="*/ 0 h 207458"/>
              <a:gd name="connsiteX41" fmla="*/ 0 w 1185143"/>
              <a:gd name="connsiteY41" fmla="*/ 207458 h 207458"/>
              <a:gd name="connsiteX42" fmla="*/ 51878 w 1185143"/>
              <a:gd name="connsiteY42" fmla="*/ 207458 h 207458"/>
              <a:gd name="connsiteX43" fmla="*/ 77817 w 1185143"/>
              <a:gd name="connsiteY43" fmla="*/ 138450 h 207458"/>
              <a:gd name="connsiteX44" fmla="*/ 112565 w 1185143"/>
              <a:gd name="connsiteY44" fmla="*/ 138450 h 207458"/>
              <a:gd name="connsiteX45" fmla="*/ 112565 w 1185143"/>
              <a:gd name="connsiteY45" fmla="*/ 207458 h 207458"/>
              <a:gd name="connsiteX46" fmla="*/ 164443 w 1185143"/>
              <a:gd name="connsiteY46" fmla="*/ 207458 h 207458"/>
              <a:gd name="connsiteX47" fmla="*/ 164443 w 1185143"/>
              <a:gd name="connsiteY47" fmla="*/ 0 h 207458"/>
              <a:gd name="connsiteX48" fmla="*/ 69225 w 1185143"/>
              <a:gd name="connsiteY48" fmla="*/ 0 h 207458"/>
              <a:gd name="connsiteX49" fmla="*/ 190328 w 1185143"/>
              <a:gd name="connsiteY49" fmla="*/ 207458 h 207458"/>
              <a:gd name="connsiteX50" fmla="*/ 242206 w 1185143"/>
              <a:gd name="connsiteY50" fmla="*/ 207458 h 207458"/>
              <a:gd name="connsiteX51" fmla="*/ 242206 w 1185143"/>
              <a:gd name="connsiteY51" fmla="*/ 0 h 207458"/>
              <a:gd name="connsiteX52" fmla="*/ 190328 w 1185143"/>
              <a:gd name="connsiteY52" fmla="*/ 0 h 207458"/>
              <a:gd name="connsiteX53" fmla="*/ 190328 w 1185143"/>
              <a:gd name="connsiteY53" fmla="*/ 207458 h 207458"/>
              <a:gd name="connsiteX54" fmla="*/ 328615 w 1185143"/>
              <a:gd name="connsiteY54" fmla="*/ 0 h 207458"/>
              <a:gd name="connsiteX55" fmla="*/ 328615 w 1185143"/>
              <a:gd name="connsiteY55" fmla="*/ 207458 h 207458"/>
              <a:gd name="connsiteX56" fmla="*/ 380493 w 1185143"/>
              <a:gd name="connsiteY56" fmla="*/ 207458 h 207458"/>
              <a:gd name="connsiteX57" fmla="*/ 380493 w 1185143"/>
              <a:gd name="connsiteY57" fmla="*/ 103756 h 207458"/>
              <a:gd name="connsiteX58" fmla="*/ 415295 w 1185143"/>
              <a:gd name="connsiteY58" fmla="*/ 103756 h 207458"/>
              <a:gd name="connsiteX59" fmla="*/ 415295 w 1185143"/>
              <a:gd name="connsiteY59" fmla="*/ 172981 h 207458"/>
              <a:gd name="connsiteX60" fmla="*/ 432641 w 1185143"/>
              <a:gd name="connsiteY60" fmla="*/ 207458 h 207458"/>
              <a:gd name="connsiteX61" fmla="*/ 553798 w 1185143"/>
              <a:gd name="connsiteY61" fmla="*/ 207458 h 207458"/>
              <a:gd name="connsiteX62" fmla="*/ 553798 w 1185143"/>
              <a:gd name="connsiteY62" fmla="*/ 103756 h 207458"/>
              <a:gd name="connsiteX63" fmla="*/ 579737 w 1185143"/>
              <a:gd name="connsiteY63" fmla="*/ 103756 h 207458"/>
              <a:gd name="connsiteX64" fmla="*/ 579737 w 1185143"/>
              <a:gd name="connsiteY64" fmla="*/ 207458 h 207458"/>
              <a:gd name="connsiteX65" fmla="*/ 631561 w 1185143"/>
              <a:gd name="connsiteY65" fmla="*/ 207458 h 207458"/>
              <a:gd name="connsiteX66" fmla="*/ 631561 w 1185143"/>
              <a:gd name="connsiteY66" fmla="*/ 103756 h 207458"/>
              <a:gd name="connsiteX67" fmla="*/ 657555 w 1185143"/>
              <a:gd name="connsiteY67" fmla="*/ 103756 h 207458"/>
              <a:gd name="connsiteX68" fmla="*/ 657555 w 1185143"/>
              <a:gd name="connsiteY68" fmla="*/ 207458 h 207458"/>
              <a:gd name="connsiteX69" fmla="*/ 709433 w 1185143"/>
              <a:gd name="connsiteY69" fmla="*/ 207458 h 207458"/>
              <a:gd name="connsiteX70" fmla="*/ 709433 w 1185143"/>
              <a:gd name="connsiteY70" fmla="*/ 103756 h 207458"/>
              <a:gd name="connsiteX71" fmla="*/ 735372 w 1185143"/>
              <a:gd name="connsiteY71" fmla="*/ 103756 h 207458"/>
              <a:gd name="connsiteX72" fmla="*/ 735372 w 1185143"/>
              <a:gd name="connsiteY72" fmla="*/ 69225 h 207458"/>
              <a:gd name="connsiteX73" fmla="*/ 709433 w 1185143"/>
              <a:gd name="connsiteY73" fmla="*/ 69225 h 207458"/>
              <a:gd name="connsiteX74" fmla="*/ 709433 w 1185143"/>
              <a:gd name="connsiteY74" fmla="*/ 34477 h 207458"/>
              <a:gd name="connsiteX75" fmla="*/ 657555 w 1185143"/>
              <a:gd name="connsiteY75" fmla="*/ 34477 h 207458"/>
              <a:gd name="connsiteX76" fmla="*/ 657555 w 1185143"/>
              <a:gd name="connsiteY76" fmla="*/ 69225 h 207458"/>
              <a:gd name="connsiteX77" fmla="*/ 631561 w 1185143"/>
              <a:gd name="connsiteY77" fmla="*/ 69225 h 207458"/>
              <a:gd name="connsiteX78" fmla="*/ 631561 w 1185143"/>
              <a:gd name="connsiteY78" fmla="*/ 34477 h 207458"/>
              <a:gd name="connsiteX79" fmla="*/ 579737 w 1185143"/>
              <a:gd name="connsiteY79" fmla="*/ 34477 h 207458"/>
              <a:gd name="connsiteX80" fmla="*/ 579737 w 1185143"/>
              <a:gd name="connsiteY80" fmla="*/ 69225 h 207458"/>
              <a:gd name="connsiteX81" fmla="*/ 501650 w 1185143"/>
              <a:gd name="connsiteY81" fmla="*/ 69225 h 207458"/>
              <a:gd name="connsiteX82" fmla="*/ 501650 w 1185143"/>
              <a:gd name="connsiteY82" fmla="*/ 172927 h 207458"/>
              <a:gd name="connsiteX83" fmla="*/ 467173 w 1185143"/>
              <a:gd name="connsiteY83" fmla="*/ 172927 h 207458"/>
              <a:gd name="connsiteX84" fmla="*/ 467173 w 1185143"/>
              <a:gd name="connsiteY84" fmla="*/ 69225 h 207458"/>
              <a:gd name="connsiteX85" fmla="*/ 380547 w 1185143"/>
              <a:gd name="connsiteY85" fmla="*/ 69225 h 207458"/>
              <a:gd name="connsiteX86" fmla="*/ 380547 w 1185143"/>
              <a:gd name="connsiteY86" fmla="*/ 34477 h 207458"/>
              <a:gd name="connsiteX87" fmla="*/ 467173 w 1185143"/>
              <a:gd name="connsiteY87" fmla="*/ 34477 h 207458"/>
              <a:gd name="connsiteX88" fmla="*/ 467173 w 1185143"/>
              <a:gd name="connsiteY88" fmla="*/ 0 h 207458"/>
              <a:gd name="connsiteX89" fmla="*/ 328669 w 1185143"/>
              <a:gd name="connsiteY89" fmla="*/ 0 h 207458"/>
              <a:gd name="connsiteX90" fmla="*/ 899760 w 1185143"/>
              <a:gd name="connsiteY90" fmla="*/ 34477 h 207458"/>
              <a:gd name="connsiteX91" fmla="*/ 951692 w 1185143"/>
              <a:gd name="connsiteY91" fmla="*/ 34477 h 207458"/>
              <a:gd name="connsiteX92" fmla="*/ 951692 w 1185143"/>
              <a:gd name="connsiteY92" fmla="*/ 0 h 207458"/>
              <a:gd name="connsiteX93" fmla="*/ 899760 w 1185143"/>
              <a:gd name="connsiteY93" fmla="*/ 0 h 207458"/>
              <a:gd name="connsiteX94" fmla="*/ 899760 w 1185143"/>
              <a:gd name="connsiteY94" fmla="*/ 34477 h 20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185143" h="207458">
                <a:moveTo>
                  <a:pt x="259606" y="138234"/>
                </a:moveTo>
                <a:lnTo>
                  <a:pt x="311539" y="138234"/>
                </a:lnTo>
                <a:lnTo>
                  <a:pt x="311539" y="103486"/>
                </a:lnTo>
                <a:lnTo>
                  <a:pt x="259606" y="103486"/>
                </a:lnTo>
                <a:lnTo>
                  <a:pt x="259606" y="138234"/>
                </a:lnTo>
                <a:close/>
                <a:moveTo>
                  <a:pt x="787196" y="103756"/>
                </a:moveTo>
                <a:lnTo>
                  <a:pt x="821943" y="103756"/>
                </a:lnTo>
                <a:lnTo>
                  <a:pt x="821943" y="172981"/>
                </a:lnTo>
                <a:lnTo>
                  <a:pt x="787196" y="172981"/>
                </a:lnTo>
                <a:lnTo>
                  <a:pt x="787196" y="103756"/>
                </a:lnTo>
                <a:close/>
                <a:moveTo>
                  <a:pt x="752718" y="69225"/>
                </a:moveTo>
                <a:lnTo>
                  <a:pt x="735318" y="103756"/>
                </a:lnTo>
                <a:lnTo>
                  <a:pt x="735318" y="172981"/>
                </a:lnTo>
                <a:lnTo>
                  <a:pt x="752718" y="207458"/>
                </a:lnTo>
                <a:lnTo>
                  <a:pt x="873821" y="207458"/>
                </a:lnTo>
                <a:lnTo>
                  <a:pt x="873821" y="69225"/>
                </a:lnTo>
                <a:lnTo>
                  <a:pt x="752718" y="69225"/>
                </a:lnTo>
                <a:close/>
                <a:moveTo>
                  <a:pt x="977577" y="69225"/>
                </a:moveTo>
                <a:lnTo>
                  <a:pt x="977577" y="207458"/>
                </a:lnTo>
                <a:lnTo>
                  <a:pt x="1029455" y="207458"/>
                </a:lnTo>
                <a:lnTo>
                  <a:pt x="1029455" y="103756"/>
                </a:lnTo>
                <a:lnTo>
                  <a:pt x="1055394" y="103756"/>
                </a:lnTo>
                <a:lnTo>
                  <a:pt x="1055394" y="207458"/>
                </a:lnTo>
                <a:lnTo>
                  <a:pt x="1107273" y="207458"/>
                </a:lnTo>
                <a:lnTo>
                  <a:pt x="1107273" y="103756"/>
                </a:lnTo>
                <a:lnTo>
                  <a:pt x="1133266" y="103756"/>
                </a:lnTo>
                <a:lnTo>
                  <a:pt x="1133266" y="207458"/>
                </a:lnTo>
                <a:lnTo>
                  <a:pt x="1185144" y="207458"/>
                </a:lnTo>
                <a:lnTo>
                  <a:pt x="1185144" y="103756"/>
                </a:lnTo>
                <a:lnTo>
                  <a:pt x="1168013" y="69225"/>
                </a:lnTo>
                <a:lnTo>
                  <a:pt x="977631" y="69225"/>
                </a:lnTo>
                <a:close/>
                <a:moveTo>
                  <a:pt x="899760" y="207458"/>
                </a:moveTo>
                <a:lnTo>
                  <a:pt x="951692" y="207458"/>
                </a:lnTo>
                <a:lnTo>
                  <a:pt x="951692" y="69225"/>
                </a:lnTo>
                <a:lnTo>
                  <a:pt x="899760" y="69009"/>
                </a:lnTo>
                <a:lnTo>
                  <a:pt x="899760" y="207458"/>
                </a:lnTo>
                <a:close/>
                <a:moveTo>
                  <a:pt x="112565" y="34477"/>
                </a:moveTo>
                <a:lnTo>
                  <a:pt x="112565" y="103756"/>
                </a:lnTo>
                <a:lnTo>
                  <a:pt x="86355" y="103756"/>
                </a:lnTo>
                <a:lnTo>
                  <a:pt x="112565" y="34477"/>
                </a:lnTo>
                <a:close/>
                <a:moveTo>
                  <a:pt x="69225" y="0"/>
                </a:moveTo>
                <a:lnTo>
                  <a:pt x="0" y="207458"/>
                </a:lnTo>
                <a:lnTo>
                  <a:pt x="51878" y="207458"/>
                </a:lnTo>
                <a:lnTo>
                  <a:pt x="77817" y="138450"/>
                </a:lnTo>
                <a:lnTo>
                  <a:pt x="112565" y="138450"/>
                </a:lnTo>
                <a:lnTo>
                  <a:pt x="112565" y="207458"/>
                </a:lnTo>
                <a:lnTo>
                  <a:pt x="164443" y="207458"/>
                </a:lnTo>
                <a:lnTo>
                  <a:pt x="164443" y="0"/>
                </a:lnTo>
                <a:lnTo>
                  <a:pt x="69225" y="0"/>
                </a:lnTo>
                <a:close/>
                <a:moveTo>
                  <a:pt x="190328" y="207458"/>
                </a:moveTo>
                <a:lnTo>
                  <a:pt x="242206" y="207458"/>
                </a:lnTo>
                <a:lnTo>
                  <a:pt x="242206" y="0"/>
                </a:lnTo>
                <a:lnTo>
                  <a:pt x="190328" y="0"/>
                </a:lnTo>
                <a:lnTo>
                  <a:pt x="190328" y="207458"/>
                </a:lnTo>
                <a:close/>
                <a:moveTo>
                  <a:pt x="328615" y="0"/>
                </a:moveTo>
                <a:lnTo>
                  <a:pt x="328615" y="207458"/>
                </a:lnTo>
                <a:lnTo>
                  <a:pt x="380493" y="207458"/>
                </a:lnTo>
                <a:lnTo>
                  <a:pt x="380493" y="103756"/>
                </a:lnTo>
                <a:lnTo>
                  <a:pt x="415295" y="103756"/>
                </a:lnTo>
                <a:lnTo>
                  <a:pt x="415295" y="172981"/>
                </a:lnTo>
                <a:lnTo>
                  <a:pt x="432641" y="207458"/>
                </a:lnTo>
                <a:lnTo>
                  <a:pt x="553798" y="207458"/>
                </a:lnTo>
                <a:lnTo>
                  <a:pt x="553798" y="103756"/>
                </a:lnTo>
                <a:lnTo>
                  <a:pt x="579737" y="103756"/>
                </a:lnTo>
                <a:lnTo>
                  <a:pt x="579737" y="207458"/>
                </a:lnTo>
                <a:lnTo>
                  <a:pt x="631561" y="207458"/>
                </a:lnTo>
                <a:lnTo>
                  <a:pt x="631561" y="103756"/>
                </a:lnTo>
                <a:lnTo>
                  <a:pt x="657555" y="103756"/>
                </a:lnTo>
                <a:lnTo>
                  <a:pt x="657555" y="207458"/>
                </a:lnTo>
                <a:lnTo>
                  <a:pt x="709433" y="207458"/>
                </a:lnTo>
                <a:lnTo>
                  <a:pt x="709433" y="103756"/>
                </a:lnTo>
                <a:lnTo>
                  <a:pt x="735372" y="103756"/>
                </a:lnTo>
                <a:lnTo>
                  <a:pt x="735372" y="69225"/>
                </a:lnTo>
                <a:lnTo>
                  <a:pt x="709433" y="69225"/>
                </a:lnTo>
                <a:lnTo>
                  <a:pt x="709433" y="34477"/>
                </a:lnTo>
                <a:lnTo>
                  <a:pt x="657555" y="34477"/>
                </a:lnTo>
                <a:lnTo>
                  <a:pt x="657555" y="69225"/>
                </a:lnTo>
                <a:lnTo>
                  <a:pt x="631561" y="69225"/>
                </a:lnTo>
                <a:lnTo>
                  <a:pt x="631561" y="34477"/>
                </a:lnTo>
                <a:lnTo>
                  <a:pt x="579737" y="34477"/>
                </a:lnTo>
                <a:lnTo>
                  <a:pt x="579737" y="69225"/>
                </a:lnTo>
                <a:lnTo>
                  <a:pt x="501650" y="69225"/>
                </a:lnTo>
                <a:lnTo>
                  <a:pt x="501650" y="172927"/>
                </a:lnTo>
                <a:lnTo>
                  <a:pt x="467173" y="172927"/>
                </a:lnTo>
                <a:lnTo>
                  <a:pt x="467173" y="69225"/>
                </a:lnTo>
                <a:lnTo>
                  <a:pt x="380547" y="69225"/>
                </a:lnTo>
                <a:lnTo>
                  <a:pt x="380547" y="34477"/>
                </a:lnTo>
                <a:lnTo>
                  <a:pt x="467173" y="34477"/>
                </a:lnTo>
                <a:lnTo>
                  <a:pt x="467173" y="0"/>
                </a:lnTo>
                <a:lnTo>
                  <a:pt x="328669" y="0"/>
                </a:lnTo>
                <a:close/>
                <a:moveTo>
                  <a:pt x="899760" y="34477"/>
                </a:moveTo>
                <a:lnTo>
                  <a:pt x="951692" y="34477"/>
                </a:lnTo>
                <a:lnTo>
                  <a:pt x="951692" y="0"/>
                </a:lnTo>
                <a:lnTo>
                  <a:pt x="899760" y="0"/>
                </a:lnTo>
                <a:lnTo>
                  <a:pt x="899760" y="34477"/>
                </a:lnTo>
                <a:close/>
              </a:path>
            </a:pathLst>
          </a:custGeom>
          <a:solidFill>
            <a:schemeClr val="bg1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3B3ADD2-B7B2-47A7-DF0B-4995540F41E0}"/>
              </a:ext>
            </a:extLst>
          </p:cNvPr>
          <p:cNvSpPr>
            <a:spLocks/>
          </p:cNvSpPr>
          <p:nvPr/>
        </p:nvSpPr>
        <p:spPr bwMode="black">
          <a:xfrm>
            <a:off x="3347197" y="853208"/>
            <a:ext cx="873889" cy="764057"/>
          </a:xfrm>
          <a:custGeom>
            <a:avLst/>
            <a:gdLst>
              <a:gd name="connsiteX0" fmla="*/ 156175 w 415348"/>
              <a:gd name="connsiteY0" fmla="*/ 155526 h 363146"/>
              <a:gd name="connsiteX1" fmla="*/ 207782 w 415348"/>
              <a:gd name="connsiteY1" fmla="*/ 103864 h 363146"/>
              <a:gd name="connsiteX2" fmla="*/ 259390 w 415348"/>
              <a:gd name="connsiteY2" fmla="*/ 155526 h 363146"/>
              <a:gd name="connsiteX3" fmla="*/ 207782 w 415348"/>
              <a:gd name="connsiteY3" fmla="*/ 207296 h 363146"/>
              <a:gd name="connsiteX4" fmla="*/ 156175 w 415348"/>
              <a:gd name="connsiteY4" fmla="*/ 155526 h 363146"/>
              <a:gd name="connsiteX5" fmla="*/ 207782 w 415348"/>
              <a:gd name="connsiteY5" fmla="*/ 0 h 363146"/>
              <a:gd name="connsiteX6" fmla="*/ 0 w 415348"/>
              <a:gd name="connsiteY6" fmla="*/ 207350 h 363146"/>
              <a:gd name="connsiteX7" fmla="*/ 51986 w 415348"/>
              <a:gd name="connsiteY7" fmla="*/ 259228 h 363146"/>
              <a:gd name="connsiteX8" fmla="*/ 104134 w 415348"/>
              <a:gd name="connsiteY8" fmla="*/ 207512 h 363146"/>
              <a:gd name="connsiteX9" fmla="*/ 155904 w 415348"/>
              <a:gd name="connsiteY9" fmla="*/ 259499 h 363146"/>
              <a:gd name="connsiteX10" fmla="*/ 103810 w 415348"/>
              <a:gd name="connsiteY10" fmla="*/ 311593 h 363146"/>
              <a:gd name="connsiteX11" fmla="*/ 155904 w 415348"/>
              <a:gd name="connsiteY11" fmla="*/ 363147 h 363146"/>
              <a:gd name="connsiteX12" fmla="*/ 206810 w 415348"/>
              <a:gd name="connsiteY12" fmla="*/ 311431 h 363146"/>
              <a:gd name="connsiteX13" fmla="*/ 259823 w 415348"/>
              <a:gd name="connsiteY13" fmla="*/ 363147 h 363146"/>
              <a:gd name="connsiteX14" fmla="*/ 311485 w 415348"/>
              <a:gd name="connsiteY14" fmla="*/ 311431 h 363146"/>
              <a:gd name="connsiteX15" fmla="*/ 259823 w 415348"/>
              <a:gd name="connsiteY15" fmla="*/ 259769 h 363146"/>
              <a:gd name="connsiteX16" fmla="*/ 312025 w 415348"/>
              <a:gd name="connsiteY16" fmla="*/ 207512 h 363146"/>
              <a:gd name="connsiteX17" fmla="*/ 363633 w 415348"/>
              <a:gd name="connsiteY17" fmla="*/ 259228 h 363146"/>
              <a:gd name="connsiteX18" fmla="*/ 415349 w 415348"/>
              <a:gd name="connsiteY18" fmla="*/ 207512 h 363146"/>
              <a:gd name="connsiteX19" fmla="*/ 207782 w 415348"/>
              <a:gd name="connsiteY19" fmla="*/ 0 h 36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15348" h="363146">
                <a:moveTo>
                  <a:pt x="156175" y="155526"/>
                </a:moveTo>
                <a:lnTo>
                  <a:pt x="207782" y="103864"/>
                </a:lnTo>
                <a:lnTo>
                  <a:pt x="259390" y="155526"/>
                </a:lnTo>
                <a:lnTo>
                  <a:pt x="207782" y="207296"/>
                </a:lnTo>
                <a:lnTo>
                  <a:pt x="156175" y="155526"/>
                </a:lnTo>
                <a:close/>
                <a:moveTo>
                  <a:pt x="207782" y="0"/>
                </a:moveTo>
                <a:lnTo>
                  <a:pt x="0" y="207350"/>
                </a:lnTo>
                <a:lnTo>
                  <a:pt x="51986" y="259228"/>
                </a:lnTo>
                <a:lnTo>
                  <a:pt x="104134" y="207512"/>
                </a:lnTo>
                <a:lnTo>
                  <a:pt x="155904" y="259499"/>
                </a:lnTo>
                <a:lnTo>
                  <a:pt x="103810" y="311593"/>
                </a:lnTo>
                <a:lnTo>
                  <a:pt x="155904" y="363147"/>
                </a:lnTo>
                <a:lnTo>
                  <a:pt x="206810" y="311431"/>
                </a:lnTo>
                <a:lnTo>
                  <a:pt x="259823" y="363147"/>
                </a:lnTo>
                <a:lnTo>
                  <a:pt x="311485" y="311431"/>
                </a:lnTo>
                <a:lnTo>
                  <a:pt x="259823" y="259769"/>
                </a:lnTo>
                <a:lnTo>
                  <a:pt x="312025" y="207512"/>
                </a:lnTo>
                <a:lnTo>
                  <a:pt x="363633" y="259228"/>
                </a:lnTo>
                <a:lnTo>
                  <a:pt x="415349" y="207512"/>
                </a:lnTo>
                <a:lnTo>
                  <a:pt x="207782" y="0"/>
                </a:lnTo>
                <a:close/>
              </a:path>
            </a:pathLst>
          </a:custGeom>
          <a:solidFill>
            <a:schemeClr val="accent2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AEDEE7-6139-A3E5-0EEB-3CA889D93948}"/>
              </a:ext>
            </a:extLst>
          </p:cNvPr>
          <p:cNvGrpSpPr/>
          <p:nvPr userDrawn="1"/>
        </p:nvGrpSpPr>
        <p:grpSpPr bwMode="black">
          <a:xfrm>
            <a:off x="4535003" y="1051336"/>
            <a:ext cx="2089689" cy="458152"/>
            <a:chOff x="4668001" y="1061496"/>
            <a:chExt cx="2089689" cy="458152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60A75C9-C33F-F1B4-B027-9CA6362EC936}"/>
                </a:ext>
              </a:extLst>
            </p:cNvPr>
            <p:cNvSpPr/>
            <p:nvPr/>
          </p:nvSpPr>
          <p:spPr bwMode="black">
            <a:xfrm>
              <a:off x="6666155" y="1061496"/>
              <a:ext cx="91535" cy="366141"/>
            </a:xfrm>
            <a:custGeom>
              <a:avLst/>
              <a:gdLst>
                <a:gd name="connsiteX0" fmla="*/ 0 w 91535"/>
                <a:gd name="connsiteY0" fmla="*/ 0 h 366141"/>
                <a:gd name="connsiteX1" fmla="*/ 91535 w 91535"/>
                <a:gd name="connsiteY1" fmla="*/ 0 h 366141"/>
                <a:gd name="connsiteX2" fmla="*/ 91535 w 91535"/>
                <a:gd name="connsiteY2" fmla="*/ 366141 h 366141"/>
                <a:gd name="connsiteX3" fmla="*/ 0 w 91535"/>
                <a:gd name="connsiteY3" fmla="*/ 366141 h 366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5" h="366141">
                  <a:moveTo>
                    <a:pt x="0" y="0"/>
                  </a:moveTo>
                  <a:lnTo>
                    <a:pt x="91535" y="0"/>
                  </a:lnTo>
                  <a:lnTo>
                    <a:pt x="91535" y="366141"/>
                  </a:lnTo>
                  <a:lnTo>
                    <a:pt x="0" y="3661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DDB4EAB-7657-1478-B192-F9D2CB024DAE}"/>
                </a:ext>
              </a:extLst>
            </p:cNvPr>
            <p:cNvSpPr/>
            <p:nvPr/>
          </p:nvSpPr>
          <p:spPr bwMode="black">
            <a:xfrm>
              <a:off x="6178094" y="1092452"/>
              <a:ext cx="91439" cy="60960"/>
            </a:xfrm>
            <a:custGeom>
              <a:avLst/>
              <a:gdLst>
                <a:gd name="connsiteX0" fmla="*/ 0 w 91439"/>
                <a:gd name="connsiteY0" fmla="*/ 0 h 60960"/>
                <a:gd name="connsiteX1" fmla="*/ 91440 w 91439"/>
                <a:gd name="connsiteY1" fmla="*/ 0 h 60960"/>
                <a:gd name="connsiteX2" fmla="*/ 91440 w 91439"/>
                <a:gd name="connsiteY2" fmla="*/ 60960 h 60960"/>
                <a:gd name="connsiteX3" fmla="*/ 0 w 91439"/>
                <a:gd name="connsiteY3" fmla="*/ 60960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39" h="60960">
                  <a:moveTo>
                    <a:pt x="0" y="0"/>
                  </a:moveTo>
                  <a:lnTo>
                    <a:pt x="91440" y="0"/>
                  </a:lnTo>
                  <a:lnTo>
                    <a:pt x="91440" y="60960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B733183-CCDF-16AA-5012-9CBA5B443389}"/>
                </a:ext>
              </a:extLst>
            </p:cNvPr>
            <p:cNvSpPr/>
            <p:nvPr/>
          </p:nvSpPr>
          <p:spPr bwMode="black">
            <a:xfrm>
              <a:off x="4668001" y="1061496"/>
              <a:ext cx="1952339" cy="458152"/>
            </a:xfrm>
            <a:custGeom>
              <a:avLst/>
              <a:gdLst>
                <a:gd name="connsiteX0" fmla="*/ 274511 w 1952339"/>
                <a:gd name="connsiteY0" fmla="*/ 274987 h 458152"/>
                <a:gd name="connsiteX1" fmla="*/ 335566 w 1952339"/>
                <a:gd name="connsiteY1" fmla="*/ 274987 h 458152"/>
                <a:gd name="connsiteX2" fmla="*/ 335566 w 1952339"/>
                <a:gd name="connsiteY2" fmla="*/ 397097 h 458152"/>
                <a:gd name="connsiteX3" fmla="*/ 274511 w 1952339"/>
                <a:gd name="connsiteY3" fmla="*/ 397097 h 458152"/>
                <a:gd name="connsiteX4" fmla="*/ 274511 w 1952339"/>
                <a:gd name="connsiteY4" fmla="*/ 274987 h 458152"/>
                <a:gd name="connsiteX5" fmla="*/ 1525334 w 1952339"/>
                <a:gd name="connsiteY5" fmla="*/ 183452 h 458152"/>
                <a:gd name="connsiteX6" fmla="*/ 1586293 w 1952339"/>
                <a:gd name="connsiteY6" fmla="*/ 183452 h 458152"/>
                <a:gd name="connsiteX7" fmla="*/ 1586293 w 1952339"/>
                <a:gd name="connsiteY7" fmla="*/ 305467 h 458152"/>
                <a:gd name="connsiteX8" fmla="*/ 1525334 w 1952339"/>
                <a:gd name="connsiteY8" fmla="*/ 305467 h 458152"/>
                <a:gd name="connsiteX9" fmla="*/ 1525334 w 1952339"/>
                <a:gd name="connsiteY9" fmla="*/ 183452 h 458152"/>
                <a:gd name="connsiteX10" fmla="*/ 1860899 w 1952339"/>
                <a:gd name="connsiteY10" fmla="*/ 0 h 458152"/>
                <a:gd name="connsiteX11" fmla="*/ 1860899 w 1952339"/>
                <a:gd name="connsiteY11" fmla="*/ 305086 h 458152"/>
                <a:gd name="connsiteX12" fmla="*/ 1677829 w 1952339"/>
                <a:gd name="connsiteY12" fmla="*/ 305086 h 458152"/>
                <a:gd name="connsiteX13" fmla="*/ 1677829 w 1952339"/>
                <a:gd name="connsiteY13" fmla="*/ 183452 h 458152"/>
                <a:gd name="connsiteX14" fmla="*/ 1647349 w 1952339"/>
                <a:gd name="connsiteY14" fmla="*/ 122396 h 458152"/>
                <a:gd name="connsiteX15" fmla="*/ 1433798 w 1952339"/>
                <a:gd name="connsiteY15" fmla="*/ 122396 h 458152"/>
                <a:gd name="connsiteX16" fmla="*/ 1433798 w 1952339"/>
                <a:gd name="connsiteY16" fmla="*/ 305372 h 458152"/>
                <a:gd name="connsiteX17" fmla="*/ 1250823 w 1952339"/>
                <a:gd name="connsiteY17" fmla="*/ 305372 h 458152"/>
                <a:gd name="connsiteX18" fmla="*/ 1250823 w 1952339"/>
                <a:gd name="connsiteY18" fmla="*/ 183356 h 458152"/>
                <a:gd name="connsiteX19" fmla="*/ 1220343 w 1952339"/>
                <a:gd name="connsiteY19" fmla="*/ 122301 h 458152"/>
                <a:gd name="connsiteX20" fmla="*/ 1006697 w 1952339"/>
                <a:gd name="connsiteY20" fmla="*/ 122301 h 458152"/>
                <a:gd name="connsiteX21" fmla="*/ 1006697 w 1952339"/>
                <a:gd name="connsiteY21" fmla="*/ 191 h 458152"/>
                <a:gd name="connsiteX22" fmla="*/ 915257 w 1952339"/>
                <a:gd name="connsiteY22" fmla="*/ 191 h 458152"/>
                <a:gd name="connsiteX23" fmla="*/ 915257 w 1952339"/>
                <a:gd name="connsiteY23" fmla="*/ 274987 h 458152"/>
                <a:gd name="connsiteX24" fmla="*/ 1006697 w 1952339"/>
                <a:gd name="connsiteY24" fmla="*/ 274987 h 458152"/>
                <a:gd name="connsiteX25" fmla="*/ 1006697 w 1952339"/>
                <a:gd name="connsiteY25" fmla="*/ 183452 h 458152"/>
                <a:gd name="connsiteX26" fmla="*/ 1159383 w 1952339"/>
                <a:gd name="connsiteY26" fmla="*/ 183452 h 458152"/>
                <a:gd name="connsiteX27" fmla="*/ 1159383 w 1952339"/>
                <a:gd name="connsiteY27" fmla="*/ 305467 h 458152"/>
                <a:gd name="connsiteX28" fmla="*/ 732282 w 1952339"/>
                <a:gd name="connsiteY28" fmla="*/ 305467 h 458152"/>
                <a:gd name="connsiteX29" fmla="*/ 732282 w 1952339"/>
                <a:gd name="connsiteY29" fmla="*/ 182975 h 458152"/>
                <a:gd name="connsiteX30" fmla="*/ 640747 w 1952339"/>
                <a:gd name="connsiteY30" fmla="*/ 182975 h 458152"/>
                <a:gd name="connsiteX31" fmla="*/ 640747 w 1952339"/>
                <a:gd name="connsiteY31" fmla="*/ 305467 h 458152"/>
                <a:gd name="connsiteX32" fmla="*/ 427196 w 1952339"/>
                <a:gd name="connsiteY32" fmla="*/ 305467 h 458152"/>
                <a:gd name="connsiteX33" fmla="*/ 427196 w 1952339"/>
                <a:gd name="connsiteY33" fmla="*/ 274987 h 458152"/>
                <a:gd name="connsiteX34" fmla="*/ 396621 w 1952339"/>
                <a:gd name="connsiteY34" fmla="*/ 214027 h 458152"/>
                <a:gd name="connsiteX35" fmla="*/ 183071 w 1952339"/>
                <a:gd name="connsiteY35" fmla="*/ 214027 h 458152"/>
                <a:gd name="connsiteX36" fmla="*/ 183071 w 1952339"/>
                <a:gd name="connsiteY36" fmla="*/ 305562 h 458152"/>
                <a:gd name="connsiteX37" fmla="*/ 0 w 1952339"/>
                <a:gd name="connsiteY37" fmla="*/ 305562 h 458152"/>
                <a:gd name="connsiteX38" fmla="*/ 0 w 1952339"/>
                <a:gd name="connsiteY38" fmla="*/ 366141 h 458152"/>
                <a:gd name="connsiteX39" fmla="*/ 182975 w 1952339"/>
                <a:gd name="connsiteY39" fmla="*/ 366141 h 458152"/>
                <a:gd name="connsiteX40" fmla="*/ 182975 w 1952339"/>
                <a:gd name="connsiteY40" fmla="*/ 397097 h 458152"/>
                <a:gd name="connsiteX41" fmla="*/ 213455 w 1952339"/>
                <a:gd name="connsiteY41" fmla="*/ 458153 h 458152"/>
                <a:gd name="connsiteX42" fmla="*/ 427006 w 1952339"/>
                <a:gd name="connsiteY42" fmla="*/ 458153 h 458152"/>
                <a:gd name="connsiteX43" fmla="*/ 427006 w 1952339"/>
                <a:gd name="connsiteY43" fmla="*/ 366046 h 458152"/>
                <a:gd name="connsiteX44" fmla="*/ 1921859 w 1952339"/>
                <a:gd name="connsiteY44" fmla="*/ 366046 h 458152"/>
                <a:gd name="connsiteX45" fmla="*/ 1952339 w 1952339"/>
                <a:gd name="connsiteY45" fmla="*/ 305181 h 458152"/>
                <a:gd name="connsiteX46" fmla="*/ 1952339 w 1952339"/>
                <a:gd name="connsiteY46" fmla="*/ 0 h 458152"/>
                <a:gd name="connsiteX47" fmla="*/ 1860804 w 1952339"/>
                <a:gd name="connsiteY47" fmla="*/ 0 h 45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952339" h="458152">
                  <a:moveTo>
                    <a:pt x="274511" y="274987"/>
                  </a:moveTo>
                  <a:lnTo>
                    <a:pt x="335566" y="274987"/>
                  </a:lnTo>
                  <a:lnTo>
                    <a:pt x="335566" y="397097"/>
                  </a:lnTo>
                  <a:lnTo>
                    <a:pt x="274511" y="397097"/>
                  </a:lnTo>
                  <a:lnTo>
                    <a:pt x="274511" y="274987"/>
                  </a:lnTo>
                  <a:close/>
                  <a:moveTo>
                    <a:pt x="1525334" y="183452"/>
                  </a:moveTo>
                  <a:lnTo>
                    <a:pt x="1586293" y="183452"/>
                  </a:lnTo>
                  <a:lnTo>
                    <a:pt x="1586293" y="305467"/>
                  </a:lnTo>
                  <a:lnTo>
                    <a:pt x="1525334" y="305467"/>
                  </a:lnTo>
                  <a:lnTo>
                    <a:pt x="1525334" y="183452"/>
                  </a:lnTo>
                  <a:close/>
                  <a:moveTo>
                    <a:pt x="1860899" y="0"/>
                  </a:moveTo>
                  <a:lnTo>
                    <a:pt x="1860899" y="305086"/>
                  </a:lnTo>
                  <a:lnTo>
                    <a:pt x="1677829" y="305086"/>
                  </a:lnTo>
                  <a:lnTo>
                    <a:pt x="1677829" y="183452"/>
                  </a:lnTo>
                  <a:lnTo>
                    <a:pt x="1647349" y="122396"/>
                  </a:lnTo>
                  <a:lnTo>
                    <a:pt x="1433798" y="122396"/>
                  </a:lnTo>
                  <a:lnTo>
                    <a:pt x="1433798" y="305372"/>
                  </a:lnTo>
                  <a:lnTo>
                    <a:pt x="1250823" y="305372"/>
                  </a:lnTo>
                  <a:lnTo>
                    <a:pt x="1250823" y="183356"/>
                  </a:lnTo>
                  <a:lnTo>
                    <a:pt x="1220343" y="122301"/>
                  </a:lnTo>
                  <a:lnTo>
                    <a:pt x="1006697" y="122301"/>
                  </a:lnTo>
                  <a:lnTo>
                    <a:pt x="1006697" y="191"/>
                  </a:lnTo>
                  <a:lnTo>
                    <a:pt x="915257" y="191"/>
                  </a:lnTo>
                  <a:lnTo>
                    <a:pt x="915257" y="274987"/>
                  </a:lnTo>
                  <a:lnTo>
                    <a:pt x="1006697" y="274987"/>
                  </a:lnTo>
                  <a:lnTo>
                    <a:pt x="1006697" y="183452"/>
                  </a:lnTo>
                  <a:lnTo>
                    <a:pt x="1159383" y="183452"/>
                  </a:lnTo>
                  <a:lnTo>
                    <a:pt x="1159383" y="305467"/>
                  </a:lnTo>
                  <a:lnTo>
                    <a:pt x="732282" y="305467"/>
                  </a:lnTo>
                  <a:lnTo>
                    <a:pt x="732282" y="182975"/>
                  </a:lnTo>
                  <a:lnTo>
                    <a:pt x="640747" y="182975"/>
                  </a:lnTo>
                  <a:lnTo>
                    <a:pt x="640747" y="305467"/>
                  </a:lnTo>
                  <a:lnTo>
                    <a:pt x="427196" y="305467"/>
                  </a:lnTo>
                  <a:lnTo>
                    <a:pt x="427196" y="274987"/>
                  </a:lnTo>
                  <a:lnTo>
                    <a:pt x="396621" y="214027"/>
                  </a:lnTo>
                  <a:lnTo>
                    <a:pt x="183071" y="214027"/>
                  </a:lnTo>
                  <a:lnTo>
                    <a:pt x="183071" y="305562"/>
                  </a:lnTo>
                  <a:lnTo>
                    <a:pt x="0" y="305562"/>
                  </a:lnTo>
                  <a:lnTo>
                    <a:pt x="0" y="366141"/>
                  </a:lnTo>
                  <a:lnTo>
                    <a:pt x="182975" y="366141"/>
                  </a:lnTo>
                  <a:cubicBezTo>
                    <a:pt x="182975" y="366141"/>
                    <a:pt x="182975" y="397097"/>
                    <a:pt x="182975" y="397097"/>
                  </a:cubicBezTo>
                  <a:lnTo>
                    <a:pt x="213455" y="458153"/>
                  </a:lnTo>
                  <a:lnTo>
                    <a:pt x="427006" y="458153"/>
                  </a:lnTo>
                  <a:lnTo>
                    <a:pt x="427006" y="366046"/>
                  </a:lnTo>
                  <a:lnTo>
                    <a:pt x="1921859" y="366046"/>
                  </a:lnTo>
                  <a:cubicBezTo>
                    <a:pt x="1921859" y="366046"/>
                    <a:pt x="1952339" y="305181"/>
                    <a:pt x="1952339" y="305181"/>
                  </a:cubicBezTo>
                  <a:lnTo>
                    <a:pt x="1952339" y="0"/>
                  </a:lnTo>
                  <a:lnTo>
                    <a:pt x="186080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472D19-4BEE-DDF9-4802-3B0FF5FD9444}"/>
                </a:ext>
              </a:extLst>
            </p:cNvPr>
            <p:cNvSpPr/>
            <p:nvPr/>
          </p:nvSpPr>
          <p:spPr bwMode="black">
            <a:xfrm>
              <a:off x="5369612" y="1458593"/>
              <a:ext cx="91535" cy="61055"/>
            </a:xfrm>
            <a:custGeom>
              <a:avLst/>
              <a:gdLst>
                <a:gd name="connsiteX0" fmla="*/ 0 w 91535"/>
                <a:gd name="connsiteY0" fmla="*/ 0 h 61055"/>
                <a:gd name="connsiteX1" fmla="*/ 91535 w 91535"/>
                <a:gd name="connsiteY1" fmla="*/ 0 h 61055"/>
                <a:gd name="connsiteX2" fmla="*/ 91535 w 91535"/>
                <a:gd name="connsiteY2" fmla="*/ 61055 h 61055"/>
                <a:gd name="connsiteX3" fmla="*/ 0 w 91535"/>
                <a:gd name="connsiteY3" fmla="*/ 61055 h 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5" h="61055">
                  <a:moveTo>
                    <a:pt x="0" y="0"/>
                  </a:moveTo>
                  <a:lnTo>
                    <a:pt x="91535" y="0"/>
                  </a:lnTo>
                  <a:lnTo>
                    <a:pt x="91535" y="61055"/>
                  </a:lnTo>
                  <a:lnTo>
                    <a:pt x="0" y="61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269D0F9-38E6-22C6-2DF3-4B96E6B7BBA6}"/>
                </a:ext>
              </a:extLst>
            </p:cNvPr>
            <p:cNvSpPr/>
            <p:nvPr/>
          </p:nvSpPr>
          <p:spPr bwMode="black">
            <a:xfrm>
              <a:off x="5247597" y="1458593"/>
              <a:ext cx="91535" cy="61055"/>
            </a:xfrm>
            <a:custGeom>
              <a:avLst/>
              <a:gdLst>
                <a:gd name="connsiteX0" fmla="*/ 0 w 91535"/>
                <a:gd name="connsiteY0" fmla="*/ 0 h 61055"/>
                <a:gd name="connsiteX1" fmla="*/ 91535 w 91535"/>
                <a:gd name="connsiteY1" fmla="*/ 0 h 61055"/>
                <a:gd name="connsiteX2" fmla="*/ 91535 w 91535"/>
                <a:gd name="connsiteY2" fmla="*/ 61055 h 61055"/>
                <a:gd name="connsiteX3" fmla="*/ 0 w 91535"/>
                <a:gd name="connsiteY3" fmla="*/ 61055 h 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5" h="61055">
                  <a:moveTo>
                    <a:pt x="0" y="0"/>
                  </a:moveTo>
                  <a:lnTo>
                    <a:pt x="91535" y="0"/>
                  </a:lnTo>
                  <a:lnTo>
                    <a:pt x="91535" y="61055"/>
                  </a:lnTo>
                  <a:lnTo>
                    <a:pt x="0" y="61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9284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500">
          <p15:clr>
            <a:srgbClr val="FBAE40"/>
          </p15:clr>
        </p15:guide>
        <p15:guide id="4" orient="horz" pos="232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bilingual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B494-BA15-F2B4-DAD3-A3B2AF6C73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48" y="1875367"/>
            <a:ext cx="11112502" cy="1821921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Please insert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95B62-3DC6-BA29-E15A-17D867C811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48" y="3970338"/>
            <a:ext cx="11112502" cy="94202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Division/Trading Entity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F8D7363-2FCC-9FA4-5689-CD0AE7825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5858230"/>
            <a:ext cx="5556251" cy="184666"/>
          </a:xfrm>
        </p:spPr>
        <p:txBody>
          <a:bodyPr anchor="b">
            <a:spAutoFit/>
          </a:bodyPr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3B3ADD2-B7B2-47A7-DF0B-4995540F41E0}"/>
              </a:ext>
            </a:extLst>
          </p:cNvPr>
          <p:cNvSpPr>
            <a:spLocks/>
          </p:cNvSpPr>
          <p:nvPr/>
        </p:nvSpPr>
        <p:spPr>
          <a:xfrm>
            <a:off x="3347197" y="853208"/>
            <a:ext cx="873889" cy="764057"/>
          </a:xfrm>
          <a:custGeom>
            <a:avLst/>
            <a:gdLst>
              <a:gd name="connsiteX0" fmla="*/ 156175 w 415348"/>
              <a:gd name="connsiteY0" fmla="*/ 155526 h 363146"/>
              <a:gd name="connsiteX1" fmla="*/ 207782 w 415348"/>
              <a:gd name="connsiteY1" fmla="*/ 103864 h 363146"/>
              <a:gd name="connsiteX2" fmla="*/ 259390 w 415348"/>
              <a:gd name="connsiteY2" fmla="*/ 155526 h 363146"/>
              <a:gd name="connsiteX3" fmla="*/ 207782 w 415348"/>
              <a:gd name="connsiteY3" fmla="*/ 207296 h 363146"/>
              <a:gd name="connsiteX4" fmla="*/ 156175 w 415348"/>
              <a:gd name="connsiteY4" fmla="*/ 155526 h 363146"/>
              <a:gd name="connsiteX5" fmla="*/ 207782 w 415348"/>
              <a:gd name="connsiteY5" fmla="*/ 0 h 363146"/>
              <a:gd name="connsiteX6" fmla="*/ 0 w 415348"/>
              <a:gd name="connsiteY6" fmla="*/ 207350 h 363146"/>
              <a:gd name="connsiteX7" fmla="*/ 51986 w 415348"/>
              <a:gd name="connsiteY7" fmla="*/ 259228 h 363146"/>
              <a:gd name="connsiteX8" fmla="*/ 104134 w 415348"/>
              <a:gd name="connsiteY8" fmla="*/ 207512 h 363146"/>
              <a:gd name="connsiteX9" fmla="*/ 155904 w 415348"/>
              <a:gd name="connsiteY9" fmla="*/ 259499 h 363146"/>
              <a:gd name="connsiteX10" fmla="*/ 103810 w 415348"/>
              <a:gd name="connsiteY10" fmla="*/ 311593 h 363146"/>
              <a:gd name="connsiteX11" fmla="*/ 155904 w 415348"/>
              <a:gd name="connsiteY11" fmla="*/ 363147 h 363146"/>
              <a:gd name="connsiteX12" fmla="*/ 206810 w 415348"/>
              <a:gd name="connsiteY12" fmla="*/ 311431 h 363146"/>
              <a:gd name="connsiteX13" fmla="*/ 259823 w 415348"/>
              <a:gd name="connsiteY13" fmla="*/ 363147 h 363146"/>
              <a:gd name="connsiteX14" fmla="*/ 311485 w 415348"/>
              <a:gd name="connsiteY14" fmla="*/ 311431 h 363146"/>
              <a:gd name="connsiteX15" fmla="*/ 259823 w 415348"/>
              <a:gd name="connsiteY15" fmla="*/ 259769 h 363146"/>
              <a:gd name="connsiteX16" fmla="*/ 312025 w 415348"/>
              <a:gd name="connsiteY16" fmla="*/ 207512 h 363146"/>
              <a:gd name="connsiteX17" fmla="*/ 363633 w 415348"/>
              <a:gd name="connsiteY17" fmla="*/ 259228 h 363146"/>
              <a:gd name="connsiteX18" fmla="*/ 415349 w 415348"/>
              <a:gd name="connsiteY18" fmla="*/ 207512 h 363146"/>
              <a:gd name="connsiteX19" fmla="*/ 207782 w 415348"/>
              <a:gd name="connsiteY19" fmla="*/ 0 h 36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15348" h="363146">
                <a:moveTo>
                  <a:pt x="156175" y="155526"/>
                </a:moveTo>
                <a:lnTo>
                  <a:pt x="207782" y="103864"/>
                </a:lnTo>
                <a:lnTo>
                  <a:pt x="259390" y="155526"/>
                </a:lnTo>
                <a:lnTo>
                  <a:pt x="207782" y="207296"/>
                </a:lnTo>
                <a:lnTo>
                  <a:pt x="156175" y="155526"/>
                </a:lnTo>
                <a:close/>
                <a:moveTo>
                  <a:pt x="207782" y="0"/>
                </a:moveTo>
                <a:lnTo>
                  <a:pt x="0" y="207350"/>
                </a:lnTo>
                <a:lnTo>
                  <a:pt x="51986" y="259228"/>
                </a:lnTo>
                <a:lnTo>
                  <a:pt x="104134" y="207512"/>
                </a:lnTo>
                <a:lnTo>
                  <a:pt x="155904" y="259499"/>
                </a:lnTo>
                <a:lnTo>
                  <a:pt x="103810" y="311593"/>
                </a:lnTo>
                <a:lnTo>
                  <a:pt x="155904" y="363147"/>
                </a:lnTo>
                <a:lnTo>
                  <a:pt x="206810" y="311431"/>
                </a:lnTo>
                <a:lnTo>
                  <a:pt x="259823" y="363147"/>
                </a:lnTo>
                <a:lnTo>
                  <a:pt x="311485" y="311431"/>
                </a:lnTo>
                <a:lnTo>
                  <a:pt x="259823" y="259769"/>
                </a:lnTo>
                <a:lnTo>
                  <a:pt x="312025" y="207512"/>
                </a:lnTo>
                <a:lnTo>
                  <a:pt x="363633" y="259228"/>
                </a:lnTo>
                <a:lnTo>
                  <a:pt x="415349" y="207512"/>
                </a:lnTo>
                <a:lnTo>
                  <a:pt x="207782" y="0"/>
                </a:lnTo>
                <a:close/>
              </a:path>
            </a:pathLst>
          </a:custGeom>
          <a:solidFill>
            <a:schemeClr val="accent2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AEDEE7-6139-A3E5-0EEB-3CA889D93948}"/>
              </a:ext>
            </a:extLst>
          </p:cNvPr>
          <p:cNvGrpSpPr/>
          <p:nvPr userDrawn="1"/>
        </p:nvGrpSpPr>
        <p:grpSpPr>
          <a:xfrm>
            <a:off x="4535003" y="1051336"/>
            <a:ext cx="2089689" cy="458152"/>
            <a:chOff x="4668001" y="1061496"/>
            <a:chExt cx="2089689" cy="458152"/>
          </a:xfrm>
          <a:solidFill>
            <a:srgbClr val="004F9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60A75C9-C33F-F1B4-B027-9CA6362EC936}"/>
                </a:ext>
              </a:extLst>
            </p:cNvPr>
            <p:cNvSpPr/>
            <p:nvPr/>
          </p:nvSpPr>
          <p:spPr>
            <a:xfrm>
              <a:off x="6666155" y="1061496"/>
              <a:ext cx="91535" cy="366141"/>
            </a:xfrm>
            <a:custGeom>
              <a:avLst/>
              <a:gdLst>
                <a:gd name="connsiteX0" fmla="*/ 0 w 91535"/>
                <a:gd name="connsiteY0" fmla="*/ 0 h 366141"/>
                <a:gd name="connsiteX1" fmla="*/ 91535 w 91535"/>
                <a:gd name="connsiteY1" fmla="*/ 0 h 366141"/>
                <a:gd name="connsiteX2" fmla="*/ 91535 w 91535"/>
                <a:gd name="connsiteY2" fmla="*/ 366141 h 366141"/>
                <a:gd name="connsiteX3" fmla="*/ 0 w 91535"/>
                <a:gd name="connsiteY3" fmla="*/ 366141 h 366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5" h="366141">
                  <a:moveTo>
                    <a:pt x="0" y="0"/>
                  </a:moveTo>
                  <a:lnTo>
                    <a:pt x="91535" y="0"/>
                  </a:lnTo>
                  <a:lnTo>
                    <a:pt x="91535" y="366141"/>
                  </a:lnTo>
                  <a:lnTo>
                    <a:pt x="0" y="3661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DDB4EAB-7657-1478-B192-F9D2CB024DAE}"/>
                </a:ext>
              </a:extLst>
            </p:cNvPr>
            <p:cNvSpPr/>
            <p:nvPr/>
          </p:nvSpPr>
          <p:spPr>
            <a:xfrm>
              <a:off x="6178094" y="1092452"/>
              <a:ext cx="91439" cy="60960"/>
            </a:xfrm>
            <a:custGeom>
              <a:avLst/>
              <a:gdLst>
                <a:gd name="connsiteX0" fmla="*/ 0 w 91439"/>
                <a:gd name="connsiteY0" fmla="*/ 0 h 60960"/>
                <a:gd name="connsiteX1" fmla="*/ 91440 w 91439"/>
                <a:gd name="connsiteY1" fmla="*/ 0 h 60960"/>
                <a:gd name="connsiteX2" fmla="*/ 91440 w 91439"/>
                <a:gd name="connsiteY2" fmla="*/ 60960 h 60960"/>
                <a:gd name="connsiteX3" fmla="*/ 0 w 91439"/>
                <a:gd name="connsiteY3" fmla="*/ 60960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39" h="60960">
                  <a:moveTo>
                    <a:pt x="0" y="0"/>
                  </a:moveTo>
                  <a:lnTo>
                    <a:pt x="91440" y="0"/>
                  </a:lnTo>
                  <a:lnTo>
                    <a:pt x="91440" y="60960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B733183-CCDF-16AA-5012-9CBA5B443389}"/>
                </a:ext>
              </a:extLst>
            </p:cNvPr>
            <p:cNvSpPr/>
            <p:nvPr/>
          </p:nvSpPr>
          <p:spPr>
            <a:xfrm>
              <a:off x="4668001" y="1061496"/>
              <a:ext cx="1952339" cy="458152"/>
            </a:xfrm>
            <a:custGeom>
              <a:avLst/>
              <a:gdLst>
                <a:gd name="connsiteX0" fmla="*/ 274511 w 1952339"/>
                <a:gd name="connsiteY0" fmla="*/ 274987 h 458152"/>
                <a:gd name="connsiteX1" fmla="*/ 335566 w 1952339"/>
                <a:gd name="connsiteY1" fmla="*/ 274987 h 458152"/>
                <a:gd name="connsiteX2" fmla="*/ 335566 w 1952339"/>
                <a:gd name="connsiteY2" fmla="*/ 397097 h 458152"/>
                <a:gd name="connsiteX3" fmla="*/ 274511 w 1952339"/>
                <a:gd name="connsiteY3" fmla="*/ 397097 h 458152"/>
                <a:gd name="connsiteX4" fmla="*/ 274511 w 1952339"/>
                <a:gd name="connsiteY4" fmla="*/ 274987 h 458152"/>
                <a:gd name="connsiteX5" fmla="*/ 1525334 w 1952339"/>
                <a:gd name="connsiteY5" fmla="*/ 183452 h 458152"/>
                <a:gd name="connsiteX6" fmla="*/ 1586293 w 1952339"/>
                <a:gd name="connsiteY6" fmla="*/ 183452 h 458152"/>
                <a:gd name="connsiteX7" fmla="*/ 1586293 w 1952339"/>
                <a:gd name="connsiteY7" fmla="*/ 305467 h 458152"/>
                <a:gd name="connsiteX8" fmla="*/ 1525334 w 1952339"/>
                <a:gd name="connsiteY8" fmla="*/ 305467 h 458152"/>
                <a:gd name="connsiteX9" fmla="*/ 1525334 w 1952339"/>
                <a:gd name="connsiteY9" fmla="*/ 183452 h 458152"/>
                <a:gd name="connsiteX10" fmla="*/ 1860899 w 1952339"/>
                <a:gd name="connsiteY10" fmla="*/ 0 h 458152"/>
                <a:gd name="connsiteX11" fmla="*/ 1860899 w 1952339"/>
                <a:gd name="connsiteY11" fmla="*/ 305086 h 458152"/>
                <a:gd name="connsiteX12" fmla="*/ 1677829 w 1952339"/>
                <a:gd name="connsiteY12" fmla="*/ 305086 h 458152"/>
                <a:gd name="connsiteX13" fmla="*/ 1677829 w 1952339"/>
                <a:gd name="connsiteY13" fmla="*/ 183452 h 458152"/>
                <a:gd name="connsiteX14" fmla="*/ 1647349 w 1952339"/>
                <a:gd name="connsiteY14" fmla="*/ 122396 h 458152"/>
                <a:gd name="connsiteX15" fmla="*/ 1433798 w 1952339"/>
                <a:gd name="connsiteY15" fmla="*/ 122396 h 458152"/>
                <a:gd name="connsiteX16" fmla="*/ 1433798 w 1952339"/>
                <a:gd name="connsiteY16" fmla="*/ 305372 h 458152"/>
                <a:gd name="connsiteX17" fmla="*/ 1250823 w 1952339"/>
                <a:gd name="connsiteY17" fmla="*/ 305372 h 458152"/>
                <a:gd name="connsiteX18" fmla="*/ 1250823 w 1952339"/>
                <a:gd name="connsiteY18" fmla="*/ 183356 h 458152"/>
                <a:gd name="connsiteX19" fmla="*/ 1220343 w 1952339"/>
                <a:gd name="connsiteY19" fmla="*/ 122301 h 458152"/>
                <a:gd name="connsiteX20" fmla="*/ 1006697 w 1952339"/>
                <a:gd name="connsiteY20" fmla="*/ 122301 h 458152"/>
                <a:gd name="connsiteX21" fmla="*/ 1006697 w 1952339"/>
                <a:gd name="connsiteY21" fmla="*/ 191 h 458152"/>
                <a:gd name="connsiteX22" fmla="*/ 915257 w 1952339"/>
                <a:gd name="connsiteY22" fmla="*/ 191 h 458152"/>
                <a:gd name="connsiteX23" fmla="*/ 915257 w 1952339"/>
                <a:gd name="connsiteY23" fmla="*/ 274987 h 458152"/>
                <a:gd name="connsiteX24" fmla="*/ 1006697 w 1952339"/>
                <a:gd name="connsiteY24" fmla="*/ 274987 h 458152"/>
                <a:gd name="connsiteX25" fmla="*/ 1006697 w 1952339"/>
                <a:gd name="connsiteY25" fmla="*/ 183452 h 458152"/>
                <a:gd name="connsiteX26" fmla="*/ 1159383 w 1952339"/>
                <a:gd name="connsiteY26" fmla="*/ 183452 h 458152"/>
                <a:gd name="connsiteX27" fmla="*/ 1159383 w 1952339"/>
                <a:gd name="connsiteY27" fmla="*/ 305467 h 458152"/>
                <a:gd name="connsiteX28" fmla="*/ 732282 w 1952339"/>
                <a:gd name="connsiteY28" fmla="*/ 305467 h 458152"/>
                <a:gd name="connsiteX29" fmla="*/ 732282 w 1952339"/>
                <a:gd name="connsiteY29" fmla="*/ 182975 h 458152"/>
                <a:gd name="connsiteX30" fmla="*/ 640747 w 1952339"/>
                <a:gd name="connsiteY30" fmla="*/ 182975 h 458152"/>
                <a:gd name="connsiteX31" fmla="*/ 640747 w 1952339"/>
                <a:gd name="connsiteY31" fmla="*/ 305467 h 458152"/>
                <a:gd name="connsiteX32" fmla="*/ 427196 w 1952339"/>
                <a:gd name="connsiteY32" fmla="*/ 305467 h 458152"/>
                <a:gd name="connsiteX33" fmla="*/ 427196 w 1952339"/>
                <a:gd name="connsiteY33" fmla="*/ 274987 h 458152"/>
                <a:gd name="connsiteX34" fmla="*/ 396621 w 1952339"/>
                <a:gd name="connsiteY34" fmla="*/ 214027 h 458152"/>
                <a:gd name="connsiteX35" fmla="*/ 183071 w 1952339"/>
                <a:gd name="connsiteY35" fmla="*/ 214027 h 458152"/>
                <a:gd name="connsiteX36" fmla="*/ 183071 w 1952339"/>
                <a:gd name="connsiteY36" fmla="*/ 305562 h 458152"/>
                <a:gd name="connsiteX37" fmla="*/ 0 w 1952339"/>
                <a:gd name="connsiteY37" fmla="*/ 305562 h 458152"/>
                <a:gd name="connsiteX38" fmla="*/ 0 w 1952339"/>
                <a:gd name="connsiteY38" fmla="*/ 366141 h 458152"/>
                <a:gd name="connsiteX39" fmla="*/ 182975 w 1952339"/>
                <a:gd name="connsiteY39" fmla="*/ 366141 h 458152"/>
                <a:gd name="connsiteX40" fmla="*/ 182975 w 1952339"/>
                <a:gd name="connsiteY40" fmla="*/ 397097 h 458152"/>
                <a:gd name="connsiteX41" fmla="*/ 213455 w 1952339"/>
                <a:gd name="connsiteY41" fmla="*/ 458153 h 458152"/>
                <a:gd name="connsiteX42" fmla="*/ 427006 w 1952339"/>
                <a:gd name="connsiteY42" fmla="*/ 458153 h 458152"/>
                <a:gd name="connsiteX43" fmla="*/ 427006 w 1952339"/>
                <a:gd name="connsiteY43" fmla="*/ 366046 h 458152"/>
                <a:gd name="connsiteX44" fmla="*/ 1921859 w 1952339"/>
                <a:gd name="connsiteY44" fmla="*/ 366046 h 458152"/>
                <a:gd name="connsiteX45" fmla="*/ 1952339 w 1952339"/>
                <a:gd name="connsiteY45" fmla="*/ 305181 h 458152"/>
                <a:gd name="connsiteX46" fmla="*/ 1952339 w 1952339"/>
                <a:gd name="connsiteY46" fmla="*/ 0 h 458152"/>
                <a:gd name="connsiteX47" fmla="*/ 1860804 w 1952339"/>
                <a:gd name="connsiteY47" fmla="*/ 0 h 45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952339" h="458152">
                  <a:moveTo>
                    <a:pt x="274511" y="274987"/>
                  </a:moveTo>
                  <a:lnTo>
                    <a:pt x="335566" y="274987"/>
                  </a:lnTo>
                  <a:lnTo>
                    <a:pt x="335566" y="397097"/>
                  </a:lnTo>
                  <a:lnTo>
                    <a:pt x="274511" y="397097"/>
                  </a:lnTo>
                  <a:lnTo>
                    <a:pt x="274511" y="274987"/>
                  </a:lnTo>
                  <a:close/>
                  <a:moveTo>
                    <a:pt x="1525334" y="183452"/>
                  </a:moveTo>
                  <a:lnTo>
                    <a:pt x="1586293" y="183452"/>
                  </a:lnTo>
                  <a:lnTo>
                    <a:pt x="1586293" y="305467"/>
                  </a:lnTo>
                  <a:lnTo>
                    <a:pt x="1525334" y="305467"/>
                  </a:lnTo>
                  <a:lnTo>
                    <a:pt x="1525334" y="183452"/>
                  </a:lnTo>
                  <a:close/>
                  <a:moveTo>
                    <a:pt x="1860899" y="0"/>
                  </a:moveTo>
                  <a:lnTo>
                    <a:pt x="1860899" y="305086"/>
                  </a:lnTo>
                  <a:lnTo>
                    <a:pt x="1677829" y="305086"/>
                  </a:lnTo>
                  <a:lnTo>
                    <a:pt x="1677829" y="183452"/>
                  </a:lnTo>
                  <a:lnTo>
                    <a:pt x="1647349" y="122396"/>
                  </a:lnTo>
                  <a:lnTo>
                    <a:pt x="1433798" y="122396"/>
                  </a:lnTo>
                  <a:lnTo>
                    <a:pt x="1433798" y="305372"/>
                  </a:lnTo>
                  <a:lnTo>
                    <a:pt x="1250823" y="305372"/>
                  </a:lnTo>
                  <a:lnTo>
                    <a:pt x="1250823" y="183356"/>
                  </a:lnTo>
                  <a:lnTo>
                    <a:pt x="1220343" y="122301"/>
                  </a:lnTo>
                  <a:lnTo>
                    <a:pt x="1006697" y="122301"/>
                  </a:lnTo>
                  <a:lnTo>
                    <a:pt x="1006697" y="191"/>
                  </a:lnTo>
                  <a:lnTo>
                    <a:pt x="915257" y="191"/>
                  </a:lnTo>
                  <a:lnTo>
                    <a:pt x="915257" y="274987"/>
                  </a:lnTo>
                  <a:lnTo>
                    <a:pt x="1006697" y="274987"/>
                  </a:lnTo>
                  <a:lnTo>
                    <a:pt x="1006697" y="183452"/>
                  </a:lnTo>
                  <a:lnTo>
                    <a:pt x="1159383" y="183452"/>
                  </a:lnTo>
                  <a:lnTo>
                    <a:pt x="1159383" y="305467"/>
                  </a:lnTo>
                  <a:lnTo>
                    <a:pt x="732282" y="305467"/>
                  </a:lnTo>
                  <a:lnTo>
                    <a:pt x="732282" y="182975"/>
                  </a:lnTo>
                  <a:lnTo>
                    <a:pt x="640747" y="182975"/>
                  </a:lnTo>
                  <a:lnTo>
                    <a:pt x="640747" y="305467"/>
                  </a:lnTo>
                  <a:lnTo>
                    <a:pt x="427196" y="305467"/>
                  </a:lnTo>
                  <a:lnTo>
                    <a:pt x="427196" y="274987"/>
                  </a:lnTo>
                  <a:lnTo>
                    <a:pt x="396621" y="214027"/>
                  </a:lnTo>
                  <a:lnTo>
                    <a:pt x="183071" y="214027"/>
                  </a:lnTo>
                  <a:lnTo>
                    <a:pt x="183071" y="305562"/>
                  </a:lnTo>
                  <a:lnTo>
                    <a:pt x="0" y="305562"/>
                  </a:lnTo>
                  <a:lnTo>
                    <a:pt x="0" y="366141"/>
                  </a:lnTo>
                  <a:lnTo>
                    <a:pt x="182975" y="366141"/>
                  </a:lnTo>
                  <a:cubicBezTo>
                    <a:pt x="182975" y="366141"/>
                    <a:pt x="182975" y="397097"/>
                    <a:pt x="182975" y="397097"/>
                  </a:cubicBezTo>
                  <a:lnTo>
                    <a:pt x="213455" y="458153"/>
                  </a:lnTo>
                  <a:lnTo>
                    <a:pt x="427006" y="458153"/>
                  </a:lnTo>
                  <a:lnTo>
                    <a:pt x="427006" y="366046"/>
                  </a:lnTo>
                  <a:lnTo>
                    <a:pt x="1921859" y="366046"/>
                  </a:lnTo>
                  <a:cubicBezTo>
                    <a:pt x="1921859" y="366046"/>
                    <a:pt x="1952339" y="305181"/>
                    <a:pt x="1952339" y="305181"/>
                  </a:cubicBezTo>
                  <a:lnTo>
                    <a:pt x="1952339" y="0"/>
                  </a:lnTo>
                  <a:lnTo>
                    <a:pt x="186080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472D19-4BEE-DDF9-4802-3B0FF5FD9444}"/>
                </a:ext>
              </a:extLst>
            </p:cNvPr>
            <p:cNvSpPr/>
            <p:nvPr/>
          </p:nvSpPr>
          <p:spPr>
            <a:xfrm>
              <a:off x="5369612" y="1458593"/>
              <a:ext cx="91535" cy="61055"/>
            </a:xfrm>
            <a:custGeom>
              <a:avLst/>
              <a:gdLst>
                <a:gd name="connsiteX0" fmla="*/ 0 w 91535"/>
                <a:gd name="connsiteY0" fmla="*/ 0 h 61055"/>
                <a:gd name="connsiteX1" fmla="*/ 91535 w 91535"/>
                <a:gd name="connsiteY1" fmla="*/ 0 h 61055"/>
                <a:gd name="connsiteX2" fmla="*/ 91535 w 91535"/>
                <a:gd name="connsiteY2" fmla="*/ 61055 h 61055"/>
                <a:gd name="connsiteX3" fmla="*/ 0 w 91535"/>
                <a:gd name="connsiteY3" fmla="*/ 61055 h 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5" h="61055">
                  <a:moveTo>
                    <a:pt x="0" y="0"/>
                  </a:moveTo>
                  <a:lnTo>
                    <a:pt x="91535" y="0"/>
                  </a:lnTo>
                  <a:lnTo>
                    <a:pt x="91535" y="61055"/>
                  </a:lnTo>
                  <a:lnTo>
                    <a:pt x="0" y="61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269D0F9-38E6-22C6-2DF3-4B96E6B7BBA6}"/>
                </a:ext>
              </a:extLst>
            </p:cNvPr>
            <p:cNvSpPr/>
            <p:nvPr/>
          </p:nvSpPr>
          <p:spPr>
            <a:xfrm>
              <a:off x="5247597" y="1458593"/>
              <a:ext cx="91535" cy="61055"/>
            </a:xfrm>
            <a:custGeom>
              <a:avLst/>
              <a:gdLst>
                <a:gd name="connsiteX0" fmla="*/ 0 w 91535"/>
                <a:gd name="connsiteY0" fmla="*/ 0 h 61055"/>
                <a:gd name="connsiteX1" fmla="*/ 91535 w 91535"/>
                <a:gd name="connsiteY1" fmla="*/ 0 h 61055"/>
                <a:gd name="connsiteX2" fmla="*/ 91535 w 91535"/>
                <a:gd name="connsiteY2" fmla="*/ 61055 h 61055"/>
                <a:gd name="connsiteX3" fmla="*/ 0 w 91535"/>
                <a:gd name="connsiteY3" fmla="*/ 61055 h 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535" h="61055">
                  <a:moveTo>
                    <a:pt x="0" y="0"/>
                  </a:moveTo>
                  <a:lnTo>
                    <a:pt x="91535" y="0"/>
                  </a:lnTo>
                  <a:lnTo>
                    <a:pt x="91535" y="61055"/>
                  </a:lnTo>
                  <a:lnTo>
                    <a:pt x="0" y="61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6995BA0-03DD-649F-88BF-F31C62BBE676}"/>
              </a:ext>
            </a:extLst>
          </p:cNvPr>
          <p:cNvSpPr>
            <a:spLocks/>
          </p:cNvSpPr>
          <p:nvPr userDrawn="1"/>
        </p:nvSpPr>
        <p:spPr>
          <a:xfrm>
            <a:off x="539748" y="1071851"/>
            <a:ext cx="2493533" cy="436490"/>
          </a:xfrm>
          <a:custGeom>
            <a:avLst/>
            <a:gdLst>
              <a:gd name="connsiteX0" fmla="*/ 259606 w 1185143"/>
              <a:gd name="connsiteY0" fmla="*/ 138234 h 207458"/>
              <a:gd name="connsiteX1" fmla="*/ 311539 w 1185143"/>
              <a:gd name="connsiteY1" fmla="*/ 138234 h 207458"/>
              <a:gd name="connsiteX2" fmla="*/ 311539 w 1185143"/>
              <a:gd name="connsiteY2" fmla="*/ 103486 h 207458"/>
              <a:gd name="connsiteX3" fmla="*/ 259606 w 1185143"/>
              <a:gd name="connsiteY3" fmla="*/ 103486 h 207458"/>
              <a:gd name="connsiteX4" fmla="*/ 259606 w 1185143"/>
              <a:gd name="connsiteY4" fmla="*/ 138234 h 207458"/>
              <a:gd name="connsiteX5" fmla="*/ 787196 w 1185143"/>
              <a:gd name="connsiteY5" fmla="*/ 103756 h 207458"/>
              <a:gd name="connsiteX6" fmla="*/ 821943 w 1185143"/>
              <a:gd name="connsiteY6" fmla="*/ 103756 h 207458"/>
              <a:gd name="connsiteX7" fmla="*/ 821943 w 1185143"/>
              <a:gd name="connsiteY7" fmla="*/ 172981 h 207458"/>
              <a:gd name="connsiteX8" fmla="*/ 787196 w 1185143"/>
              <a:gd name="connsiteY8" fmla="*/ 172981 h 207458"/>
              <a:gd name="connsiteX9" fmla="*/ 787196 w 1185143"/>
              <a:gd name="connsiteY9" fmla="*/ 103756 h 207458"/>
              <a:gd name="connsiteX10" fmla="*/ 752718 w 1185143"/>
              <a:gd name="connsiteY10" fmla="*/ 69225 h 207458"/>
              <a:gd name="connsiteX11" fmla="*/ 735318 w 1185143"/>
              <a:gd name="connsiteY11" fmla="*/ 103756 h 207458"/>
              <a:gd name="connsiteX12" fmla="*/ 735318 w 1185143"/>
              <a:gd name="connsiteY12" fmla="*/ 172981 h 207458"/>
              <a:gd name="connsiteX13" fmla="*/ 752718 w 1185143"/>
              <a:gd name="connsiteY13" fmla="*/ 207458 h 207458"/>
              <a:gd name="connsiteX14" fmla="*/ 873821 w 1185143"/>
              <a:gd name="connsiteY14" fmla="*/ 207458 h 207458"/>
              <a:gd name="connsiteX15" fmla="*/ 873821 w 1185143"/>
              <a:gd name="connsiteY15" fmla="*/ 69225 h 207458"/>
              <a:gd name="connsiteX16" fmla="*/ 752718 w 1185143"/>
              <a:gd name="connsiteY16" fmla="*/ 69225 h 207458"/>
              <a:gd name="connsiteX17" fmla="*/ 977577 w 1185143"/>
              <a:gd name="connsiteY17" fmla="*/ 69225 h 207458"/>
              <a:gd name="connsiteX18" fmla="*/ 977577 w 1185143"/>
              <a:gd name="connsiteY18" fmla="*/ 207458 h 207458"/>
              <a:gd name="connsiteX19" fmla="*/ 1029455 w 1185143"/>
              <a:gd name="connsiteY19" fmla="*/ 207458 h 207458"/>
              <a:gd name="connsiteX20" fmla="*/ 1029455 w 1185143"/>
              <a:gd name="connsiteY20" fmla="*/ 103756 h 207458"/>
              <a:gd name="connsiteX21" fmla="*/ 1055394 w 1185143"/>
              <a:gd name="connsiteY21" fmla="*/ 103756 h 207458"/>
              <a:gd name="connsiteX22" fmla="*/ 1055394 w 1185143"/>
              <a:gd name="connsiteY22" fmla="*/ 207458 h 207458"/>
              <a:gd name="connsiteX23" fmla="*/ 1107273 w 1185143"/>
              <a:gd name="connsiteY23" fmla="*/ 207458 h 207458"/>
              <a:gd name="connsiteX24" fmla="*/ 1107273 w 1185143"/>
              <a:gd name="connsiteY24" fmla="*/ 103756 h 207458"/>
              <a:gd name="connsiteX25" fmla="*/ 1133266 w 1185143"/>
              <a:gd name="connsiteY25" fmla="*/ 103756 h 207458"/>
              <a:gd name="connsiteX26" fmla="*/ 1133266 w 1185143"/>
              <a:gd name="connsiteY26" fmla="*/ 207458 h 207458"/>
              <a:gd name="connsiteX27" fmla="*/ 1185144 w 1185143"/>
              <a:gd name="connsiteY27" fmla="*/ 207458 h 207458"/>
              <a:gd name="connsiteX28" fmla="*/ 1185144 w 1185143"/>
              <a:gd name="connsiteY28" fmla="*/ 103756 h 207458"/>
              <a:gd name="connsiteX29" fmla="*/ 1168013 w 1185143"/>
              <a:gd name="connsiteY29" fmla="*/ 69225 h 207458"/>
              <a:gd name="connsiteX30" fmla="*/ 977631 w 1185143"/>
              <a:gd name="connsiteY30" fmla="*/ 69225 h 207458"/>
              <a:gd name="connsiteX31" fmla="*/ 899760 w 1185143"/>
              <a:gd name="connsiteY31" fmla="*/ 207458 h 207458"/>
              <a:gd name="connsiteX32" fmla="*/ 951692 w 1185143"/>
              <a:gd name="connsiteY32" fmla="*/ 207458 h 207458"/>
              <a:gd name="connsiteX33" fmla="*/ 951692 w 1185143"/>
              <a:gd name="connsiteY33" fmla="*/ 69225 h 207458"/>
              <a:gd name="connsiteX34" fmla="*/ 899760 w 1185143"/>
              <a:gd name="connsiteY34" fmla="*/ 69009 h 207458"/>
              <a:gd name="connsiteX35" fmla="*/ 899760 w 1185143"/>
              <a:gd name="connsiteY35" fmla="*/ 207458 h 207458"/>
              <a:gd name="connsiteX36" fmla="*/ 112565 w 1185143"/>
              <a:gd name="connsiteY36" fmla="*/ 34477 h 207458"/>
              <a:gd name="connsiteX37" fmla="*/ 112565 w 1185143"/>
              <a:gd name="connsiteY37" fmla="*/ 103756 h 207458"/>
              <a:gd name="connsiteX38" fmla="*/ 86355 w 1185143"/>
              <a:gd name="connsiteY38" fmla="*/ 103756 h 207458"/>
              <a:gd name="connsiteX39" fmla="*/ 112565 w 1185143"/>
              <a:gd name="connsiteY39" fmla="*/ 34477 h 207458"/>
              <a:gd name="connsiteX40" fmla="*/ 69225 w 1185143"/>
              <a:gd name="connsiteY40" fmla="*/ 0 h 207458"/>
              <a:gd name="connsiteX41" fmla="*/ 0 w 1185143"/>
              <a:gd name="connsiteY41" fmla="*/ 207458 h 207458"/>
              <a:gd name="connsiteX42" fmla="*/ 51878 w 1185143"/>
              <a:gd name="connsiteY42" fmla="*/ 207458 h 207458"/>
              <a:gd name="connsiteX43" fmla="*/ 77817 w 1185143"/>
              <a:gd name="connsiteY43" fmla="*/ 138450 h 207458"/>
              <a:gd name="connsiteX44" fmla="*/ 112565 w 1185143"/>
              <a:gd name="connsiteY44" fmla="*/ 138450 h 207458"/>
              <a:gd name="connsiteX45" fmla="*/ 112565 w 1185143"/>
              <a:gd name="connsiteY45" fmla="*/ 207458 h 207458"/>
              <a:gd name="connsiteX46" fmla="*/ 164443 w 1185143"/>
              <a:gd name="connsiteY46" fmla="*/ 207458 h 207458"/>
              <a:gd name="connsiteX47" fmla="*/ 164443 w 1185143"/>
              <a:gd name="connsiteY47" fmla="*/ 0 h 207458"/>
              <a:gd name="connsiteX48" fmla="*/ 69225 w 1185143"/>
              <a:gd name="connsiteY48" fmla="*/ 0 h 207458"/>
              <a:gd name="connsiteX49" fmla="*/ 190328 w 1185143"/>
              <a:gd name="connsiteY49" fmla="*/ 207458 h 207458"/>
              <a:gd name="connsiteX50" fmla="*/ 242206 w 1185143"/>
              <a:gd name="connsiteY50" fmla="*/ 207458 h 207458"/>
              <a:gd name="connsiteX51" fmla="*/ 242206 w 1185143"/>
              <a:gd name="connsiteY51" fmla="*/ 0 h 207458"/>
              <a:gd name="connsiteX52" fmla="*/ 190328 w 1185143"/>
              <a:gd name="connsiteY52" fmla="*/ 0 h 207458"/>
              <a:gd name="connsiteX53" fmla="*/ 190328 w 1185143"/>
              <a:gd name="connsiteY53" fmla="*/ 207458 h 207458"/>
              <a:gd name="connsiteX54" fmla="*/ 328615 w 1185143"/>
              <a:gd name="connsiteY54" fmla="*/ 0 h 207458"/>
              <a:gd name="connsiteX55" fmla="*/ 328615 w 1185143"/>
              <a:gd name="connsiteY55" fmla="*/ 207458 h 207458"/>
              <a:gd name="connsiteX56" fmla="*/ 380493 w 1185143"/>
              <a:gd name="connsiteY56" fmla="*/ 207458 h 207458"/>
              <a:gd name="connsiteX57" fmla="*/ 380493 w 1185143"/>
              <a:gd name="connsiteY57" fmla="*/ 103756 h 207458"/>
              <a:gd name="connsiteX58" fmla="*/ 415295 w 1185143"/>
              <a:gd name="connsiteY58" fmla="*/ 103756 h 207458"/>
              <a:gd name="connsiteX59" fmla="*/ 415295 w 1185143"/>
              <a:gd name="connsiteY59" fmla="*/ 172981 h 207458"/>
              <a:gd name="connsiteX60" fmla="*/ 432641 w 1185143"/>
              <a:gd name="connsiteY60" fmla="*/ 207458 h 207458"/>
              <a:gd name="connsiteX61" fmla="*/ 553798 w 1185143"/>
              <a:gd name="connsiteY61" fmla="*/ 207458 h 207458"/>
              <a:gd name="connsiteX62" fmla="*/ 553798 w 1185143"/>
              <a:gd name="connsiteY62" fmla="*/ 103756 h 207458"/>
              <a:gd name="connsiteX63" fmla="*/ 579737 w 1185143"/>
              <a:gd name="connsiteY63" fmla="*/ 103756 h 207458"/>
              <a:gd name="connsiteX64" fmla="*/ 579737 w 1185143"/>
              <a:gd name="connsiteY64" fmla="*/ 207458 h 207458"/>
              <a:gd name="connsiteX65" fmla="*/ 631561 w 1185143"/>
              <a:gd name="connsiteY65" fmla="*/ 207458 h 207458"/>
              <a:gd name="connsiteX66" fmla="*/ 631561 w 1185143"/>
              <a:gd name="connsiteY66" fmla="*/ 103756 h 207458"/>
              <a:gd name="connsiteX67" fmla="*/ 657555 w 1185143"/>
              <a:gd name="connsiteY67" fmla="*/ 103756 h 207458"/>
              <a:gd name="connsiteX68" fmla="*/ 657555 w 1185143"/>
              <a:gd name="connsiteY68" fmla="*/ 207458 h 207458"/>
              <a:gd name="connsiteX69" fmla="*/ 709433 w 1185143"/>
              <a:gd name="connsiteY69" fmla="*/ 207458 h 207458"/>
              <a:gd name="connsiteX70" fmla="*/ 709433 w 1185143"/>
              <a:gd name="connsiteY70" fmla="*/ 103756 h 207458"/>
              <a:gd name="connsiteX71" fmla="*/ 735372 w 1185143"/>
              <a:gd name="connsiteY71" fmla="*/ 103756 h 207458"/>
              <a:gd name="connsiteX72" fmla="*/ 735372 w 1185143"/>
              <a:gd name="connsiteY72" fmla="*/ 69225 h 207458"/>
              <a:gd name="connsiteX73" fmla="*/ 709433 w 1185143"/>
              <a:gd name="connsiteY73" fmla="*/ 69225 h 207458"/>
              <a:gd name="connsiteX74" fmla="*/ 709433 w 1185143"/>
              <a:gd name="connsiteY74" fmla="*/ 34477 h 207458"/>
              <a:gd name="connsiteX75" fmla="*/ 657555 w 1185143"/>
              <a:gd name="connsiteY75" fmla="*/ 34477 h 207458"/>
              <a:gd name="connsiteX76" fmla="*/ 657555 w 1185143"/>
              <a:gd name="connsiteY76" fmla="*/ 69225 h 207458"/>
              <a:gd name="connsiteX77" fmla="*/ 631561 w 1185143"/>
              <a:gd name="connsiteY77" fmla="*/ 69225 h 207458"/>
              <a:gd name="connsiteX78" fmla="*/ 631561 w 1185143"/>
              <a:gd name="connsiteY78" fmla="*/ 34477 h 207458"/>
              <a:gd name="connsiteX79" fmla="*/ 579737 w 1185143"/>
              <a:gd name="connsiteY79" fmla="*/ 34477 h 207458"/>
              <a:gd name="connsiteX80" fmla="*/ 579737 w 1185143"/>
              <a:gd name="connsiteY80" fmla="*/ 69225 h 207458"/>
              <a:gd name="connsiteX81" fmla="*/ 501650 w 1185143"/>
              <a:gd name="connsiteY81" fmla="*/ 69225 h 207458"/>
              <a:gd name="connsiteX82" fmla="*/ 501650 w 1185143"/>
              <a:gd name="connsiteY82" fmla="*/ 172927 h 207458"/>
              <a:gd name="connsiteX83" fmla="*/ 467173 w 1185143"/>
              <a:gd name="connsiteY83" fmla="*/ 172927 h 207458"/>
              <a:gd name="connsiteX84" fmla="*/ 467173 w 1185143"/>
              <a:gd name="connsiteY84" fmla="*/ 69225 h 207458"/>
              <a:gd name="connsiteX85" fmla="*/ 380547 w 1185143"/>
              <a:gd name="connsiteY85" fmla="*/ 69225 h 207458"/>
              <a:gd name="connsiteX86" fmla="*/ 380547 w 1185143"/>
              <a:gd name="connsiteY86" fmla="*/ 34477 h 207458"/>
              <a:gd name="connsiteX87" fmla="*/ 467173 w 1185143"/>
              <a:gd name="connsiteY87" fmla="*/ 34477 h 207458"/>
              <a:gd name="connsiteX88" fmla="*/ 467173 w 1185143"/>
              <a:gd name="connsiteY88" fmla="*/ 0 h 207458"/>
              <a:gd name="connsiteX89" fmla="*/ 328669 w 1185143"/>
              <a:gd name="connsiteY89" fmla="*/ 0 h 207458"/>
              <a:gd name="connsiteX90" fmla="*/ 899760 w 1185143"/>
              <a:gd name="connsiteY90" fmla="*/ 34477 h 207458"/>
              <a:gd name="connsiteX91" fmla="*/ 951692 w 1185143"/>
              <a:gd name="connsiteY91" fmla="*/ 34477 h 207458"/>
              <a:gd name="connsiteX92" fmla="*/ 951692 w 1185143"/>
              <a:gd name="connsiteY92" fmla="*/ 0 h 207458"/>
              <a:gd name="connsiteX93" fmla="*/ 899760 w 1185143"/>
              <a:gd name="connsiteY93" fmla="*/ 0 h 207458"/>
              <a:gd name="connsiteX94" fmla="*/ 899760 w 1185143"/>
              <a:gd name="connsiteY94" fmla="*/ 34477 h 20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185143" h="207458">
                <a:moveTo>
                  <a:pt x="259606" y="138234"/>
                </a:moveTo>
                <a:lnTo>
                  <a:pt x="311539" y="138234"/>
                </a:lnTo>
                <a:lnTo>
                  <a:pt x="311539" y="103486"/>
                </a:lnTo>
                <a:lnTo>
                  <a:pt x="259606" y="103486"/>
                </a:lnTo>
                <a:lnTo>
                  <a:pt x="259606" y="138234"/>
                </a:lnTo>
                <a:close/>
                <a:moveTo>
                  <a:pt x="787196" y="103756"/>
                </a:moveTo>
                <a:lnTo>
                  <a:pt x="821943" y="103756"/>
                </a:lnTo>
                <a:lnTo>
                  <a:pt x="821943" y="172981"/>
                </a:lnTo>
                <a:lnTo>
                  <a:pt x="787196" y="172981"/>
                </a:lnTo>
                <a:lnTo>
                  <a:pt x="787196" y="103756"/>
                </a:lnTo>
                <a:close/>
                <a:moveTo>
                  <a:pt x="752718" y="69225"/>
                </a:moveTo>
                <a:lnTo>
                  <a:pt x="735318" y="103756"/>
                </a:lnTo>
                <a:lnTo>
                  <a:pt x="735318" y="172981"/>
                </a:lnTo>
                <a:lnTo>
                  <a:pt x="752718" y="207458"/>
                </a:lnTo>
                <a:lnTo>
                  <a:pt x="873821" y="207458"/>
                </a:lnTo>
                <a:lnTo>
                  <a:pt x="873821" y="69225"/>
                </a:lnTo>
                <a:lnTo>
                  <a:pt x="752718" y="69225"/>
                </a:lnTo>
                <a:close/>
                <a:moveTo>
                  <a:pt x="977577" y="69225"/>
                </a:moveTo>
                <a:lnTo>
                  <a:pt x="977577" y="207458"/>
                </a:lnTo>
                <a:lnTo>
                  <a:pt x="1029455" y="207458"/>
                </a:lnTo>
                <a:lnTo>
                  <a:pt x="1029455" y="103756"/>
                </a:lnTo>
                <a:lnTo>
                  <a:pt x="1055394" y="103756"/>
                </a:lnTo>
                <a:lnTo>
                  <a:pt x="1055394" y="207458"/>
                </a:lnTo>
                <a:lnTo>
                  <a:pt x="1107273" y="207458"/>
                </a:lnTo>
                <a:lnTo>
                  <a:pt x="1107273" y="103756"/>
                </a:lnTo>
                <a:lnTo>
                  <a:pt x="1133266" y="103756"/>
                </a:lnTo>
                <a:lnTo>
                  <a:pt x="1133266" y="207458"/>
                </a:lnTo>
                <a:lnTo>
                  <a:pt x="1185144" y="207458"/>
                </a:lnTo>
                <a:lnTo>
                  <a:pt x="1185144" y="103756"/>
                </a:lnTo>
                <a:lnTo>
                  <a:pt x="1168013" y="69225"/>
                </a:lnTo>
                <a:lnTo>
                  <a:pt x="977631" y="69225"/>
                </a:lnTo>
                <a:close/>
                <a:moveTo>
                  <a:pt x="899760" y="207458"/>
                </a:moveTo>
                <a:lnTo>
                  <a:pt x="951692" y="207458"/>
                </a:lnTo>
                <a:lnTo>
                  <a:pt x="951692" y="69225"/>
                </a:lnTo>
                <a:lnTo>
                  <a:pt x="899760" y="69009"/>
                </a:lnTo>
                <a:lnTo>
                  <a:pt x="899760" y="207458"/>
                </a:lnTo>
                <a:close/>
                <a:moveTo>
                  <a:pt x="112565" y="34477"/>
                </a:moveTo>
                <a:lnTo>
                  <a:pt x="112565" y="103756"/>
                </a:lnTo>
                <a:lnTo>
                  <a:pt x="86355" y="103756"/>
                </a:lnTo>
                <a:lnTo>
                  <a:pt x="112565" y="34477"/>
                </a:lnTo>
                <a:close/>
                <a:moveTo>
                  <a:pt x="69225" y="0"/>
                </a:moveTo>
                <a:lnTo>
                  <a:pt x="0" y="207458"/>
                </a:lnTo>
                <a:lnTo>
                  <a:pt x="51878" y="207458"/>
                </a:lnTo>
                <a:lnTo>
                  <a:pt x="77817" y="138450"/>
                </a:lnTo>
                <a:lnTo>
                  <a:pt x="112565" y="138450"/>
                </a:lnTo>
                <a:lnTo>
                  <a:pt x="112565" y="207458"/>
                </a:lnTo>
                <a:lnTo>
                  <a:pt x="164443" y="207458"/>
                </a:lnTo>
                <a:lnTo>
                  <a:pt x="164443" y="0"/>
                </a:lnTo>
                <a:lnTo>
                  <a:pt x="69225" y="0"/>
                </a:lnTo>
                <a:close/>
                <a:moveTo>
                  <a:pt x="190328" y="207458"/>
                </a:moveTo>
                <a:lnTo>
                  <a:pt x="242206" y="207458"/>
                </a:lnTo>
                <a:lnTo>
                  <a:pt x="242206" y="0"/>
                </a:lnTo>
                <a:lnTo>
                  <a:pt x="190328" y="0"/>
                </a:lnTo>
                <a:lnTo>
                  <a:pt x="190328" y="207458"/>
                </a:lnTo>
                <a:close/>
                <a:moveTo>
                  <a:pt x="328615" y="0"/>
                </a:moveTo>
                <a:lnTo>
                  <a:pt x="328615" y="207458"/>
                </a:lnTo>
                <a:lnTo>
                  <a:pt x="380493" y="207458"/>
                </a:lnTo>
                <a:lnTo>
                  <a:pt x="380493" y="103756"/>
                </a:lnTo>
                <a:lnTo>
                  <a:pt x="415295" y="103756"/>
                </a:lnTo>
                <a:lnTo>
                  <a:pt x="415295" y="172981"/>
                </a:lnTo>
                <a:lnTo>
                  <a:pt x="432641" y="207458"/>
                </a:lnTo>
                <a:lnTo>
                  <a:pt x="553798" y="207458"/>
                </a:lnTo>
                <a:lnTo>
                  <a:pt x="553798" y="103756"/>
                </a:lnTo>
                <a:lnTo>
                  <a:pt x="579737" y="103756"/>
                </a:lnTo>
                <a:lnTo>
                  <a:pt x="579737" y="207458"/>
                </a:lnTo>
                <a:lnTo>
                  <a:pt x="631561" y="207458"/>
                </a:lnTo>
                <a:lnTo>
                  <a:pt x="631561" y="103756"/>
                </a:lnTo>
                <a:lnTo>
                  <a:pt x="657555" y="103756"/>
                </a:lnTo>
                <a:lnTo>
                  <a:pt x="657555" y="207458"/>
                </a:lnTo>
                <a:lnTo>
                  <a:pt x="709433" y="207458"/>
                </a:lnTo>
                <a:lnTo>
                  <a:pt x="709433" y="103756"/>
                </a:lnTo>
                <a:lnTo>
                  <a:pt x="735372" y="103756"/>
                </a:lnTo>
                <a:lnTo>
                  <a:pt x="735372" y="69225"/>
                </a:lnTo>
                <a:lnTo>
                  <a:pt x="709433" y="69225"/>
                </a:lnTo>
                <a:lnTo>
                  <a:pt x="709433" y="34477"/>
                </a:lnTo>
                <a:lnTo>
                  <a:pt x="657555" y="34477"/>
                </a:lnTo>
                <a:lnTo>
                  <a:pt x="657555" y="69225"/>
                </a:lnTo>
                <a:lnTo>
                  <a:pt x="631561" y="69225"/>
                </a:lnTo>
                <a:lnTo>
                  <a:pt x="631561" y="34477"/>
                </a:lnTo>
                <a:lnTo>
                  <a:pt x="579737" y="34477"/>
                </a:lnTo>
                <a:lnTo>
                  <a:pt x="579737" y="69225"/>
                </a:lnTo>
                <a:lnTo>
                  <a:pt x="501650" y="69225"/>
                </a:lnTo>
                <a:lnTo>
                  <a:pt x="501650" y="172927"/>
                </a:lnTo>
                <a:lnTo>
                  <a:pt x="467173" y="172927"/>
                </a:lnTo>
                <a:lnTo>
                  <a:pt x="467173" y="69225"/>
                </a:lnTo>
                <a:lnTo>
                  <a:pt x="380547" y="69225"/>
                </a:lnTo>
                <a:lnTo>
                  <a:pt x="380547" y="34477"/>
                </a:lnTo>
                <a:lnTo>
                  <a:pt x="467173" y="34477"/>
                </a:lnTo>
                <a:lnTo>
                  <a:pt x="467173" y="0"/>
                </a:lnTo>
                <a:lnTo>
                  <a:pt x="328669" y="0"/>
                </a:lnTo>
                <a:close/>
                <a:moveTo>
                  <a:pt x="899760" y="34477"/>
                </a:moveTo>
                <a:lnTo>
                  <a:pt x="951692" y="34477"/>
                </a:lnTo>
                <a:lnTo>
                  <a:pt x="951692" y="0"/>
                </a:lnTo>
                <a:lnTo>
                  <a:pt x="899760" y="0"/>
                </a:lnTo>
                <a:lnTo>
                  <a:pt x="899760" y="34477"/>
                </a:lnTo>
                <a:close/>
              </a:path>
            </a:pathLst>
          </a:custGeom>
          <a:solidFill>
            <a:srgbClr val="004F9F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612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500">
          <p15:clr>
            <a:srgbClr val="FBAE40"/>
          </p15:clr>
        </p15:guide>
        <p15:guide id="4" orient="horz" pos="2329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8002" y="3968750"/>
            <a:ext cx="3584248" cy="775597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</a:t>
            </a:r>
            <a:r>
              <a:rPr lang="en-US" dirty="0" err="1"/>
              <a:t>Chaptername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B2F7010-8268-4BC9-A9B8-31C3396F34CF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67D27C3-EAAD-645A-5694-915755BD85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68002" y="3267988"/>
            <a:ext cx="3584248" cy="430887"/>
          </a:xfrm>
        </p:spPr>
        <p:txBody>
          <a:bodyPr anchor="b">
            <a:sp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CB05548-1B60-6192-73CB-55868E6B18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707313" cy="6858000"/>
          </a:xfrm>
          <a:solidFill>
            <a:schemeClr val="accent6"/>
          </a:solidFill>
        </p:spPr>
        <p:txBody>
          <a:bodyPr/>
          <a:lstStyle/>
          <a:p>
            <a:r>
              <a:rPr lang="en-US" dirty="0"/>
              <a:t>Click to insert picture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8BDFF0-E115-D7E1-4FFD-57F1679EC926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53EE2A4-13E7-3913-138F-02405A646276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CFCF2DD-9797-EBB7-4082-203876D5AF01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3682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55">
          <p15:clr>
            <a:srgbClr val="FBAE40"/>
          </p15:clr>
        </p15:guide>
        <p15:guide id="2" pos="5081">
          <p15:clr>
            <a:srgbClr val="FBAE40"/>
          </p15:clr>
        </p15:guide>
        <p15:guide id="3" orient="horz" pos="2330">
          <p15:clr>
            <a:srgbClr val="FBAE40"/>
          </p15:clr>
        </p15:guide>
        <p15:guide id="4" orient="horz" pos="250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8002" y="3968750"/>
            <a:ext cx="3584248" cy="775597"/>
          </a:xfrm>
        </p:spPr>
        <p:txBody>
          <a:bodyPr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Please insert </a:t>
            </a:r>
            <a:r>
              <a:rPr lang="en-US" dirty="0" err="1"/>
              <a:t>Chaptername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10BFFBC-61CB-43EC-95C5-0C6D200441E3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67D27C3-EAAD-645A-5694-915755BD85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68002" y="3267988"/>
            <a:ext cx="3584248" cy="430887"/>
          </a:xfrm>
        </p:spPr>
        <p:txBody>
          <a:bodyPr anchor="b">
            <a:sp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CB05548-1B60-6192-73CB-55868E6B18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707313" cy="6858000"/>
          </a:xfrm>
          <a:solidFill>
            <a:schemeClr val="accent4"/>
          </a:solidFill>
        </p:spPr>
        <p:txBody>
          <a:bodyPr/>
          <a:lstStyle/>
          <a:p>
            <a:r>
              <a:rPr lang="en-US" dirty="0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214836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55">
          <p15:clr>
            <a:srgbClr val="FBAE40"/>
          </p15:clr>
        </p15:guide>
        <p15:guide id="2" pos="5081">
          <p15:clr>
            <a:srgbClr val="FBAE40"/>
          </p15:clr>
        </p15:guide>
        <p15:guide id="3" orient="horz" pos="2330">
          <p15:clr>
            <a:srgbClr val="FBAE40"/>
          </p15:clr>
        </p15:guide>
        <p15:guide id="4" orient="horz" pos="250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_empty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2E0C1F-ECFB-4CB1-9810-2FBE7BDDDF96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55830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empt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00B70A0-B859-4423-938D-65261EDAFDED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1903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_1 column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D87923E-B5EA-4B7E-B4E8-8BD058E901D0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9750" y="1618719"/>
            <a:ext cx="11112497" cy="442889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1606082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1 column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79915A-4319-4DBC-B0E3-A53E1A500078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9750" y="1619780"/>
            <a:ext cx="11112497" cy="4425419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 marL="5400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63613752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_2 columns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F4963F-FB51-4E37-BD78-7DBA824B66EE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0001" y="1618719"/>
            <a:ext cx="5465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54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F82E096-CAC5-9D80-FF2E-17A527AF04E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6000" y="1617662"/>
            <a:ext cx="5465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626740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>
          <p15:clr>
            <a:srgbClr val="FBAE40"/>
          </p15:clr>
        </p15:guide>
        <p15:guide id="2" pos="389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2 column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91F0BE3-C915-495A-9858-E07172CA7438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 marL="5400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F82E096-CAC5-9D80-FF2E-17A527AF04E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6000" y="1617663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3016347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>
          <p15:clr>
            <a:srgbClr val="FBAE40"/>
          </p15:clr>
        </p15:guide>
        <p15:guide id="2" pos="3896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_3 columns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04815A1-2266-4BE6-AD4C-DA0247A62DD9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0001" y="1618719"/>
            <a:ext cx="3583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F82E096-CAC5-9D80-FF2E-17A527AF04E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304000" y="1617662"/>
            <a:ext cx="3583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3F3FFBF-34A4-2F7A-2AB9-F5DEAD2A2C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68000" y="1617662"/>
            <a:ext cx="3583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611652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8">
          <p15:clr>
            <a:srgbClr val="FBAE40"/>
          </p15:clr>
        </p15:guide>
        <p15:guide id="2" pos="2597">
          <p15:clr>
            <a:srgbClr val="FBAE40"/>
          </p15:clr>
        </p15:guide>
        <p15:guide id="3" pos="2709">
          <p15:clr>
            <a:srgbClr val="FBAE40"/>
          </p15:clr>
        </p15:guide>
        <p15:guide id="4" pos="5083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3 column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C785CC-D299-4C87-ADF9-9AF11343F82D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0001" y="1618719"/>
            <a:ext cx="3583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F82E096-CAC5-9D80-FF2E-17A527AF04E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304000" y="1617662"/>
            <a:ext cx="3583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3F3FFBF-34A4-2F7A-2AB9-F5DEAD2A2C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68000" y="1617662"/>
            <a:ext cx="3583999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3718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8">
          <p15:clr>
            <a:srgbClr val="FBAE40"/>
          </p15:clr>
        </p15:guide>
        <p15:guide id="2" pos="2597">
          <p15:clr>
            <a:srgbClr val="FBAE40"/>
          </p15:clr>
        </p15:guide>
        <p15:guide id="3" pos="2709">
          <p15:clr>
            <a:srgbClr val="FBAE40"/>
          </p15:clr>
        </p15:guide>
        <p15:guide id="4" pos="5083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_4 columns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25466B-053E-4B24-B5E5-09FBB5E88189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E22FACE-7AEC-83A8-F857-C868512819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0001" y="1618720"/>
            <a:ext cx="2643000" cy="1811337"/>
          </a:xfrm>
          <a:solidFill>
            <a:schemeClr val="accent6"/>
          </a:solidFill>
        </p:spPr>
        <p:txBody>
          <a:bodyPr/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003CB9C-0A67-9D2B-1AE5-428CD8681D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1" y="3698875"/>
            <a:ext cx="2643000" cy="2346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748B225-2B7F-B60E-B0CC-A7BEAA45CC4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63001" y="1618720"/>
            <a:ext cx="2643000" cy="1811337"/>
          </a:xfrm>
          <a:solidFill>
            <a:schemeClr val="accent6"/>
          </a:solidFill>
        </p:spPr>
        <p:txBody>
          <a:bodyPr/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5086E601-A09C-165C-4149-296201214E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3001" y="3698875"/>
            <a:ext cx="2643000" cy="2346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F23DB56-5D93-8EC8-98CD-5747D530CCB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86000" y="1618720"/>
            <a:ext cx="2643000" cy="1811337"/>
          </a:xfrm>
          <a:solidFill>
            <a:schemeClr val="accent6"/>
          </a:solidFill>
        </p:spPr>
        <p:txBody>
          <a:bodyPr/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F3C5BB2-4251-947F-CCD0-813E22121D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6000" y="3698875"/>
            <a:ext cx="2643000" cy="2346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8175BE1D-8097-4D2E-6730-E9723B233F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009000" y="1618720"/>
            <a:ext cx="2643000" cy="1811337"/>
          </a:xfrm>
          <a:solidFill>
            <a:schemeClr val="accent6"/>
          </a:solidFill>
        </p:spPr>
        <p:txBody>
          <a:bodyPr/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80B8BCB-9B65-4479-D477-7F83BE3E60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09000" y="3698875"/>
            <a:ext cx="2643000" cy="2346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36518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005">
          <p15:clr>
            <a:srgbClr val="FBAE40"/>
          </p15:clr>
        </p15:guide>
        <p15:guide id="3" pos="3783">
          <p15:clr>
            <a:srgbClr val="FBAE40"/>
          </p15:clr>
        </p15:guide>
        <p15:guide id="5" pos="2117">
          <p15:clr>
            <a:srgbClr val="FBAE40"/>
          </p15:clr>
        </p15:guide>
        <p15:guide id="6" pos="3896">
          <p15:clr>
            <a:srgbClr val="FBAE40"/>
          </p15:clr>
        </p15:guide>
        <p15:guide id="7" pos="5562">
          <p15:clr>
            <a:srgbClr val="FBAE40"/>
          </p15:clr>
        </p15:guide>
        <p15:guide id="8" pos="5674">
          <p15:clr>
            <a:srgbClr val="FBAE40"/>
          </p15:clr>
        </p15:guide>
        <p15:guide id="9" orient="horz" pos="2160">
          <p15:clr>
            <a:srgbClr val="FBAE40"/>
          </p15:clr>
        </p15:guide>
        <p15:guide id="10" orient="horz" pos="233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4 column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B9C18F-29F1-410C-BA66-963579E8C39E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927799"/>
            <a:ext cx="9229725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E22FACE-7AEC-83A8-F857-C868512819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0001" y="1618720"/>
            <a:ext cx="2643000" cy="1811337"/>
          </a:xfrm>
          <a:solidFill>
            <a:schemeClr val="accent4"/>
          </a:solidFill>
        </p:spPr>
        <p:txBody>
          <a:bodyPr>
            <a:noAutofit/>
          </a:bodyPr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003CB9C-0A67-9D2B-1AE5-428CD8681D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1" y="3698875"/>
            <a:ext cx="2643000" cy="2346325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748B225-2B7F-B60E-B0CC-A7BEAA45CC4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63001" y="1618720"/>
            <a:ext cx="2643000" cy="1811337"/>
          </a:xfrm>
          <a:solidFill>
            <a:schemeClr val="accent4"/>
          </a:solidFill>
        </p:spPr>
        <p:txBody>
          <a:bodyPr>
            <a:noAutofit/>
          </a:bodyPr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5086E601-A09C-165C-4149-296201214E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3001" y="3698875"/>
            <a:ext cx="2643000" cy="2346325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F23DB56-5D93-8EC8-98CD-5747D530CCB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86000" y="1618720"/>
            <a:ext cx="2643000" cy="1811337"/>
          </a:xfrm>
          <a:solidFill>
            <a:schemeClr val="accent4"/>
          </a:solidFill>
        </p:spPr>
        <p:txBody>
          <a:bodyPr>
            <a:noAutofit/>
          </a:bodyPr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F3C5BB2-4251-947F-CCD0-813E22121D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6000" y="3698875"/>
            <a:ext cx="2643000" cy="2346325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8175BE1D-8097-4D2E-6730-E9723B233F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009000" y="1618720"/>
            <a:ext cx="2643000" cy="1811337"/>
          </a:xfrm>
          <a:solidFill>
            <a:schemeClr val="accent4"/>
          </a:solidFill>
        </p:spPr>
        <p:txBody>
          <a:bodyPr>
            <a:noAutofit/>
          </a:bodyPr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80B8BCB-9B65-4479-D477-7F83BE3E60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09000" y="3698875"/>
            <a:ext cx="2643000" cy="2346325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3796124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005">
          <p15:clr>
            <a:srgbClr val="FBAE40"/>
          </p15:clr>
        </p15:guide>
        <p15:guide id="3" pos="3783">
          <p15:clr>
            <a:srgbClr val="FBAE40"/>
          </p15:clr>
        </p15:guide>
        <p15:guide id="5" pos="2117">
          <p15:clr>
            <a:srgbClr val="FBAE40"/>
          </p15:clr>
        </p15:guide>
        <p15:guide id="6" pos="3896">
          <p15:clr>
            <a:srgbClr val="FBAE40"/>
          </p15:clr>
        </p15:guide>
        <p15:guide id="7" pos="5562">
          <p15:clr>
            <a:srgbClr val="FBAE40"/>
          </p15:clr>
        </p15:guide>
        <p15:guide id="8" pos="5674">
          <p15:clr>
            <a:srgbClr val="FBAE40"/>
          </p15:clr>
        </p15:guide>
        <p15:guide id="9" orient="horz" pos="2160">
          <p15:clr>
            <a:srgbClr val="FBAE40"/>
          </p15:clr>
        </p15:guide>
        <p15:guide id="10" orient="horz" pos="233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Content image_dark_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2E22475-5AA0-F2C0-0102-83ECDF348C1B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DF0A99-91B5-7C8B-95D4-7A1C654B58C5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B7952A-89C0-D564-994E-FA9124E6506C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E37481-81B7-DAE5-9279-A2E3EA447B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900" y="0"/>
            <a:ext cx="6007100" cy="6858000"/>
          </a:xfrm>
          <a:custGeom>
            <a:avLst/>
            <a:gdLst>
              <a:gd name="connsiteX0" fmla="*/ 5073042 w 6007100"/>
              <a:gd name="connsiteY0" fmla="*/ 746373 h 6858000"/>
              <a:gd name="connsiteX1" fmla="*/ 5107789 w 6007100"/>
              <a:gd name="connsiteY1" fmla="*/ 746373 h 6858000"/>
              <a:gd name="connsiteX2" fmla="*/ 5107789 w 6007100"/>
              <a:gd name="connsiteY2" fmla="*/ 815598 h 6858000"/>
              <a:gd name="connsiteX3" fmla="*/ 5073042 w 6007100"/>
              <a:gd name="connsiteY3" fmla="*/ 815598 h 6858000"/>
              <a:gd name="connsiteX4" fmla="*/ 5021218 w 6007100"/>
              <a:gd name="connsiteY4" fmla="*/ 746266 h 6858000"/>
              <a:gd name="connsiteX5" fmla="*/ 5021218 w 6007100"/>
              <a:gd name="connsiteY5" fmla="*/ 746373 h 6858000"/>
              <a:gd name="connsiteX6" fmla="*/ 5021164 w 6007100"/>
              <a:gd name="connsiteY6" fmla="*/ 746373 h 6858000"/>
              <a:gd name="connsiteX7" fmla="*/ 4545452 w 6007100"/>
              <a:gd name="connsiteY7" fmla="*/ 746103 h 6858000"/>
              <a:gd name="connsiteX8" fmla="*/ 4545452 w 6007100"/>
              <a:gd name="connsiteY8" fmla="*/ 780851 h 6858000"/>
              <a:gd name="connsiteX9" fmla="*/ 4597385 w 6007100"/>
              <a:gd name="connsiteY9" fmla="*/ 780851 h 6858000"/>
              <a:gd name="connsiteX10" fmla="*/ 4597385 w 6007100"/>
              <a:gd name="connsiteY10" fmla="*/ 746103 h 6858000"/>
              <a:gd name="connsiteX11" fmla="*/ 5263423 w 6007100"/>
              <a:gd name="connsiteY11" fmla="*/ 711842 h 6858000"/>
              <a:gd name="connsiteX12" fmla="*/ 5263423 w 6007100"/>
              <a:gd name="connsiteY12" fmla="*/ 850075 h 6858000"/>
              <a:gd name="connsiteX13" fmla="*/ 5315301 w 6007100"/>
              <a:gd name="connsiteY13" fmla="*/ 850075 h 6858000"/>
              <a:gd name="connsiteX14" fmla="*/ 5315301 w 6007100"/>
              <a:gd name="connsiteY14" fmla="*/ 746373 h 6858000"/>
              <a:gd name="connsiteX15" fmla="*/ 5341240 w 6007100"/>
              <a:gd name="connsiteY15" fmla="*/ 746373 h 6858000"/>
              <a:gd name="connsiteX16" fmla="*/ 5341240 w 6007100"/>
              <a:gd name="connsiteY16" fmla="*/ 850075 h 6858000"/>
              <a:gd name="connsiteX17" fmla="*/ 5393119 w 6007100"/>
              <a:gd name="connsiteY17" fmla="*/ 850075 h 6858000"/>
              <a:gd name="connsiteX18" fmla="*/ 5393119 w 6007100"/>
              <a:gd name="connsiteY18" fmla="*/ 746373 h 6858000"/>
              <a:gd name="connsiteX19" fmla="*/ 5419112 w 6007100"/>
              <a:gd name="connsiteY19" fmla="*/ 746373 h 6858000"/>
              <a:gd name="connsiteX20" fmla="*/ 5419112 w 6007100"/>
              <a:gd name="connsiteY20" fmla="*/ 850075 h 6858000"/>
              <a:gd name="connsiteX21" fmla="*/ 5470990 w 6007100"/>
              <a:gd name="connsiteY21" fmla="*/ 850075 h 6858000"/>
              <a:gd name="connsiteX22" fmla="*/ 5470990 w 6007100"/>
              <a:gd name="connsiteY22" fmla="*/ 746373 h 6858000"/>
              <a:gd name="connsiteX23" fmla="*/ 5453859 w 6007100"/>
              <a:gd name="connsiteY23" fmla="*/ 711842 h 6858000"/>
              <a:gd name="connsiteX24" fmla="*/ 5263477 w 6007100"/>
              <a:gd name="connsiteY24" fmla="*/ 711842 h 6858000"/>
              <a:gd name="connsiteX25" fmla="*/ 5185606 w 6007100"/>
              <a:gd name="connsiteY25" fmla="*/ 711626 h 6858000"/>
              <a:gd name="connsiteX26" fmla="*/ 5185606 w 6007100"/>
              <a:gd name="connsiteY26" fmla="*/ 850075 h 6858000"/>
              <a:gd name="connsiteX27" fmla="*/ 5237538 w 6007100"/>
              <a:gd name="connsiteY27" fmla="*/ 850075 h 6858000"/>
              <a:gd name="connsiteX28" fmla="*/ 5237538 w 6007100"/>
              <a:gd name="connsiteY28" fmla="*/ 711842 h 6858000"/>
              <a:gd name="connsiteX29" fmla="*/ 4398411 w 6007100"/>
              <a:gd name="connsiteY29" fmla="*/ 677094 h 6858000"/>
              <a:gd name="connsiteX30" fmla="*/ 4398411 w 6007100"/>
              <a:gd name="connsiteY30" fmla="*/ 746373 h 6858000"/>
              <a:gd name="connsiteX31" fmla="*/ 4372201 w 6007100"/>
              <a:gd name="connsiteY31" fmla="*/ 746373 h 6858000"/>
              <a:gd name="connsiteX32" fmla="*/ 5185606 w 6007100"/>
              <a:gd name="connsiteY32" fmla="*/ 642617 h 6858000"/>
              <a:gd name="connsiteX33" fmla="*/ 5185606 w 6007100"/>
              <a:gd name="connsiteY33" fmla="*/ 677094 h 6858000"/>
              <a:gd name="connsiteX34" fmla="*/ 5237538 w 6007100"/>
              <a:gd name="connsiteY34" fmla="*/ 677094 h 6858000"/>
              <a:gd name="connsiteX35" fmla="*/ 5237538 w 6007100"/>
              <a:gd name="connsiteY35" fmla="*/ 642617 h 6858000"/>
              <a:gd name="connsiteX36" fmla="*/ 4614461 w 6007100"/>
              <a:gd name="connsiteY36" fmla="*/ 642617 h 6858000"/>
              <a:gd name="connsiteX37" fmla="*/ 4614461 w 6007100"/>
              <a:gd name="connsiteY37" fmla="*/ 850075 h 6858000"/>
              <a:gd name="connsiteX38" fmla="*/ 4666339 w 6007100"/>
              <a:gd name="connsiteY38" fmla="*/ 850075 h 6858000"/>
              <a:gd name="connsiteX39" fmla="*/ 4666339 w 6007100"/>
              <a:gd name="connsiteY39" fmla="*/ 746373 h 6858000"/>
              <a:gd name="connsiteX40" fmla="*/ 4701141 w 6007100"/>
              <a:gd name="connsiteY40" fmla="*/ 746373 h 6858000"/>
              <a:gd name="connsiteX41" fmla="*/ 4701141 w 6007100"/>
              <a:gd name="connsiteY41" fmla="*/ 815598 h 6858000"/>
              <a:gd name="connsiteX42" fmla="*/ 4718487 w 6007100"/>
              <a:gd name="connsiteY42" fmla="*/ 850075 h 6858000"/>
              <a:gd name="connsiteX43" fmla="*/ 4839644 w 6007100"/>
              <a:gd name="connsiteY43" fmla="*/ 850075 h 6858000"/>
              <a:gd name="connsiteX44" fmla="*/ 4839644 w 6007100"/>
              <a:gd name="connsiteY44" fmla="*/ 746373 h 6858000"/>
              <a:gd name="connsiteX45" fmla="*/ 4865583 w 6007100"/>
              <a:gd name="connsiteY45" fmla="*/ 746373 h 6858000"/>
              <a:gd name="connsiteX46" fmla="*/ 4865583 w 6007100"/>
              <a:gd name="connsiteY46" fmla="*/ 850075 h 6858000"/>
              <a:gd name="connsiteX47" fmla="*/ 4917407 w 6007100"/>
              <a:gd name="connsiteY47" fmla="*/ 850075 h 6858000"/>
              <a:gd name="connsiteX48" fmla="*/ 4917407 w 6007100"/>
              <a:gd name="connsiteY48" fmla="*/ 746373 h 6858000"/>
              <a:gd name="connsiteX49" fmla="*/ 4943401 w 6007100"/>
              <a:gd name="connsiteY49" fmla="*/ 746373 h 6858000"/>
              <a:gd name="connsiteX50" fmla="*/ 4943401 w 6007100"/>
              <a:gd name="connsiteY50" fmla="*/ 850075 h 6858000"/>
              <a:gd name="connsiteX51" fmla="*/ 4995279 w 6007100"/>
              <a:gd name="connsiteY51" fmla="*/ 850075 h 6858000"/>
              <a:gd name="connsiteX52" fmla="*/ 4995279 w 6007100"/>
              <a:gd name="connsiteY52" fmla="*/ 746373 h 6858000"/>
              <a:gd name="connsiteX53" fmla="*/ 5021164 w 6007100"/>
              <a:gd name="connsiteY53" fmla="*/ 746373 h 6858000"/>
              <a:gd name="connsiteX54" fmla="*/ 5021164 w 6007100"/>
              <a:gd name="connsiteY54" fmla="*/ 815598 h 6858000"/>
              <a:gd name="connsiteX55" fmla="*/ 5038564 w 6007100"/>
              <a:gd name="connsiteY55" fmla="*/ 850075 h 6858000"/>
              <a:gd name="connsiteX56" fmla="*/ 5159667 w 6007100"/>
              <a:gd name="connsiteY56" fmla="*/ 850075 h 6858000"/>
              <a:gd name="connsiteX57" fmla="*/ 5159667 w 6007100"/>
              <a:gd name="connsiteY57" fmla="*/ 711842 h 6858000"/>
              <a:gd name="connsiteX58" fmla="*/ 5038564 w 6007100"/>
              <a:gd name="connsiteY58" fmla="*/ 711842 h 6858000"/>
              <a:gd name="connsiteX59" fmla="*/ 5021218 w 6007100"/>
              <a:gd name="connsiteY59" fmla="*/ 746266 h 6858000"/>
              <a:gd name="connsiteX60" fmla="*/ 5021218 w 6007100"/>
              <a:gd name="connsiteY60" fmla="*/ 711842 h 6858000"/>
              <a:gd name="connsiteX61" fmla="*/ 4995279 w 6007100"/>
              <a:gd name="connsiteY61" fmla="*/ 711842 h 6858000"/>
              <a:gd name="connsiteX62" fmla="*/ 4995279 w 6007100"/>
              <a:gd name="connsiteY62" fmla="*/ 677094 h 6858000"/>
              <a:gd name="connsiteX63" fmla="*/ 4943401 w 6007100"/>
              <a:gd name="connsiteY63" fmla="*/ 677094 h 6858000"/>
              <a:gd name="connsiteX64" fmla="*/ 4943401 w 6007100"/>
              <a:gd name="connsiteY64" fmla="*/ 711842 h 6858000"/>
              <a:gd name="connsiteX65" fmla="*/ 4917407 w 6007100"/>
              <a:gd name="connsiteY65" fmla="*/ 711842 h 6858000"/>
              <a:gd name="connsiteX66" fmla="*/ 4917407 w 6007100"/>
              <a:gd name="connsiteY66" fmla="*/ 677094 h 6858000"/>
              <a:gd name="connsiteX67" fmla="*/ 4865583 w 6007100"/>
              <a:gd name="connsiteY67" fmla="*/ 677094 h 6858000"/>
              <a:gd name="connsiteX68" fmla="*/ 4865583 w 6007100"/>
              <a:gd name="connsiteY68" fmla="*/ 711842 h 6858000"/>
              <a:gd name="connsiteX69" fmla="*/ 4787496 w 6007100"/>
              <a:gd name="connsiteY69" fmla="*/ 711842 h 6858000"/>
              <a:gd name="connsiteX70" fmla="*/ 4787496 w 6007100"/>
              <a:gd name="connsiteY70" fmla="*/ 815544 h 6858000"/>
              <a:gd name="connsiteX71" fmla="*/ 4753019 w 6007100"/>
              <a:gd name="connsiteY71" fmla="*/ 815544 h 6858000"/>
              <a:gd name="connsiteX72" fmla="*/ 4753019 w 6007100"/>
              <a:gd name="connsiteY72" fmla="*/ 711842 h 6858000"/>
              <a:gd name="connsiteX73" fmla="*/ 4666393 w 6007100"/>
              <a:gd name="connsiteY73" fmla="*/ 711842 h 6858000"/>
              <a:gd name="connsiteX74" fmla="*/ 4666393 w 6007100"/>
              <a:gd name="connsiteY74" fmla="*/ 677094 h 6858000"/>
              <a:gd name="connsiteX75" fmla="*/ 4753019 w 6007100"/>
              <a:gd name="connsiteY75" fmla="*/ 677094 h 6858000"/>
              <a:gd name="connsiteX76" fmla="*/ 4753019 w 6007100"/>
              <a:gd name="connsiteY76" fmla="*/ 642617 h 6858000"/>
              <a:gd name="connsiteX77" fmla="*/ 4614515 w 6007100"/>
              <a:gd name="connsiteY77" fmla="*/ 642617 h 6858000"/>
              <a:gd name="connsiteX78" fmla="*/ 4476174 w 6007100"/>
              <a:gd name="connsiteY78" fmla="*/ 642617 h 6858000"/>
              <a:gd name="connsiteX79" fmla="*/ 4476174 w 6007100"/>
              <a:gd name="connsiteY79" fmla="*/ 850075 h 6858000"/>
              <a:gd name="connsiteX80" fmla="*/ 4528052 w 6007100"/>
              <a:gd name="connsiteY80" fmla="*/ 850075 h 6858000"/>
              <a:gd name="connsiteX81" fmla="*/ 4528052 w 6007100"/>
              <a:gd name="connsiteY81" fmla="*/ 642617 h 6858000"/>
              <a:gd name="connsiteX82" fmla="*/ 4355071 w 6007100"/>
              <a:gd name="connsiteY82" fmla="*/ 642617 h 6858000"/>
              <a:gd name="connsiteX83" fmla="*/ 4285846 w 6007100"/>
              <a:gd name="connsiteY83" fmla="*/ 850075 h 6858000"/>
              <a:gd name="connsiteX84" fmla="*/ 4337724 w 6007100"/>
              <a:gd name="connsiteY84" fmla="*/ 850075 h 6858000"/>
              <a:gd name="connsiteX85" fmla="*/ 4363663 w 6007100"/>
              <a:gd name="connsiteY85" fmla="*/ 781067 h 6858000"/>
              <a:gd name="connsiteX86" fmla="*/ 4398411 w 6007100"/>
              <a:gd name="connsiteY86" fmla="*/ 781067 h 6858000"/>
              <a:gd name="connsiteX87" fmla="*/ 4398411 w 6007100"/>
              <a:gd name="connsiteY87" fmla="*/ 850075 h 6858000"/>
              <a:gd name="connsiteX88" fmla="*/ 4450289 w 6007100"/>
              <a:gd name="connsiteY88" fmla="*/ 850075 h 6858000"/>
              <a:gd name="connsiteX89" fmla="*/ 4450289 w 6007100"/>
              <a:gd name="connsiteY89" fmla="*/ 642617 h 6858000"/>
              <a:gd name="connsiteX90" fmla="*/ 3974470 w 6007100"/>
              <a:gd name="connsiteY90" fmla="*/ 642563 h 6858000"/>
              <a:gd name="connsiteX91" fmla="*/ 4026078 w 6007100"/>
              <a:gd name="connsiteY91" fmla="*/ 694225 h 6858000"/>
              <a:gd name="connsiteX92" fmla="*/ 3974470 w 6007100"/>
              <a:gd name="connsiteY92" fmla="*/ 745995 h 6858000"/>
              <a:gd name="connsiteX93" fmla="*/ 3922863 w 6007100"/>
              <a:gd name="connsiteY93" fmla="*/ 694225 h 6858000"/>
              <a:gd name="connsiteX94" fmla="*/ 3974470 w 6007100"/>
              <a:gd name="connsiteY94" fmla="*/ 538699 h 6858000"/>
              <a:gd name="connsiteX95" fmla="*/ 3766688 w 6007100"/>
              <a:gd name="connsiteY95" fmla="*/ 746049 h 6858000"/>
              <a:gd name="connsiteX96" fmla="*/ 3818674 w 6007100"/>
              <a:gd name="connsiteY96" fmla="*/ 797927 h 6858000"/>
              <a:gd name="connsiteX97" fmla="*/ 3870822 w 6007100"/>
              <a:gd name="connsiteY97" fmla="*/ 746211 h 6858000"/>
              <a:gd name="connsiteX98" fmla="*/ 3922592 w 6007100"/>
              <a:gd name="connsiteY98" fmla="*/ 798198 h 6858000"/>
              <a:gd name="connsiteX99" fmla="*/ 3870498 w 6007100"/>
              <a:gd name="connsiteY99" fmla="*/ 850292 h 6858000"/>
              <a:gd name="connsiteX100" fmla="*/ 3922592 w 6007100"/>
              <a:gd name="connsiteY100" fmla="*/ 901846 h 6858000"/>
              <a:gd name="connsiteX101" fmla="*/ 3973498 w 6007100"/>
              <a:gd name="connsiteY101" fmla="*/ 850130 h 6858000"/>
              <a:gd name="connsiteX102" fmla="*/ 4026511 w 6007100"/>
              <a:gd name="connsiteY102" fmla="*/ 901846 h 6858000"/>
              <a:gd name="connsiteX103" fmla="*/ 4078173 w 6007100"/>
              <a:gd name="connsiteY103" fmla="*/ 850130 h 6858000"/>
              <a:gd name="connsiteX104" fmla="*/ 4026511 w 6007100"/>
              <a:gd name="connsiteY104" fmla="*/ 798468 h 6858000"/>
              <a:gd name="connsiteX105" fmla="*/ 4078713 w 6007100"/>
              <a:gd name="connsiteY105" fmla="*/ 746211 h 6858000"/>
              <a:gd name="connsiteX106" fmla="*/ 4130321 w 6007100"/>
              <a:gd name="connsiteY106" fmla="*/ 797927 h 6858000"/>
              <a:gd name="connsiteX107" fmla="*/ 4182037 w 6007100"/>
              <a:gd name="connsiteY107" fmla="*/ 746211 h 6858000"/>
              <a:gd name="connsiteX108" fmla="*/ 0 w 6007100"/>
              <a:gd name="connsiteY108" fmla="*/ 0 h 6858000"/>
              <a:gd name="connsiteX109" fmla="*/ 6007100 w 6007100"/>
              <a:gd name="connsiteY109" fmla="*/ 0 h 6858000"/>
              <a:gd name="connsiteX110" fmla="*/ 6007100 w 6007100"/>
              <a:gd name="connsiteY110" fmla="*/ 6858000 h 6858000"/>
              <a:gd name="connsiteX111" fmla="*/ 0 w 60071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007100" h="6858000">
                <a:moveTo>
                  <a:pt x="5073042" y="746373"/>
                </a:moveTo>
                <a:lnTo>
                  <a:pt x="5107789" y="746373"/>
                </a:lnTo>
                <a:lnTo>
                  <a:pt x="5107789" y="815598"/>
                </a:lnTo>
                <a:lnTo>
                  <a:pt x="5073042" y="815598"/>
                </a:lnTo>
                <a:close/>
                <a:moveTo>
                  <a:pt x="5021218" y="746266"/>
                </a:moveTo>
                <a:lnTo>
                  <a:pt x="5021218" y="746373"/>
                </a:lnTo>
                <a:lnTo>
                  <a:pt x="5021164" y="746373"/>
                </a:lnTo>
                <a:close/>
                <a:moveTo>
                  <a:pt x="4545452" y="746103"/>
                </a:moveTo>
                <a:lnTo>
                  <a:pt x="4545452" y="780851"/>
                </a:lnTo>
                <a:lnTo>
                  <a:pt x="4597385" y="780851"/>
                </a:lnTo>
                <a:lnTo>
                  <a:pt x="4597385" y="746103"/>
                </a:lnTo>
                <a:close/>
                <a:moveTo>
                  <a:pt x="5263423" y="711842"/>
                </a:moveTo>
                <a:lnTo>
                  <a:pt x="5263423" y="850075"/>
                </a:lnTo>
                <a:lnTo>
                  <a:pt x="5315301" y="850075"/>
                </a:lnTo>
                <a:lnTo>
                  <a:pt x="5315301" y="746373"/>
                </a:lnTo>
                <a:lnTo>
                  <a:pt x="5341240" y="746373"/>
                </a:lnTo>
                <a:lnTo>
                  <a:pt x="5341240" y="850075"/>
                </a:lnTo>
                <a:lnTo>
                  <a:pt x="5393119" y="850075"/>
                </a:lnTo>
                <a:lnTo>
                  <a:pt x="5393119" y="746373"/>
                </a:lnTo>
                <a:lnTo>
                  <a:pt x="5419112" y="746373"/>
                </a:lnTo>
                <a:lnTo>
                  <a:pt x="5419112" y="850075"/>
                </a:lnTo>
                <a:lnTo>
                  <a:pt x="5470990" y="850075"/>
                </a:lnTo>
                <a:lnTo>
                  <a:pt x="5470990" y="746373"/>
                </a:lnTo>
                <a:lnTo>
                  <a:pt x="5453859" y="711842"/>
                </a:lnTo>
                <a:lnTo>
                  <a:pt x="5263477" y="711842"/>
                </a:lnTo>
                <a:close/>
                <a:moveTo>
                  <a:pt x="5185606" y="711626"/>
                </a:moveTo>
                <a:lnTo>
                  <a:pt x="5185606" y="850075"/>
                </a:lnTo>
                <a:lnTo>
                  <a:pt x="5237538" y="850075"/>
                </a:lnTo>
                <a:lnTo>
                  <a:pt x="5237538" y="711842"/>
                </a:lnTo>
                <a:close/>
                <a:moveTo>
                  <a:pt x="4398411" y="677094"/>
                </a:moveTo>
                <a:lnTo>
                  <a:pt x="4398411" y="746373"/>
                </a:lnTo>
                <a:lnTo>
                  <a:pt x="4372201" y="746373"/>
                </a:lnTo>
                <a:close/>
                <a:moveTo>
                  <a:pt x="5185606" y="642617"/>
                </a:moveTo>
                <a:lnTo>
                  <a:pt x="5185606" y="677094"/>
                </a:lnTo>
                <a:lnTo>
                  <a:pt x="5237538" y="677094"/>
                </a:lnTo>
                <a:lnTo>
                  <a:pt x="5237538" y="642617"/>
                </a:lnTo>
                <a:close/>
                <a:moveTo>
                  <a:pt x="4614461" y="642617"/>
                </a:moveTo>
                <a:lnTo>
                  <a:pt x="4614461" y="850075"/>
                </a:lnTo>
                <a:lnTo>
                  <a:pt x="4666339" y="850075"/>
                </a:lnTo>
                <a:lnTo>
                  <a:pt x="4666339" y="746373"/>
                </a:lnTo>
                <a:lnTo>
                  <a:pt x="4701141" y="746373"/>
                </a:lnTo>
                <a:lnTo>
                  <a:pt x="4701141" y="815598"/>
                </a:lnTo>
                <a:lnTo>
                  <a:pt x="4718487" y="850075"/>
                </a:lnTo>
                <a:lnTo>
                  <a:pt x="4839644" y="850075"/>
                </a:lnTo>
                <a:lnTo>
                  <a:pt x="4839644" y="746373"/>
                </a:lnTo>
                <a:lnTo>
                  <a:pt x="4865583" y="746373"/>
                </a:lnTo>
                <a:lnTo>
                  <a:pt x="4865583" y="850075"/>
                </a:lnTo>
                <a:lnTo>
                  <a:pt x="4917407" y="850075"/>
                </a:lnTo>
                <a:lnTo>
                  <a:pt x="4917407" y="746373"/>
                </a:lnTo>
                <a:lnTo>
                  <a:pt x="4943401" y="746373"/>
                </a:lnTo>
                <a:lnTo>
                  <a:pt x="4943401" y="850075"/>
                </a:lnTo>
                <a:lnTo>
                  <a:pt x="4995279" y="850075"/>
                </a:lnTo>
                <a:lnTo>
                  <a:pt x="4995279" y="746373"/>
                </a:lnTo>
                <a:lnTo>
                  <a:pt x="5021164" y="746373"/>
                </a:lnTo>
                <a:lnTo>
                  <a:pt x="5021164" y="815598"/>
                </a:lnTo>
                <a:lnTo>
                  <a:pt x="5038564" y="850075"/>
                </a:lnTo>
                <a:lnTo>
                  <a:pt x="5159667" y="850075"/>
                </a:lnTo>
                <a:lnTo>
                  <a:pt x="5159667" y="711842"/>
                </a:lnTo>
                <a:lnTo>
                  <a:pt x="5038564" y="711842"/>
                </a:lnTo>
                <a:lnTo>
                  <a:pt x="5021218" y="746266"/>
                </a:lnTo>
                <a:lnTo>
                  <a:pt x="5021218" y="711842"/>
                </a:lnTo>
                <a:lnTo>
                  <a:pt x="4995279" y="711842"/>
                </a:lnTo>
                <a:lnTo>
                  <a:pt x="4995279" y="677094"/>
                </a:lnTo>
                <a:lnTo>
                  <a:pt x="4943401" y="677094"/>
                </a:lnTo>
                <a:lnTo>
                  <a:pt x="4943401" y="711842"/>
                </a:lnTo>
                <a:lnTo>
                  <a:pt x="4917407" y="711842"/>
                </a:lnTo>
                <a:lnTo>
                  <a:pt x="4917407" y="677094"/>
                </a:lnTo>
                <a:lnTo>
                  <a:pt x="4865583" y="677094"/>
                </a:lnTo>
                <a:lnTo>
                  <a:pt x="4865583" y="711842"/>
                </a:lnTo>
                <a:lnTo>
                  <a:pt x="4787496" y="711842"/>
                </a:lnTo>
                <a:lnTo>
                  <a:pt x="4787496" y="815544"/>
                </a:lnTo>
                <a:lnTo>
                  <a:pt x="4753019" y="815544"/>
                </a:lnTo>
                <a:lnTo>
                  <a:pt x="4753019" y="711842"/>
                </a:lnTo>
                <a:lnTo>
                  <a:pt x="4666393" y="711842"/>
                </a:lnTo>
                <a:lnTo>
                  <a:pt x="4666393" y="677094"/>
                </a:lnTo>
                <a:lnTo>
                  <a:pt x="4753019" y="677094"/>
                </a:lnTo>
                <a:lnTo>
                  <a:pt x="4753019" y="642617"/>
                </a:lnTo>
                <a:lnTo>
                  <a:pt x="4614515" y="642617"/>
                </a:lnTo>
                <a:close/>
                <a:moveTo>
                  <a:pt x="4476174" y="642617"/>
                </a:moveTo>
                <a:lnTo>
                  <a:pt x="4476174" y="850075"/>
                </a:lnTo>
                <a:lnTo>
                  <a:pt x="4528052" y="850075"/>
                </a:lnTo>
                <a:lnTo>
                  <a:pt x="4528052" y="642617"/>
                </a:lnTo>
                <a:close/>
                <a:moveTo>
                  <a:pt x="4355071" y="642617"/>
                </a:moveTo>
                <a:lnTo>
                  <a:pt x="4285846" y="850075"/>
                </a:lnTo>
                <a:lnTo>
                  <a:pt x="4337724" y="850075"/>
                </a:lnTo>
                <a:lnTo>
                  <a:pt x="4363663" y="781067"/>
                </a:lnTo>
                <a:lnTo>
                  <a:pt x="4398411" y="781067"/>
                </a:lnTo>
                <a:lnTo>
                  <a:pt x="4398411" y="850075"/>
                </a:lnTo>
                <a:lnTo>
                  <a:pt x="4450289" y="850075"/>
                </a:lnTo>
                <a:lnTo>
                  <a:pt x="4450289" y="642617"/>
                </a:lnTo>
                <a:close/>
                <a:moveTo>
                  <a:pt x="3974470" y="642563"/>
                </a:moveTo>
                <a:lnTo>
                  <a:pt x="4026078" y="694225"/>
                </a:lnTo>
                <a:lnTo>
                  <a:pt x="3974470" y="745995"/>
                </a:lnTo>
                <a:lnTo>
                  <a:pt x="3922863" y="694225"/>
                </a:lnTo>
                <a:close/>
                <a:moveTo>
                  <a:pt x="3974470" y="538699"/>
                </a:moveTo>
                <a:lnTo>
                  <a:pt x="3766688" y="746049"/>
                </a:lnTo>
                <a:lnTo>
                  <a:pt x="3818674" y="797927"/>
                </a:lnTo>
                <a:lnTo>
                  <a:pt x="3870822" y="746211"/>
                </a:lnTo>
                <a:lnTo>
                  <a:pt x="3922592" y="798198"/>
                </a:lnTo>
                <a:lnTo>
                  <a:pt x="3870498" y="850292"/>
                </a:lnTo>
                <a:lnTo>
                  <a:pt x="3922592" y="901846"/>
                </a:lnTo>
                <a:lnTo>
                  <a:pt x="3973498" y="850130"/>
                </a:lnTo>
                <a:lnTo>
                  <a:pt x="4026511" y="901846"/>
                </a:lnTo>
                <a:lnTo>
                  <a:pt x="4078173" y="850130"/>
                </a:lnTo>
                <a:lnTo>
                  <a:pt x="4026511" y="798468"/>
                </a:lnTo>
                <a:lnTo>
                  <a:pt x="4078713" y="746211"/>
                </a:lnTo>
                <a:lnTo>
                  <a:pt x="4130321" y="797927"/>
                </a:lnTo>
                <a:lnTo>
                  <a:pt x="4182037" y="746211"/>
                </a:lnTo>
                <a:close/>
                <a:moveTo>
                  <a:pt x="0" y="0"/>
                </a:moveTo>
                <a:lnTo>
                  <a:pt x="6007100" y="0"/>
                </a:lnTo>
                <a:lnTo>
                  <a:pt x="600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5465999" cy="3877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FB73EE-647D-4D31-B462-BDDFF741E3E7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465688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15911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>
          <p15:clr>
            <a:srgbClr val="FBAE40"/>
          </p15:clr>
        </p15:guide>
        <p15:guide id="2" pos="3896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Content image_dark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2E22475-5AA0-F2C0-0102-83ECDF348C1B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DF0A99-91B5-7C8B-95D4-7A1C654B58C5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B7952A-89C0-D564-994E-FA9124E6506C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E37481-81B7-DAE5-9279-A2E3EA447B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900" y="0"/>
            <a:ext cx="6007100" cy="6858000"/>
          </a:xfrm>
          <a:custGeom>
            <a:avLst/>
            <a:gdLst>
              <a:gd name="connsiteX0" fmla="*/ 5073042 w 6007100"/>
              <a:gd name="connsiteY0" fmla="*/ 746373 h 6858000"/>
              <a:gd name="connsiteX1" fmla="*/ 5107789 w 6007100"/>
              <a:gd name="connsiteY1" fmla="*/ 746373 h 6858000"/>
              <a:gd name="connsiteX2" fmla="*/ 5107789 w 6007100"/>
              <a:gd name="connsiteY2" fmla="*/ 815598 h 6858000"/>
              <a:gd name="connsiteX3" fmla="*/ 5073042 w 6007100"/>
              <a:gd name="connsiteY3" fmla="*/ 815598 h 6858000"/>
              <a:gd name="connsiteX4" fmla="*/ 5021218 w 6007100"/>
              <a:gd name="connsiteY4" fmla="*/ 746266 h 6858000"/>
              <a:gd name="connsiteX5" fmla="*/ 5021218 w 6007100"/>
              <a:gd name="connsiteY5" fmla="*/ 746373 h 6858000"/>
              <a:gd name="connsiteX6" fmla="*/ 5021164 w 6007100"/>
              <a:gd name="connsiteY6" fmla="*/ 746373 h 6858000"/>
              <a:gd name="connsiteX7" fmla="*/ 4545452 w 6007100"/>
              <a:gd name="connsiteY7" fmla="*/ 746103 h 6858000"/>
              <a:gd name="connsiteX8" fmla="*/ 4545452 w 6007100"/>
              <a:gd name="connsiteY8" fmla="*/ 780851 h 6858000"/>
              <a:gd name="connsiteX9" fmla="*/ 4597385 w 6007100"/>
              <a:gd name="connsiteY9" fmla="*/ 780851 h 6858000"/>
              <a:gd name="connsiteX10" fmla="*/ 4597385 w 6007100"/>
              <a:gd name="connsiteY10" fmla="*/ 746103 h 6858000"/>
              <a:gd name="connsiteX11" fmla="*/ 5263423 w 6007100"/>
              <a:gd name="connsiteY11" fmla="*/ 711842 h 6858000"/>
              <a:gd name="connsiteX12" fmla="*/ 5263423 w 6007100"/>
              <a:gd name="connsiteY12" fmla="*/ 850075 h 6858000"/>
              <a:gd name="connsiteX13" fmla="*/ 5315301 w 6007100"/>
              <a:gd name="connsiteY13" fmla="*/ 850075 h 6858000"/>
              <a:gd name="connsiteX14" fmla="*/ 5315301 w 6007100"/>
              <a:gd name="connsiteY14" fmla="*/ 746373 h 6858000"/>
              <a:gd name="connsiteX15" fmla="*/ 5341240 w 6007100"/>
              <a:gd name="connsiteY15" fmla="*/ 746373 h 6858000"/>
              <a:gd name="connsiteX16" fmla="*/ 5341240 w 6007100"/>
              <a:gd name="connsiteY16" fmla="*/ 850075 h 6858000"/>
              <a:gd name="connsiteX17" fmla="*/ 5393119 w 6007100"/>
              <a:gd name="connsiteY17" fmla="*/ 850075 h 6858000"/>
              <a:gd name="connsiteX18" fmla="*/ 5393119 w 6007100"/>
              <a:gd name="connsiteY18" fmla="*/ 746373 h 6858000"/>
              <a:gd name="connsiteX19" fmla="*/ 5419112 w 6007100"/>
              <a:gd name="connsiteY19" fmla="*/ 746373 h 6858000"/>
              <a:gd name="connsiteX20" fmla="*/ 5419112 w 6007100"/>
              <a:gd name="connsiteY20" fmla="*/ 850075 h 6858000"/>
              <a:gd name="connsiteX21" fmla="*/ 5470990 w 6007100"/>
              <a:gd name="connsiteY21" fmla="*/ 850075 h 6858000"/>
              <a:gd name="connsiteX22" fmla="*/ 5470990 w 6007100"/>
              <a:gd name="connsiteY22" fmla="*/ 746373 h 6858000"/>
              <a:gd name="connsiteX23" fmla="*/ 5453859 w 6007100"/>
              <a:gd name="connsiteY23" fmla="*/ 711842 h 6858000"/>
              <a:gd name="connsiteX24" fmla="*/ 5263477 w 6007100"/>
              <a:gd name="connsiteY24" fmla="*/ 711842 h 6858000"/>
              <a:gd name="connsiteX25" fmla="*/ 5185606 w 6007100"/>
              <a:gd name="connsiteY25" fmla="*/ 711626 h 6858000"/>
              <a:gd name="connsiteX26" fmla="*/ 5185606 w 6007100"/>
              <a:gd name="connsiteY26" fmla="*/ 850075 h 6858000"/>
              <a:gd name="connsiteX27" fmla="*/ 5237538 w 6007100"/>
              <a:gd name="connsiteY27" fmla="*/ 850075 h 6858000"/>
              <a:gd name="connsiteX28" fmla="*/ 5237538 w 6007100"/>
              <a:gd name="connsiteY28" fmla="*/ 711842 h 6858000"/>
              <a:gd name="connsiteX29" fmla="*/ 4398411 w 6007100"/>
              <a:gd name="connsiteY29" fmla="*/ 677094 h 6858000"/>
              <a:gd name="connsiteX30" fmla="*/ 4398411 w 6007100"/>
              <a:gd name="connsiteY30" fmla="*/ 746373 h 6858000"/>
              <a:gd name="connsiteX31" fmla="*/ 4372201 w 6007100"/>
              <a:gd name="connsiteY31" fmla="*/ 746373 h 6858000"/>
              <a:gd name="connsiteX32" fmla="*/ 5185606 w 6007100"/>
              <a:gd name="connsiteY32" fmla="*/ 642617 h 6858000"/>
              <a:gd name="connsiteX33" fmla="*/ 5185606 w 6007100"/>
              <a:gd name="connsiteY33" fmla="*/ 677094 h 6858000"/>
              <a:gd name="connsiteX34" fmla="*/ 5237538 w 6007100"/>
              <a:gd name="connsiteY34" fmla="*/ 677094 h 6858000"/>
              <a:gd name="connsiteX35" fmla="*/ 5237538 w 6007100"/>
              <a:gd name="connsiteY35" fmla="*/ 642617 h 6858000"/>
              <a:gd name="connsiteX36" fmla="*/ 4614461 w 6007100"/>
              <a:gd name="connsiteY36" fmla="*/ 642617 h 6858000"/>
              <a:gd name="connsiteX37" fmla="*/ 4614461 w 6007100"/>
              <a:gd name="connsiteY37" fmla="*/ 850075 h 6858000"/>
              <a:gd name="connsiteX38" fmla="*/ 4666339 w 6007100"/>
              <a:gd name="connsiteY38" fmla="*/ 850075 h 6858000"/>
              <a:gd name="connsiteX39" fmla="*/ 4666339 w 6007100"/>
              <a:gd name="connsiteY39" fmla="*/ 746373 h 6858000"/>
              <a:gd name="connsiteX40" fmla="*/ 4701141 w 6007100"/>
              <a:gd name="connsiteY40" fmla="*/ 746373 h 6858000"/>
              <a:gd name="connsiteX41" fmla="*/ 4701141 w 6007100"/>
              <a:gd name="connsiteY41" fmla="*/ 815598 h 6858000"/>
              <a:gd name="connsiteX42" fmla="*/ 4718487 w 6007100"/>
              <a:gd name="connsiteY42" fmla="*/ 850075 h 6858000"/>
              <a:gd name="connsiteX43" fmla="*/ 4839644 w 6007100"/>
              <a:gd name="connsiteY43" fmla="*/ 850075 h 6858000"/>
              <a:gd name="connsiteX44" fmla="*/ 4839644 w 6007100"/>
              <a:gd name="connsiteY44" fmla="*/ 746373 h 6858000"/>
              <a:gd name="connsiteX45" fmla="*/ 4865583 w 6007100"/>
              <a:gd name="connsiteY45" fmla="*/ 746373 h 6858000"/>
              <a:gd name="connsiteX46" fmla="*/ 4865583 w 6007100"/>
              <a:gd name="connsiteY46" fmla="*/ 850075 h 6858000"/>
              <a:gd name="connsiteX47" fmla="*/ 4917407 w 6007100"/>
              <a:gd name="connsiteY47" fmla="*/ 850075 h 6858000"/>
              <a:gd name="connsiteX48" fmla="*/ 4917407 w 6007100"/>
              <a:gd name="connsiteY48" fmla="*/ 746373 h 6858000"/>
              <a:gd name="connsiteX49" fmla="*/ 4943401 w 6007100"/>
              <a:gd name="connsiteY49" fmla="*/ 746373 h 6858000"/>
              <a:gd name="connsiteX50" fmla="*/ 4943401 w 6007100"/>
              <a:gd name="connsiteY50" fmla="*/ 850075 h 6858000"/>
              <a:gd name="connsiteX51" fmla="*/ 4995279 w 6007100"/>
              <a:gd name="connsiteY51" fmla="*/ 850075 h 6858000"/>
              <a:gd name="connsiteX52" fmla="*/ 4995279 w 6007100"/>
              <a:gd name="connsiteY52" fmla="*/ 746373 h 6858000"/>
              <a:gd name="connsiteX53" fmla="*/ 5021164 w 6007100"/>
              <a:gd name="connsiteY53" fmla="*/ 746373 h 6858000"/>
              <a:gd name="connsiteX54" fmla="*/ 5021164 w 6007100"/>
              <a:gd name="connsiteY54" fmla="*/ 815598 h 6858000"/>
              <a:gd name="connsiteX55" fmla="*/ 5038564 w 6007100"/>
              <a:gd name="connsiteY55" fmla="*/ 850075 h 6858000"/>
              <a:gd name="connsiteX56" fmla="*/ 5159667 w 6007100"/>
              <a:gd name="connsiteY56" fmla="*/ 850075 h 6858000"/>
              <a:gd name="connsiteX57" fmla="*/ 5159667 w 6007100"/>
              <a:gd name="connsiteY57" fmla="*/ 711842 h 6858000"/>
              <a:gd name="connsiteX58" fmla="*/ 5038564 w 6007100"/>
              <a:gd name="connsiteY58" fmla="*/ 711842 h 6858000"/>
              <a:gd name="connsiteX59" fmla="*/ 5021218 w 6007100"/>
              <a:gd name="connsiteY59" fmla="*/ 746266 h 6858000"/>
              <a:gd name="connsiteX60" fmla="*/ 5021218 w 6007100"/>
              <a:gd name="connsiteY60" fmla="*/ 711842 h 6858000"/>
              <a:gd name="connsiteX61" fmla="*/ 4995279 w 6007100"/>
              <a:gd name="connsiteY61" fmla="*/ 711842 h 6858000"/>
              <a:gd name="connsiteX62" fmla="*/ 4995279 w 6007100"/>
              <a:gd name="connsiteY62" fmla="*/ 677094 h 6858000"/>
              <a:gd name="connsiteX63" fmla="*/ 4943401 w 6007100"/>
              <a:gd name="connsiteY63" fmla="*/ 677094 h 6858000"/>
              <a:gd name="connsiteX64" fmla="*/ 4943401 w 6007100"/>
              <a:gd name="connsiteY64" fmla="*/ 711842 h 6858000"/>
              <a:gd name="connsiteX65" fmla="*/ 4917407 w 6007100"/>
              <a:gd name="connsiteY65" fmla="*/ 711842 h 6858000"/>
              <a:gd name="connsiteX66" fmla="*/ 4917407 w 6007100"/>
              <a:gd name="connsiteY66" fmla="*/ 677094 h 6858000"/>
              <a:gd name="connsiteX67" fmla="*/ 4865583 w 6007100"/>
              <a:gd name="connsiteY67" fmla="*/ 677094 h 6858000"/>
              <a:gd name="connsiteX68" fmla="*/ 4865583 w 6007100"/>
              <a:gd name="connsiteY68" fmla="*/ 711842 h 6858000"/>
              <a:gd name="connsiteX69" fmla="*/ 4787496 w 6007100"/>
              <a:gd name="connsiteY69" fmla="*/ 711842 h 6858000"/>
              <a:gd name="connsiteX70" fmla="*/ 4787496 w 6007100"/>
              <a:gd name="connsiteY70" fmla="*/ 815544 h 6858000"/>
              <a:gd name="connsiteX71" fmla="*/ 4753019 w 6007100"/>
              <a:gd name="connsiteY71" fmla="*/ 815544 h 6858000"/>
              <a:gd name="connsiteX72" fmla="*/ 4753019 w 6007100"/>
              <a:gd name="connsiteY72" fmla="*/ 711842 h 6858000"/>
              <a:gd name="connsiteX73" fmla="*/ 4666393 w 6007100"/>
              <a:gd name="connsiteY73" fmla="*/ 711842 h 6858000"/>
              <a:gd name="connsiteX74" fmla="*/ 4666393 w 6007100"/>
              <a:gd name="connsiteY74" fmla="*/ 677094 h 6858000"/>
              <a:gd name="connsiteX75" fmla="*/ 4753019 w 6007100"/>
              <a:gd name="connsiteY75" fmla="*/ 677094 h 6858000"/>
              <a:gd name="connsiteX76" fmla="*/ 4753019 w 6007100"/>
              <a:gd name="connsiteY76" fmla="*/ 642617 h 6858000"/>
              <a:gd name="connsiteX77" fmla="*/ 4614515 w 6007100"/>
              <a:gd name="connsiteY77" fmla="*/ 642617 h 6858000"/>
              <a:gd name="connsiteX78" fmla="*/ 4476174 w 6007100"/>
              <a:gd name="connsiteY78" fmla="*/ 642617 h 6858000"/>
              <a:gd name="connsiteX79" fmla="*/ 4476174 w 6007100"/>
              <a:gd name="connsiteY79" fmla="*/ 850075 h 6858000"/>
              <a:gd name="connsiteX80" fmla="*/ 4528052 w 6007100"/>
              <a:gd name="connsiteY80" fmla="*/ 850075 h 6858000"/>
              <a:gd name="connsiteX81" fmla="*/ 4528052 w 6007100"/>
              <a:gd name="connsiteY81" fmla="*/ 642617 h 6858000"/>
              <a:gd name="connsiteX82" fmla="*/ 4355071 w 6007100"/>
              <a:gd name="connsiteY82" fmla="*/ 642617 h 6858000"/>
              <a:gd name="connsiteX83" fmla="*/ 4285846 w 6007100"/>
              <a:gd name="connsiteY83" fmla="*/ 850075 h 6858000"/>
              <a:gd name="connsiteX84" fmla="*/ 4337724 w 6007100"/>
              <a:gd name="connsiteY84" fmla="*/ 850075 h 6858000"/>
              <a:gd name="connsiteX85" fmla="*/ 4363663 w 6007100"/>
              <a:gd name="connsiteY85" fmla="*/ 781067 h 6858000"/>
              <a:gd name="connsiteX86" fmla="*/ 4398411 w 6007100"/>
              <a:gd name="connsiteY86" fmla="*/ 781067 h 6858000"/>
              <a:gd name="connsiteX87" fmla="*/ 4398411 w 6007100"/>
              <a:gd name="connsiteY87" fmla="*/ 850075 h 6858000"/>
              <a:gd name="connsiteX88" fmla="*/ 4450289 w 6007100"/>
              <a:gd name="connsiteY88" fmla="*/ 850075 h 6858000"/>
              <a:gd name="connsiteX89" fmla="*/ 4450289 w 6007100"/>
              <a:gd name="connsiteY89" fmla="*/ 642617 h 6858000"/>
              <a:gd name="connsiteX90" fmla="*/ 3974470 w 6007100"/>
              <a:gd name="connsiteY90" fmla="*/ 642563 h 6858000"/>
              <a:gd name="connsiteX91" fmla="*/ 4026078 w 6007100"/>
              <a:gd name="connsiteY91" fmla="*/ 694225 h 6858000"/>
              <a:gd name="connsiteX92" fmla="*/ 3974470 w 6007100"/>
              <a:gd name="connsiteY92" fmla="*/ 745995 h 6858000"/>
              <a:gd name="connsiteX93" fmla="*/ 3922863 w 6007100"/>
              <a:gd name="connsiteY93" fmla="*/ 694225 h 6858000"/>
              <a:gd name="connsiteX94" fmla="*/ 3974470 w 6007100"/>
              <a:gd name="connsiteY94" fmla="*/ 538699 h 6858000"/>
              <a:gd name="connsiteX95" fmla="*/ 3766688 w 6007100"/>
              <a:gd name="connsiteY95" fmla="*/ 746049 h 6858000"/>
              <a:gd name="connsiteX96" fmla="*/ 3818674 w 6007100"/>
              <a:gd name="connsiteY96" fmla="*/ 797927 h 6858000"/>
              <a:gd name="connsiteX97" fmla="*/ 3870822 w 6007100"/>
              <a:gd name="connsiteY97" fmla="*/ 746211 h 6858000"/>
              <a:gd name="connsiteX98" fmla="*/ 3922592 w 6007100"/>
              <a:gd name="connsiteY98" fmla="*/ 798198 h 6858000"/>
              <a:gd name="connsiteX99" fmla="*/ 3870498 w 6007100"/>
              <a:gd name="connsiteY99" fmla="*/ 850292 h 6858000"/>
              <a:gd name="connsiteX100" fmla="*/ 3922592 w 6007100"/>
              <a:gd name="connsiteY100" fmla="*/ 901846 h 6858000"/>
              <a:gd name="connsiteX101" fmla="*/ 3973498 w 6007100"/>
              <a:gd name="connsiteY101" fmla="*/ 850130 h 6858000"/>
              <a:gd name="connsiteX102" fmla="*/ 4026511 w 6007100"/>
              <a:gd name="connsiteY102" fmla="*/ 901846 h 6858000"/>
              <a:gd name="connsiteX103" fmla="*/ 4078173 w 6007100"/>
              <a:gd name="connsiteY103" fmla="*/ 850130 h 6858000"/>
              <a:gd name="connsiteX104" fmla="*/ 4026511 w 6007100"/>
              <a:gd name="connsiteY104" fmla="*/ 798468 h 6858000"/>
              <a:gd name="connsiteX105" fmla="*/ 4078713 w 6007100"/>
              <a:gd name="connsiteY105" fmla="*/ 746211 h 6858000"/>
              <a:gd name="connsiteX106" fmla="*/ 4130321 w 6007100"/>
              <a:gd name="connsiteY106" fmla="*/ 797927 h 6858000"/>
              <a:gd name="connsiteX107" fmla="*/ 4182037 w 6007100"/>
              <a:gd name="connsiteY107" fmla="*/ 746211 h 6858000"/>
              <a:gd name="connsiteX108" fmla="*/ 0 w 6007100"/>
              <a:gd name="connsiteY108" fmla="*/ 0 h 6858000"/>
              <a:gd name="connsiteX109" fmla="*/ 6007100 w 6007100"/>
              <a:gd name="connsiteY109" fmla="*/ 0 h 6858000"/>
              <a:gd name="connsiteX110" fmla="*/ 6007100 w 6007100"/>
              <a:gd name="connsiteY110" fmla="*/ 6858000 h 6858000"/>
              <a:gd name="connsiteX111" fmla="*/ 0 w 60071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007100" h="6858000">
                <a:moveTo>
                  <a:pt x="5073042" y="746373"/>
                </a:moveTo>
                <a:lnTo>
                  <a:pt x="5107789" y="746373"/>
                </a:lnTo>
                <a:lnTo>
                  <a:pt x="5107789" y="815598"/>
                </a:lnTo>
                <a:lnTo>
                  <a:pt x="5073042" y="815598"/>
                </a:lnTo>
                <a:close/>
                <a:moveTo>
                  <a:pt x="5021218" y="746266"/>
                </a:moveTo>
                <a:lnTo>
                  <a:pt x="5021218" y="746373"/>
                </a:lnTo>
                <a:lnTo>
                  <a:pt x="5021164" y="746373"/>
                </a:lnTo>
                <a:close/>
                <a:moveTo>
                  <a:pt x="4545452" y="746103"/>
                </a:moveTo>
                <a:lnTo>
                  <a:pt x="4545452" y="780851"/>
                </a:lnTo>
                <a:lnTo>
                  <a:pt x="4597385" y="780851"/>
                </a:lnTo>
                <a:lnTo>
                  <a:pt x="4597385" y="746103"/>
                </a:lnTo>
                <a:close/>
                <a:moveTo>
                  <a:pt x="5263423" y="711842"/>
                </a:moveTo>
                <a:lnTo>
                  <a:pt x="5263423" y="850075"/>
                </a:lnTo>
                <a:lnTo>
                  <a:pt x="5315301" y="850075"/>
                </a:lnTo>
                <a:lnTo>
                  <a:pt x="5315301" y="746373"/>
                </a:lnTo>
                <a:lnTo>
                  <a:pt x="5341240" y="746373"/>
                </a:lnTo>
                <a:lnTo>
                  <a:pt x="5341240" y="850075"/>
                </a:lnTo>
                <a:lnTo>
                  <a:pt x="5393119" y="850075"/>
                </a:lnTo>
                <a:lnTo>
                  <a:pt x="5393119" y="746373"/>
                </a:lnTo>
                <a:lnTo>
                  <a:pt x="5419112" y="746373"/>
                </a:lnTo>
                <a:lnTo>
                  <a:pt x="5419112" y="850075"/>
                </a:lnTo>
                <a:lnTo>
                  <a:pt x="5470990" y="850075"/>
                </a:lnTo>
                <a:lnTo>
                  <a:pt x="5470990" y="746373"/>
                </a:lnTo>
                <a:lnTo>
                  <a:pt x="5453859" y="711842"/>
                </a:lnTo>
                <a:lnTo>
                  <a:pt x="5263477" y="711842"/>
                </a:lnTo>
                <a:close/>
                <a:moveTo>
                  <a:pt x="5185606" y="711626"/>
                </a:moveTo>
                <a:lnTo>
                  <a:pt x="5185606" y="850075"/>
                </a:lnTo>
                <a:lnTo>
                  <a:pt x="5237538" y="850075"/>
                </a:lnTo>
                <a:lnTo>
                  <a:pt x="5237538" y="711842"/>
                </a:lnTo>
                <a:close/>
                <a:moveTo>
                  <a:pt x="4398411" y="677094"/>
                </a:moveTo>
                <a:lnTo>
                  <a:pt x="4398411" y="746373"/>
                </a:lnTo>
                <a:lnTo>
                  <a:pt x="4372201" y="746373"/>
                </a:lnTo>
                <a:close/>
                <a:moveTo>
                  <a:pt x="5185606" y="642617"/>
                </a:moveTo>
                <a:lnTo>
                  <a:pt x="5185606" y="677094"/>
                </a:lnTo>
                <a:lnTo>
                  <a:pt x="5237538" y="677094"/>
                </a:lnTo>
                <a:lnTo>
                  <a:pt x="5237538" y="642617"/>
                </a:lnTo>
                <a:close/>
                <a:moveTo>
                  <a:pt x="4614461" y="642617"/>
                </a:moveTo>
                <a:lnTo>
                  <a:pt x="4614461" y="850075"/>
                </a:lnTo>
                <a:lnTo>
                  <a:pt x="4666339" y="850075"/>
                </a:lnTo>
                <a:lnTo>
                  <a:pt x="4666339" y="746373"/>
                </a:lnTo>
                <a:lnTo>
                  <a:pt x="4701141" y="746373"/>
                </a:lnTo>
                <a:lnTo>
                  <a:pt x="4701141" y="815598"/>
                </a:lnTo>
                <a:lnTo>
                  <a:pt x="4718487" y="850075"/>
                </a:lnTo>
                <a:lnTo>
                  <a:pt x="4839644" y="850075"/>
                </a:lnTo>
                <a:lnTo>
                  <a:pt x="4839644" y="746373"/>
                </a:lnTo>
                <a:lnTo>
                  <a:pt x="4865583" y="746373"/>
                </a:lnTo>
                <a:lnTo>
                  <a:pt x="4865583" y="850075"/>
                </a:lnTo>
                <a:lnTo>
                  <a:pt x="4917407" y="850075"/>
                </a:lnTo>
                <a:lnTo>
                  <a:pt x="4917407" y="746373"/>
                </a:lnTo>
                <a:lnTo>
                  <a:pt x="4943401" y="746373"/>
                </a:lnTo>
                <a:lnTo>
                  <a:pt x="4943401" y="850075"/>
                </a:lnTo>
                <a:lnTo>
                  <a:pt x="4995279" y="850075"/>
                </a:lnTo>
                <a:lnTo>
                  <a:pt x="4995279" y="746373"/>
                </a:lnTo>
                <a:lnTo>
                  <a:pt x="5021164" y="746373"/>
                </a:lnTo>
                <a:lnTo>
                  <a:pt x="5021164" y="815598"/>
                </a:lnTo>
                <a:lnTo>
                  <a:pt x="5038564" y="850075"/>
                </a:lnTo>
                <a:lnTo>
                  <a:pt x="5159667" y="850075"/>
                </a:lnTo>
                <a:lnTo>
                  <a:pt x="5159667" y="711842"/>
                </a:lnTo>
                <a:lnTo>
                  <a:pt x="5038564" y="711842"/>
                </a:lnTo>
                <a:lnTo>
                  <a:pt x="5021218" y="746266"/>
                </a:lnTo>
                <a:lnTo>
                  <a:pt x="5021218" y="711842"/>
                </a:lnTo>
                <a:lnTo>
                  <a:pt x="4995279" y="711842"/>
                </a:lnTo>
                <a:lnTo>
                  <a:pt x="4995279" y="677094"/>
                </a:lnTo>
                <a:lnTo>
                  <a:pt x="4943401" y="677094"/>
                </a:lnTo>
                <a:lnTo>
                  <a:pt x="4943401" y="711842"/>
                </a:lnTo>
                <a:lnTo>
                  <a:pt x="4917407" y="711842"/>
                </a:lnTo>
                <a:lnTo>
                  <a:pt x="4917407" y="677094"/>
                </a:lnTo>
                <a:lnTo>
                  <a:pt x="4865583" y="677094"/>
                </a:lnTo>
                <a:lnTo>
                  <a:pt x="4865583" y="711842"/>
                </a:lnTo>
                <a:lnTo>
                  <a:pt x="4787496" y="711842"/>
                </a:lnTo>
                <a:lnTo>
                  <a:pt x="4787496" y="815544"/>
                </a:lnTo>
                <a:lnTo>
                  <a:pt x="4753019" y="815544"/>
                </a:lnTo>
                <a:lnTo>
                  <a:pt x="4753019" y="711842"/>
                </a:lnTo>
                <a:lnTo>
                  <a:pt x="4666393" y="711842"/>
                </a:lnTo>
                <a:lnTo>
                  <a:pt x="4666393" y="677094"/>
                </a:lnTo>
                <a:lnTo>
                  <a:pt x="4753019" y="677094"/>
                </a:lnTo>
                <a:lnTo>
                  <a:pt x="4753019" y="642617"/>
                </a:lnTo>
                <a:lnTo>
                  <a:pt x="4614515" y="642617"/>
                </a:lnTo>
                <a:close/>
                <a:moveTo>
                  <a:pt x="4476174" y="642617"/>
                </a:moveTo>
                <a:lnTo>
                  <a:pt x="4476174" y="850075"/>
                </a:lnTo>
                <a:lnTo>
                  <a:pt x="4528052" y="850075"/>
                </a:lnTo>
                <a:lnTo>
                  <a:pt x="4528052" y="642617"/>
                </a:lnTo>
                <a:close/>
                <a:moveTo>
                  <a:pt x="4355071" y="642617"/>
                </a:moveTo>
                <a:lnTo>
                  <a:pt x="4285846" y="850075"/>
                </a:lnTo>
                <a:lnTo>
                  <a:pt x="4337724" y="850075"/>
                </a:lnTo>
                <a:lnTo>
                  <a:pt x="4363663" y="781067"/>
                </a:lnTo>
                <a:lnTo>
                  <a:pt x="4398411" y="781067"/>
                </a:lnTo>
                <a:lnTo>
                  <a:pt x="4398411" y="850075"/>
                </a:lnTo>
                <a:lnTo>
                  <a:pt x="4450289" y="850075"/>
                </a:lnTo>
                <a:lnTo>
                  <a:pt x="4450289" y="642617"/>
                </a:lnTo>
                <a:close/>
                <a:moveTo>
                  <a:pt x="3974470" y="642563"/>
                </a:moveTo>
                <a:lnTo>
                  <a:pt x="4026078" y="694225"/>
                </a:lnTo>
                <a:lnTo>
                  <a:pt x="3974470" y="745995"/>
                </a:lnTo>
                <a:lnTo>
                  <a:pt x="3922863" y="694225"/>
                </a:lnTo>
                <a:close/>
                <a:moveTo>
                  <a:pt x="3974470" y="538699"/>
                </a:moveTo>
                <a:lnTo>
                  <a:pt x="3766688" y="746049"/>
                </a:lnTo>
                <a:lnTo>
                  <a:pt x="3818674" y="797927"/>
                </a:lnTo>
                <a:lnTo>
                  <a:pt x="3870822" y="746211"/>
                </a:lnTo>
                <a:lnTo>
                  <a:pt x="3922592" y="798198"/>
                </a:lnTo>
                <a:lnTo>
                  <a:pt x="3870498" y="850292"/>
                </a:lnTo>
                <a:lnTo>
                  <a:pt x="3922592" y="901846"/>
                </a:lnTo>
                <a:lnTo>
                  <a:pt x="3973498" y="850130"/>
                </a:lnTo>
                <a:lnTo>
                  <a:pt x="4026511" y="901846"/>
                </a:lnTo>
                <a:lnTo>
                  <a:pt x="4078173" y="850130"/>
                </a:lnTo>
                <a:lnTo>
                  <a:pt x="4026511" y="798468"/>
                </a:lnTo>
                <a:lnTo>
                  <a:pt x="4078713" y="746211"/>
                </a:lnTo>
                <a:lnTo>
                  <a:pt x="4130321" y="797927"/>
                </a:lnTo>
                <a:lnTo>
                  <a:pt x="4182037" y="746211"/>
                </a:lnTo>
                <a:close/>
                <a:moveTo>
                  <a:pt x="0" y="0"/>
                </a:moveTo>
                <a:lnTo>
                  <a:pt x="6007100" y="0"/>
                </a:lnTo>
                <a:lnTo>
                  <a:pt x="600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5465999" cy="3877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36B36-BE1A-4B19-A997-FF57BB328A3C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465688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3065036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>
          <p15:clr>
            <a:srgbClr val="FBAE40"/>
          </p15:clr>
        </p15:guide>
        <p15:guide id="2" pos="3896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Content image_dark_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E37481-81B7-DAE5-9279-A2E3EA447B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900" y="0"/>
            <a:ext cx="6007100" cy="6858000"/>
          </a:xfrm>
          <a:custGeom>
            <a:avLst/>
            <a:gdLst>
              <a:gd name="connsiteX0" fmla="*/ 5073042 w 6007100"/>
              <a:gd name="connsiteY0" fmla="*/ 746373 h 6858000"/>
              <a:gd name="connsiteX1" fmla="*/ 5107789 w 6007100"/>
              <a:gd name="connsiteY1" fmla="*/ 746373 h 6858000"/>
              <a:gd name="connsiteX2" fmla="*/ 5107789 w 6007100"/>
              <a:gd name="connsiteY2" fmla="*/ 815598 h 6858000"/>
              <a:gd name="connsiteX3" fmla="*/ 5073042 w 6007100"/>
              <a:gd name="connsiteY3" fmla="*/ 815598 h 6858000"/>
              <a:gd name="connsiteX4" fmla="*/ 5021218 w 6007100"/>
              <a:gd name="connsiteY4" fmla="*/ 746266 h 6858000"/>
              <a:gd name="connsiteX5" fmla="*/ 5021218 w 6007100"/>
              <a:gd name="connsiteY5" fmla="*/ 746373 h 6858000"/>
              <a:gd name="connsiteX6" fmla="*/ 5021164 w 6007100"/>
              <a:gd name="connsiteY6" fmla="*/ 746373 h 6858000"/>
              <a:gd name="connsiteX7" fmla="*/ 4545452 w 6007100"/>
              <a:gd name="connsiteY7" fmla="*/ 746103 h 6858000"/>
              <a:gd name="connsiteX8" fmla="*/ 4545452 w 6007100"/>
              <a:gd name="connsiteY8" fmla="*/ 780851 h 6858000"/>
              <a:gd name="connsiteX9" fmla="*/ 4597385 w 6007100"/>
              <a:gd name="connsiteY9" fmla="*/ 780851 h 6858000"/>
              <a:gd name="connsiteX10" fmla="*/ 4597385 w 6007100"/>
              <a:gd name="connsiteY10" fmla="*/ 746103 h 6858000"/>
              <a:gd name="connsiteX11" fmla="*/ 5263423 w 6007100"/>
              <a:gd name="connsiteY11" fmla="*/ 711842 h 6858000"/>
              <a:gd name="connsiteX12" fmla="*/ 5263423 w 6007100"/>
              <a:gd name="connsiteY12" fmla="*/ 850075 h 6858000"/>
              <a:gd name="connsiteX13" fmla="*/ 5315301 w 6007100"/>
              <a:gd name="connsiteY13" fmla="*/ 850075 h 6858000"/>
              <a:gd name="connsiteX14" fmla="*/ 5315301 w 6007100"/>
              <a:gd name="connsiteY14" fmla="*/ 746373 h 6858000"/>
              <a:gd name="connsiteX15" fmla="*/ 5341240 w 6007100"/>
              <a:gd name="connsiteY15" fmla="*/ 746373 h 6858000"/>
              <a:gd name="connsiteX16" fmla="*/ 5341240 w 6007100"/>
              <a:gd name="connsiteY16" fmla="*/ 850075 h 6858000"/>
              <a:gd name="connsiteX17" fmla="*/ 5393119 w 6007100"/>
              <a:gd name="connsiteY17" fmla="*/ 850075 h 6858000"/>
              <a:gd name="connsiteX18" fmla="*/ 5393119 w 6007100"/>
              <a:gd name="connsiteY18" fmla="*/ 746373 h 6858000"/>
              <a:gd name="connsiteX19" fmla="*/ 5419112 w 6007100"/>
              <a:gd name="connsiteY19" fmla="*/ 746373 h 6858000"/>
              <a:gd name="connsiteX20" fmla="*/ 5419112 w 6007100"/>
              <a:gd name="connsiteY20" fmla="*/ 850075 h 6858000"/>
              <a:gd name="connsiteX21" fmla="*/ 5470990 w 6007100"/>
              <a:gd name="connsiteY21" fmla="*/ 850075 h 6858000"/>
              <a:gd name="connsiteX22" fmla="*/ 5470990 w 6007100"/>
              <a:gd name="connsiteY22" fmla="*/ 746373 h 6858000"/>
              <a:gd name="connsiteX23" fmla="*/ 5453859 w 6007100"/>
              <a:gd name="connsiteY23" fmla="*/ 711842 h 6858000"/>
              <a:gd name="connsiteX24" fmla="*/ 5263477 w 6007100"/>
              <a:gd name="connsiteY24" fmla="*/ 711842 h 6858000"/>
              <a:gd name="connsiteX25" fmla="*/ 5185606 w 6007100"/>
              <a:gd name="connsiteY25" fmla="*/ 711626 h 6858000"/>
              <a:gd name="connsiteX26" fmla="*/ 5185606 w 6007100"/>
              <a:gd name="connsiteY26" fmla="*/ 850075 h 6858000"/>
              <a:gd name="connsiteX27" fmla="*/ 5237538 w 6007100"/>
              <a:gd name="connsiteY27" fmla="*/ 850075 h 6858000"/>
              <a:gd name="connsiteX28" fmla="*/ 5237538 w 6007100"/>
              <a:gd name="connsiteY28" fmla="*/ 711842 h 6858000"/>
              <a:gd name="connsiteX29" fmla="*/ 4398411 w 6007100"/>
              <a:gd name="connsiteY29" fmla="*/ 677094 h 6858000"/>
              <a:gd name="connsiteX30" fmla="*/ 4398411 w 6007100"/>
              <a:gd name="connsiteY30" fmla="*/ 746373 h 6858000"/>
              <a:gd name="connsiteX31" fmla="*/ 4372201 w 6007100"/>
              <a:gd name="connsiteY31" fmla="*/ 746373 h 6858000"/>
              <a:gd name="connsiteX32" fmla="*/ 5185606 w 6007100"/>
              <a:gd name="connsiteY32" fmla="*/ 642617 h 6858000"/>
              <a:gd name="connsiteX33" fmla="*/ 5185606 w 6007100"/>
              <a:gd name="connsiteY33" fmla="*/ 677094 h 6858000"/>
              <a:gd name="connsiteX34" fmla="*/ 5237538 w 6007100"/>
              <a:gd name="connsiteY34" fmla="*/ 677094 h 6858000"/>
              <a:gd name="connsiteX35" fmla="*/ 5237538 w 6007100"/>
              <a:gd name="connsiteY35" fmla="*/ 642617 h 6858000"/>
              <a:gd name="connsiteX36" fmla="*/ 4614461 w 6007100"/>
              <a:gd name="connsiteY36" fmla="*/ 642617 h 6858000"/>
              <a:gd name="connsiteX37" fmla="*/ 4614461 w 6007100"/>
              <a:gd name="connsiteY37" fmla="*/ 850075 h 6858000"/>
              <a:gd name="connsiteX38" fmla="*/ 4666339 w 6007100"/>
              <a:gd name="connsiteY38" fmla="*/ 850075 h 6858000"/>
              <a:gd name="connsiteX39" fmla="*/ 4666339 w 6007100"/>
              <a:gd name="connsiteY39" fmla="*/ 746373 h 6858000"/>
              <a:gd name="connsiteX40" fmla="*/ 4701141 w 6007100"/>
              <a:gd name="connsiteY40" fmla="*/ 746373 h 6858000"/>
              <a:gd name="connsiteX41" fmla="*/ 4701141 w 6007100"/>
              <a:gd name="connsiteY41" fmla="*/ 815598 h 6858000"/>
              <a:gd name="connsiteX42" fmla="*/ 4718487 w 6007100"/>
              <a:gd name="connsiteY42" fmla="*/ 850075 h 6858000"/>
              <a:gd name="connsiteX43" fmla="*/ 4839644 w 6007100"/>
              <a:gd name="connsiteY43" fmla="*/ 850075 h 6858000"/>
              <a:gd name="connsiteX44" fmla="*/ 4839644 w 6007100"/>
              <a:gd name="connsiteY44" fmla="*/ 746373 h 6858000"/>
              <a:gd name="connsiteX45" fmla="*/ 4865583 w 6007100"/>
              <a:gd name="connsiteY45" fmla="*/ 746373 h 6858000"/>
              <a:gd name="connsiteX46" fmla="*/ 4865583 w 6007100"/>
              <a:gd name="connsiteY46" fmla="*/ 850075 h 6858000"/>
              <a:gd name="connsiteX47" fmla="*/ 4917407 w 6007100"/>
              <a:gd name="connsiteY47" fmla="*/ 850075 h 6858000"/>
              <a:gd name="connsiteX48" fmla="*/ 4917407 w 6007100"/>
              <a:gd name="connsiteY48" fmla="*/ 746373 h 6858000"/>
              <a:gd name="connsiteX49" fmla="*/ 4943401 w 6007100"/>
              <a:gd name="connsiteY49" fmla="*/ 746373 h 6858000"/>
              <a:gd name="connsiteX50" fmla="*/ 4943401 w 6007100"/>
              <a:gd name="connsiteY50" fmla="*/ 850075 h 6858000"/>
              <a:gd name="connsiteX51" fmla="*/ 4995279 w 6007100"/>
              <a:gd name="connsiteY51" fmla="*/ 850075 h 6858000"/>
              <a:gd name="connsiteX52" fmla="*/ 4995279 w 6007100"/>
              <a:gd name="connsiteY52" fmla="*/ 746373 h 6858000"/>
              <a:gd name="connsiteX53" fmla="*/ 5021164 w 6007100"/>
              <a:gd name="connsiteY53" fmla="*/ 746373 h 6858000"/>
              <a:gd name="connsiteX54" fmla="*/ 5021164 w 6007100"/>
              <a:gd name="connsiteY54" fmla="*/ 815598 h 6858000"/>
              <a:gd name="connsiteX55" fmla="*/ 5038564 w 6007100"/>
              <a:gd name="connsiteY55" fmla="*/ 850075 h 6858000"/>
              <a:gd name="connsiteX56" fmla="*/ 5159667 w 6007100"/>
              <a:gd name="connsiteY56" fmla="*/ 850075 h 6858000"/>
              <a:gd name="connsiteX57" fmla="*/ 5159667 w 6007100"/>
              <a:gd name="connsiteY57" fmla="*/ 711842 h 6858000"/>
              <a:gd name="connsiteX58" fmla="*/ 5038564 w 6007100"/>
              <a:gd name="connsiteY58" fmla="*/ 711842 h 6858000"/>
              <a:gd name="connsiteX59" fmla="*/ 5021218 w 6007100"/>
              <a:gd name="connsiteY59" fmla="*/ 746266 h 6858000"/>
              <a:gd name="connsiteX60" fmla="*/ 5021218 w 6007100"/>
              <a:gd name="connsiteY60" fmla="*/ 711842 h 6858000"/>
              <a:gd name="connsiteX61" fmla="*/ 4995279 w 6007100"/>
              <a:gd name="connsiteY61" fmla="*/ 711842 h 6858000"/>
              <a:gd name="connsiteX62" fmla="*/ 4995279 w 6007100"/>
              <a:gd name="connsiteY62" fmla="*/ 677094 h 6858000"/>
              <a:gd name="connsiteX63" fmla="*/ 4943401 w 6007100"/>
              <a:gd name="connsiteY63" fmla="*/ 677094 h 6858000"/>
              <a:gd name="connsiteX64" fmla="*/ 4943401 w 6007100"/>
              <a:gd name="connsiteY64" fmla="*/ 711842 h 6858000"/>
              <a:gd name="connsiteX65" fmla="*/ 4917407 w 6007100"/>
              <a:gd name="connsiteY65" fmla="*/ 711842 h 6858000"/>
              <a:gd name="connsiteX66" fmla="*/ 4917407 w 6007100"/>
              <a:gd name="connsiteY66" fmla="*/ 677094 h 6858000"/>
              <a:gd name="connsiteX67" fmla="*/ 4865583 w 6007100"/>
              <a:gd name="connsiteY67" fmla="*/ 677094 h 6858000"/>
              <a:gd name="connsiteX68" fmla="*/ 4865583 w 6007100"/>
              <a:gd name="connsiteY68" fmla="*/ 711842 h 6858000"/>
              <a:gd name="connsiteX69" fmla="*/ 4787496 w 6007100"/>
              <a:gd name="connsiteY69" fmla="*/ 711842 h 6858000"/>
              <a:gd name="connsiteX70" fmla="*/ 4787496 w 6007100"/>
              <a:gd name="connsiteY70" fmla="*/ 815544 h 6858000"/>
              <a:gd name="connsiteX71" fmla="*/ 4753019 w 6007100"/>
              <a:gd name="connsiteY71" fmla="*/ 815544 h 6858000"/>
              <a:gd name="connsiteX72" fmla="*/ 4753019 w 6007100"/>
              <a:gd name="connsiteY72" fmla="*/ 711842 h 6858000"/>
              <a:gd name="connsiteX73" fmla="*/ 4666393 w 6007100"/>
              <a:gd name="connsiteY73" fmla="*/ 711842 h 6858000"/>
              <a:gd name="connsiteX74" fmla="*/ 4666393 w 6007100"/>
              <a:gd name="connsiteY74" fmla="*/ 677094 h 6858000"/>
              <a:gd name="connsiteX75" fmla="*/ 4753019 w 6007100"/>
              <a:gd name="connsiteY75" fmla="*/ 677094 h 6858000"/>
              <a:gd name="connsiteX76" fmla="*/ 4753019 w 6007100"/>
              <a:gd name="connsiteY76" fmla="*/ 642617 h 6858000"/>
              <a:gd name="connsiteX77" fmla="*/ 4614515 w 6007100"/>
              <a:gd name="connsiteY77" fmla="*/ 642617 h 6858000"/>
              <a:gd name="connsiteX78" fmla="*/ 4476174 w 6007100"/>
              <a:gd name="connsiteY78" fmla="*/ 642617 h 6858000"/>
              <a:gd name="connsiteX79" fmla="*/ 4476174 w 6007100"/>
              <a:gd name="connsiteY79" fmla="*/ 850075 h 6858000"/>
              <a:gd name="connsiteX80" fmla="*/ 4528052 w 6007100"/>
              <a:gd name="connsiteY80" fmla="*/ 850075 h 6858000"/>
              <a:gd name="connsiteX81" fmla="*/ 4528052 w 6007100"/>
              <a:gd name="connsiteY81" fmla="*/ 642617 h 6858000"/>
              <a:gd name="connsiteX82" fmla="*/ 4355071 w 6007100"/>
              <a:gd name="connsiteY82" fmla="*/ 642617 h 6858000"/>
              <a:gd name="connsiteX83" fmla="*/ 4285846 w 6007100"/>
              <a:gd name="connsiteY83" fmla="*/ 850075 h 6858000"/>
              <a:gd name="connsiteX84" fmla="*/ 4337724 w 6007100"/>
              <a:gd name="connsiteY84" fmla="*/ 850075 h 6858000"/>
              <a:gd name="connsiteX85" fmla="*/ 4363663 w 6007100"/>
              <a:gd name="connsiteY85" fmla="*/ 781067 h 6858000"/>
              <a:gd name="connsiteX86" fmla="*/ 4398411 w 6007100"/>
              <a:gd name="connsiteY86" fmla="*/ 781067 h 6858000"/>
              <a:gd name="connsiteX87" fmla="*/ 4398411 w 6007100"/>
              <a:gd name="connsiteY87" fmla="*/ 850075 h 6858000"/>
              <a:gd name="connsiteX88" fmla="*/ 4450289 w 6007100"/>
              <a:gd name="connsiteY88" fmla="*/ 850075 h 6858000"/>
              <a:gd name="connsiteX89" fmla="*/ 4450289 w 6007100"/>
              <a:gd name="connsiteY89" fmla="*/ 642617 h 6858000"/>
              <a:gd name="connsiteX90" fmla="*/ 3974470 w 6007100"/>
              <a:gd name="connsiteY90" fmla="*/ 642563 h 6858000"/>
              <a:gd name="connsiteX91" fmla="*/ 4026078 w 6007100"/>
              <a:gd name="connsiteY91" fmla="*/ 694225 h 6858000"/>
              <a:gd name="connsiteX92" fmla="*/ 3974470 w 6007100"/>
              <a:gd name="connsiteY92" fmla="*/ 745995 h 6858000"/>
              <a:gd name="connsiteX93" fmla="*/ 3922863 w 6007100"/>
              <a:gd name="connsiteY93" fmla="*/ 694225 h 6858000"/>
              <a:gd name="connsiteX94" fmla="*/ 3974470 w 6007100"/>
              <a:gd name="connsiteY94" fmla="*/ 538699 h 6858000"/>
              <a:gd name="connsiteX95" fmla="*/ 3766688 w 6007100"/>
              <a:gd name="connsiteY95" fmla="*/ 746049 h 6858000"/>
              <a:gd name="connsiteX96" fmla="*/ 3818674 w 6007100"/>
              <a:gd name="connsiteY96" fmla="*/ 797927 h 6858000"/>
              <a:gd name="connsiteX97" fmla="*/ 3870822 w 6007100"/>
              <a:gd name="connsiteY97" fmla="*/ 746211 h 6858000"/>
              <a:gd name="connsiteX98" fmla="*/ 3922592 w 6007100"/>
              <a:gd name="connsiteY98" fmla="*/ 798198 h 6858000"/>
              <a:gd name="connsiteX99" fmla="*/ 3870498 w 6007100"/>
              <a:gd name="connsiteY99" fmla="*/ 850292 h 6858000"/>
              <a:gd name="connsiteX100" fmla="*/ 3922592 w 6007100"/>
              <a:gd name="connsiteY100" fmla="*/ 901846 h 6858000"/>
              <a:gd name="connsiteX101" fmla="*/ 3973498 w 6007100"/>
              <a:gd name="connsiteY101" fmla="*/ 850130 h 6858000"/>
              <a:gd name="connsiteX102" fmla="*/ 4026511 w 6007100"/>
              <a:gd name="connsiteY102" fmla="*/ 901846 h 6858000"/>
              <a:gd name="connsiteX103" fmla="*/ 4078173 w 6007100"/>
              <a:gd name="connsiteY103" fmla="*/ 850130 h 6858000"/>
              <a:gd name="connsiteX104" fmla="*/ 4026511 w 6007100"/>
              <a:gd name="connsiteY104" fmla="*/ 798468 h 6858000"/>
              <a:gd name="connsiteX105" fmla="*/ 4078713 w 6007100"/>
              <a:gd name="connsiteY105" fmla="*/ 746211 h 6858000"/>
              <a:gd name="connsiteX106" fmla="*/ 4130321 w 6007100"/>
              <a:gd name="connsiteY106" fmla="*/ 797927 h 6858000"/>
              <a:gd name="connsiteX107" fmla="*/ 4182037 w 6007100"/>
              <a:gd name="connsiteY107" fmla="*/ 746211 h 6858000"/>
              <a:gd name="connsiteX108" fmla="*/ 0 w 6007100"/>
              <a:gd name="connsiteY108" fmla="*/ 0 h 6858000"/>
              <a:gd name="connsiteX109" fmla="*/ 6007100 w 6007100"/>
              <a:gd name="connsiteY109" fmla="*/ 0 h 6858000"/>
              <a:gd name="connsiteX110" fmla="*/ 6007100 w 6007100"/>
              <a:gd name="connsiteY110" fmla="*/ 6858000 h 6858000"/>
              <a:gd name="connsiteX111" fmla="*/ 0 w 60071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007100" h="6858000">
                <a:moveTo>
                  <a:pt x="5073042" y="746373"/>
                </a:moveTo>
                <a:lnTo>
                  <a:pt x="5107789" y="746373"/>
                </a:lnTo>
                <a:lnTo>
                  <a:pt x="5107789" y="815598"/>
                </a:lnTo>
                <a:lnTo>
                  <a:pt x="5073042" y="815598"/>
                </a:lnTo>
                <a:close/>
                <a:moveTo>
                  <a:pt x="5021218" y="746266"/>
                </a:moveTo>
                <a:lnTo>
                  <a:pt x="5021218" y="746373"/>
                </a:lnTo>
                <a:lnTo>
                  <a:pt x="5021164" y="746373"/>
                </a:lnTo>
                <a:close/>
                <a:moveTo>
                  <a:pt x="4545452" y="746103"/>
                </a:moveTo>
                <a:lnTo>
                  <a:pt x="4545452" y="780851"/>
                </a:lnTo>
                <a:lnTo>
                  <a:pt x="4597385" y="780851"/>
                </a:lnTo>
                <a:lnTo>
                  <a:pt x="4597385" y="746103"/>
                </a:lnTo>
                <a:close/>
                <a:moveTo>
                  <a:pt x="5263423" y="711842"/>
                </a:moveTo>
                <a:lnTo>
                  <a:pt x="5263423" y="850075"/>
                </a:lnTo>
                <a:lnTo>
                  <a:pt x="5315301" y="850075"/>
                </a:lnTo>
                <a:lnTo>
                  <a:pt x="5315301" y="746373"/>
                </a:lnTo>
                <a:lnTo>
                  <a:pt x="5341240" y="746373"/>
                </a:lnTo>
                <a:lnTo>
                  <a:pt x="5341240" y="850075"/>
                </a:lnTo>
                <a:lnTo>
                  <a:pt x="5393119" y="850075"/>
                </a:lnTo>
                <a:lnTo>
                  <a:pt x="5393119" y="746373"/>
                </a:lnTo>
                <a:lnTo>
                  <a:pt x="5419112" y="746373"/>
                </a:lnTo>
                <a:lnTo>
                  <a:pt x="5419112" y="850075"/>
                </a:lnTo>
                <a:lnTo>
                  <a:pt x="5470990" y="850075"/>
                </a:lnTo>
                <a:lnTo>
                  <a:pt x="5470990" y="746373"/>
                </a:lnTo>
                <a:lnTo>
                  <a:pt x="5453859" y="711842"/>
                </a:lnTo>
                <a:lnTo>
                  <a:pt x="5263477" y="711842"/>
                </a:lnTo>
                <a:close/>
                <a:moveTo>
                  <a:pt x="5185606" y="711626"/>
                </a:moveTo>
                <a:lnTo>
                  <a:pt x="5185606" y="850075"/>
                </a:lnTo>
                <a:lnTo>
                  <a:pt x="5237538" y="850075"/>
                </a:lnTo>
                <a:lnTo>
                  <a:pt x="5237538" y="711842"/>
                </a:lnTo>
                <a:close/>
                <a:moveTo>
                  <a:pt x="4398411" y="677094"/>
                </a:moveTo>
                <a:lnTo>
                  <a:pt x="4398411" y="746373"/>
                </a:lnTo>
                <a:lnTo>
                  <a:pt x="4372201" y="746373"/>
                </a:lnTo>
                <a:close/>
                <a:moveTo>
                  <a:pt x="5185606" y="642617"/>
                </a:moveTo>
                <a:lnTo>
                  <a:pt x="5185606" y="677094"/>
                </a:lnTo>
                <a:lnTo>
                  <a:pt x="5237538" y="677094"/>
                </a:lnTo>
                <a:lnTo>
                  <a:pt x="5237538" y="642617"/>
                </a:lnTo>
                <a:close/>
                <a:moveTo>
                  <a:pt x="4614461" y="642617"/>
                </a:moveTo>
                <a:lnTo>
                  <a:pt x="4614461" y="850075"/>
                </a:lnTo>
                <a:lnTo>
                  <a:pt x="4666339" y="850075"/>
                </a:lnTo>
                <a:lnTo>
                  <a:pt x="4666339" y="746373"/>
                </a:lnTo>
                <a:lnTo>
                  <a:pt x="4701141" y="746373"/>
                </a:lnTo>
                <a:lnTo>
                  <a:pt x="4701141" y="815598"/>
                </a:lnTo>
                <a:lnTo>
                  <a:pt x="4718487" y="850075"/>
                </a:lnTo>
                <a:lnTo>
                  <a:pt x="4839644" y="850075"/>
                </a:lnTo>
                <a:lnTo>
                  <a:pt x="4839644" y="746373"/>
                </a:lnTo>
                <a:lnTo>
                  <a:pt x="4865583" y="746373"/>
                </a:lnTo>
                <a:lnTo>
                  <a:pt x="4865583" y="850075"/>
                </a:lnTo>
                <a:lnTo>
                  <a:pt x="4917407" y="850075"/>
                </a:lnTo>
                <a:lnTo>
                  <a:pt x="4917407" y="746373"/>
                </a:lnTo>
                <a:lnTo>
                  <a:pt x="4943401" y="746373"/>
                </a:lnTo>
                <a:lnTo>
                  <a:pt x="4943401" y="850075"/>
                </a:lnTo>
                <a:lnTo>
                  <a:pt x="4995279" y="850075"/>
                </a:lnTo>
                <a:lnTo>
                  <a:pt x="4995279" y="746373"/>
                </a:lnTo>
                <a:lnTo>
                  <a:pt x="5021164" y="746373"/>
                </a:lnTo>
                <a:lnTo>
                  <a:pt x="5021164" y="815598"/>
                </a:lnTo>
                <a:lnTo>
                  <a:pt x="5038564" y="850075"/>
                </a:lnTo>
                <a:lnTo>
                  <a:pt x="5159667" y="850075"/>
                </a:lnTo>
                <a:lnTo>
                  <a:pt x="5159667" y="711842"/>
                </a:lnTo>
                <a:lnTo>
                  <a:pt x="5038564" y="711842"/>
                </a:lnTo>
                <a:lnTo>
                  <a:pt x="5021218" y="746266"/>
                </a:lnTo>
                <a:lnTo>
                  <a:pt x="5021218" y="711842"/>
                </a:lnTo>
                <a:lnTo>
                  <a:pt x="4995279" y="711842"/>
                </a:lnTo>
                <a:lnTo>
                  <a:pt x="4995279" y="677094"/>
                </a:lnTo>
                <a:lnTo>
                  <a:pt x="4943401" y="677094"/>
                </a:lnTo>
                <a:lnTo>
                  <a:pt x="4943401" y="711842"/>
                </a:lnTo>
                <a:lnTo>
                  <a:pt x="4917407" y="711842"/>
                </a:lnTo>
                <a:lnTo>
                  <a:pt x="4917407" y="677094"/>
                </a:lnTo>
                <a:lnTo>
                  <a:pt x="4865583" y="677094"/>
                </a:lnTo>
                <a:lnTo>
                  <a:pt x="4865583" y="711842"/>
                </a:lnTo>
                <a:lnTo>
                  <a:pt x="4787496" y="711842"/>
                </a:lnTo>
                <a:lnTo>
                  <a:pt x="4787496" y="815544"/>
                </a:lnTo>
                <a:lnTo>
                  <a:pt x="4753019" y="815544"/>
                </a:lnTo>
                <a:lnTo>
                  <a:pt x="4753019" y="711842"/>
                </a:lnTo>
                <a:lnTo>
                  <a:pt x="4666393" y="711842"/>
                </a:lnTo>
                <a:lnTo>
                  <a:pt x="4666393" y="677094"/>
                </a:lnTo>
                <a:lnTo>
                  <a:pt x="4753019" y="677094"/>
                </a:lnTo>
                <a:lnTo>
                  <a:pt x="4753019" y="642617"/>
                </a:lnTo>
                <a:lnTo>
                  <a:pt x="4614515" y="642617"/>
                </a:lnTo>
                <a:close/>
                <a:moveTo>
                  <a:pt x="4476174" y="642617"/>
                </a:moveTo>
                <a:lnTo>
                  <a:pt x="4476174" y="850075"/>
                </a:lnTo>
                <a:lnTo>
                  <a:pt x="4528052" y="850075"/>
                </a:lnTo>
                <a:lnTo>
                  <a:pt x="4528052" y="642617"/>
                </a:lnTo>
                <a:close/>
                <a:moveTo>
                  <a:pt x="4355071" y="642617"/>
                </a:moveTo>
                <a:lnTo>
                  <a:pt x="4285846" y="850075"/>
                </a:lnTo>
                <a:lnTo>
                  <a:pt x="4337724" y="850075"/>
                </a:lnTo>
                <a:lnTo>
                  <a:pt x="4363663" y="781067"/>
                </a:lnTo>
                <a:lnTo>
                  <a:pt x="4398411" y="781067"/>
                </a:lnTo>
                <a:lnTo>
                  <a:pt x="4398411" y="850075"/>
                </a:lnTo>
                <a:lnTo>
                  <a:pt x="4450289" y="850075"/>
                </a:lnTo>
                <a:lnTo>
                  <a:pt x="4450289" y="642617"/>
                </a:lnTo>
                <a:close/>
                <a:moveTo>
                  <a:pt x="3974470" y="642563"/>
                </a:moveTo>
                <a:lnTo>
                  <a:pt x="4026078" y="694225"/>
                </a:lnTo>
                <a:lnTo>
                  <a:pt x="3974470" y="745995"/>
                </a:lnTo>
                <a:lnTo>
                  <a:pt x="3922863" y="694225"/>
                </a:lnTo>
                <a:close/>
                <a:moveTo>
                  <a:pt x="3974470" y="538699"/>
                </a:moveTo>
                <a:lnTo>
                  <a:pt x="3766688" y="746049"/>
                </a:lnTo>
                <a:lnTo>
                  <a:pt x="3818674" y="797927"/>
                </a:lnTo>
                <a:lnTo>
                  <a:pt x="3870822" y="746211"/>
                </a:lnTo>
                <a:lnTo>
                  <a:pt x="3922592" y="798198"/>
                </a:lnTo>
                <a:lnTo>
                  <a:pt x="3870498" y="850292"/>
                </a:lnTo>
                <a:lnTo>
                  <a:pt x="3922592" y="901846"/>
                </a:lnTo>
                <a:lnTo>
                  <a:pt x="3973498" y="850130"/>
                </a:lnTo>
                <a:lnTo>
                  <a:pt x="4026511" y="901846"/>
                </a:lnTo>
                <a:lnTo>
                  <a:pt x="4078173" y="850130"/>
                </a:lnTo>
                <a:lnTo>
                  <a:pt x="4026511" y="798468"/>
                </a:lnTo>
                <a:lnTo>
                  <a:pt x="4078713" y="746211"/>
                </a:lnTo>
                <a:lnTo>
                  <a:pt x="4130321" y="797927"/>
                </a:lnTo>
                <a:lnTo>
                  <a:pt x="4182037" y="746211"/>
                </a:lnTo>
                <a:close/>
                <a:moveTo>
                  <a:pt x="0" y="0"/>
                </a:moveTo>
                <a:lnTo>
                  <a:pt x="6007100" y="0"/>
                </a:lnTo>
                <a:lnTo>
                  <a:pt x="600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5465999" cy="3877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FEE6B8-1930-46A7-9AEA-24FFB27BF039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465688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3107538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>
          <p15:clr>
            <a:srgbClr val="FBAE40"/>
          </p15:clr>
        </p15:guide>
        <p15:guide id="2" pos="3896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Content image_light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2E22475-5AA0-F2C0-0102-83ECDF348C1B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DF0A99-91B5-7C8B-95D4-7A1C654B58C5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B7952A-89C0-D564-994E-FA9124E6506C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E37481-81B7-DAE5-9279-A2E3EA447B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900" y="0"/>
            <a:ext cx="6007100" cy="6858000"/>
          </a:xfrm>
          <a:custGeom>
            <a:avLst/>
            <a:gdLst>
              <a:gd name="connsiteX0" fmla="*/ 5073042 w 6007100"/>
              <a:gd name="connsiteY0" fmla="*/ 746373 h 6858000"/>
              <a:gd name="connsiteX1" fmla="*/ 5107789 w 6007100"/>
              <a:gd name="connsiteY1" fmla="*/ 746373 h 6858000"/>
              <a:gd name="connsiteX2" fmla="*/ 5107789 w 6007100"/>
              <a:gd name="connsiteY2" fmla="*/ 815598 h 6858000"/>
              <a:gd name="connsiteX3" fmla="*/ 5073042 w 6007100"/>
              <a:gd name="connsiteY3" fmla="*/ 815598 h 6858000"/>
              <a:gd name="connsiteX4" fmla="*/ 5021218 w 6007100"/>
              <a:gd name="connsiteY4" fmla="*/ 746266 h 6858000"/>
              <a:gd name="connsiteX5" fmla="*/ 5021218 w 6007100"/>
              <a:gd name="connsiteY5" fmla="*/ 746373 h 6858000"/>
              <a:gd name="connsiteX6" fmla="*/ 5021164 w 6007100"/>
              <a:gd name="connsiteY6" fmla="*/ 746373 h 6858000"/>
              <a:gd name="connsiteX7" fmla="*/ 4545452 w 6007100"/>
              <a:gd name="connsiteY7" fmla="*/ 746103 h 6858000"/>
              <a:gd name="connsiteX8" fmla="*/ 4545452 w 6007100"/>
              <a:gd name="connsiteY8" fmla="*/ 780851 h 6858000"/>
              <a:gd name="connsiteX9" fmla="*/ 4597385 w 6007100"/>
              <a:gd name="connsiteY9" fmla="*/ 780851 h 6858000"/>
              <a:gd name="connsiteX10" fmla="*/ 4597385 w 6007100"/>
              <a:gd name="connsiteY10" fmla="*/ 746103 h 6858000"/>
              <a:gd name="connsiteX11" fmla="*/ 5263423 w 6007100"/>
              <a:gd name="connsiteY11" fmla="*/ 711842 h 6858000"/>
              <a:gd name="connsiteX12" fmla="*/ 5263423 w 6007100"/>
              <a:gd name="connsiteY12" fmla="*/ 850075 h 6858000"/>
              <a:gd name="connsiteX13" fmla="*/ 5315301 w 6007100"/>
              <a:gd name="connsiteY13" fmla="*/ 850075 h 6858000"/>
              <a:gd name="connsiteX14" fmla="*/ 5315301 w 6007100"/>
              <a:gd name="connsiteY14" fmla="*/ 746373 h 6858000"/>
              <a:gd name="connsiteX15" fmla="*/ 5341240 w 6007100"/>
              <a:gd name="connsiteY15" fmla="*/ 746373 h 6858000"/>
              <a:gd name="connsiteX16" fmla="*/ 5341240 w 6007100"/>
              <a:gd name="connsiteY16" fmla="*/ 850075 h 6858000"/>
              <a:gd name="connsiteX17" fmla="*/ 5393119 w 6007100"/>
              <a:gd name="connsiteY17" fmla="*/ 850075 h 6858000"/>
              <a:gd name="connsiteX18" fmla="*/ 5393119 w 6007100"/>
              <a:gd name="connsiteY18" fmla="*/ 746373 h 6858000"/>
              <a:gd name="connsiteX19" fmla="*/ 5419112 w 6007100"/>
              <a:gd name="connsiteY19" fmla="*/ 746373 h 6858000"/>
              <a:gd name="connsiteX20" fmla="*/ 5419112 w 6007100"/>
              <a:gd name="connsiteY20" fmla="*/ 850075 h 6858000"/>
              <a:gd name="connsiteX21" fmla="*/ 5470990 w 6007100"/>
              <a:gd name="connsiteY21" fmla="*/ 850075 h 6858000"/>
              <a:gd name="connsiteX22" fmla="*/ 5470990 w 6007100"/>
              <a:gd name="connsiteY22" fmla="*/ 746373 h 6858000"/>
              <a:gd name="connsiteX23" fmla="*/ 5453859 w 6007100"/>
              <a:gd name="connsiteY23" fmla="*/ 711842 h 6858000"/>
              <a:gd name="connsiteX24" fmla="*/ 5263477 w 6007100"/>
              <a:gd name="connsiteY24" fmla="*/ 711842 h 6858000"/>
              <a:gd name="connsiteX25" fmla="*/ 5185606 w 6007100"/>
              <a:gd name="connsiteY25" fmla="*/ 711626 h 6858000"/>
              <a:gd name="connsiteX26" fmla="*/ 5185606 w 6007100"/>
              <a:gd name="connsiteY26" fmla="*/ 850075 h 6858000"/>
              <a:gd name="connsiteX27" fmla="*/ 5237538 w 6007100"/>
              <a:gd name="connsiteY27" fmla="*/ 850075 h 6858000"/>
              <a:gd name="connsiteX28" fmla="*/ 5237538 w 6007100"/>
              <a:gd name="connsiteY28" fmla="*/ 711842 h 6858000"/>
              <a:gd name="connsiteX29" fmla="*/ 4398411 w 6007100"/>
              <a:gd name="connsiteY29" fmla="*/ 677094 h 6858000"/>
              <a:gd name="connsiteX30" fmla="*/ 4398411 w 6007100"/>
              <a:gd name="connsiteY30" fmla="*/ 746373 h 6858000"/>
              <a:gd name="connsiteX31" fmla="*/ 4372201 w 6007100"/>
              <a:gd name="connsiteY31" fmla="*/ 746373 h 6858000"/>
              <a:gd name="connsiteX32" fmla="*/ 5185606 w 6007100"/>
              <a:gd name="connsiteY32" fmla="*/ 642617 h 6858000"/>
              <a:gd name="connsiteX33" fmla="*/ 5185606 w 6007100"/>
              <a:gd name="connsiteY33" fmla="*/ 677094 h 6858000"/>
              <a:gd name="connsiteX34" fmla="*/ 5237538 w 6007100"/>
              <a:gd name="connsiteY34" fmla="*/ 677094 h 6858000"/>
              <a:gd name="connsiteX35" fmla="*/ 5237538 w 6007100"/>
              <a:gd name="connsiteY35" fmla="*/ 642617 h 6858000"/>
              <a:gd name="connsiteX36" fmla="*/ 4614461 w 6007100"/>
              <a:gd name="connsiteY36" fmla="*/ 642617 h 6858000"/>
              <a:gd name="connsiteX37" fmla="*/ 4614461 w 6007100"/>
              <a:gd name="connsiteY37" fmla="*/ 850075 h 6858000"/>
              <a:gd name="connsiteX38" fmla="*/ 4666339 w 6007100"/>
              <a:gd name="connsiteY38" fmla="*/ 850075 h 6858000"/>
              <a:gd name="connsiteX39" fmla="*/ 4666339 w 6007100"/>
              <a:gd name="connsiteY39" fmla="*/ 746373 h 6858000"/>
              <a:gd name="connsiteX40" fmla="*/ 4701141 w 6007100"/>
              <a:gd name="connsiteY40" fmla="*/ 746373 h 6858000"/>
              <a:gd name="connsiteX41" fmla="*/ 4701141 w 6007100"/>
              <a:gd name="connsiteY41" fmla="*/ 815598 h 6858000"/>
              <a:gd name="connsiteX42" fmla="*/ 4718487 w 6007100"/>
              <a:gd name="connsiteY42" fmla="*/ 850075 h 6858000"/>
              <a:gd name="connsiteX43" fmla="*/ 4839644 w 6007100"/>
              <a:gd name="connsiteY43" fmla="*/ 850075 h 6858000"/>
              <a:gd name="connsiteX44" fmla="*/ 4839644 w 6007100"/>
              <a:gd name="connsiteY44" fmla="*/ 746373 h 6858000"/>
              <a:gd name="connsiteX45" fmla="*/ 4865583 w 6007100"/>
              <a:gd name="connsiteY45" fmla="*/ 746373 h 6858000"/>
              <a:gd name="connsiteX46" fmla="*/ 4865583 w 6007100"/>
              <a:gd name="connsiteY46" fmla="*/ 850075 h 6858000"/>
              <a:gd name="connsiteX47" fmla="*/ 4917407 w 6007100"/>
              <a:gd name="connsiteY47" fmla="*/ 850075 h 6858000"/>
              <a:gd name="connsiteX48" fmla="*/ 4917407 w 6007100"/>
              <a:gd name="connsiteY48" fmla="*/ 746373 h 6858000"/>
              <a:gd name="connsiteX49" fmla="*/ 4943401 w 6007100"/>
              <a:gd name="connsiteY49" fmla="*/ 746373 h 6858000"/>
              <a:gd name="connsiteX50" fmla="*/ 4943401 w 6007100"/>
              <a:gd name="connsiteY50" fmla="*/ 850075 h 6858000"/>
              <a:gd name="connsiteX51" fmla="*/ 4995279 w 6007100"/>
              <a:gd name="connsiteY51" fmla="*/ 850075 h 6858000"/>
              <a:gd name="connsiteX52" fmla="*/ 4995279 w 6007100"/>
              <a:gd name="connsiteY52" fmla="*/ 746373 h 6858000"/>
              <a:gd name="connsiteX53" fmla="*/ 5021164 w 6007100"/>
              <a:gd name="connsiteY53" fmla="*/ 746373 h 6858000"/>
              <a:gd name="connsiteX54" fmla="*/ 5021164 w 6007100"/>
              <a:gd name="connsiteY54" fmla="*/ 815598 h 6858000"/>
              <a:gd name="connsiteX55" fmla="*/ 5038564 w 6007100"/>
              <a:gd name="connsiteY55" fmla="*/ 850075 h 6858000"/>
              <a:gd name="connsiteX56" fmla="*/ 5159667 w 6007100"/>
              <a:gd name="connsiteY56" fmla="*/ 850075 h 6858000"/>
              <a:gd name="connsiteX57" fmla="*/ 5159667 w 6007100"/>
              <a:gd name="connsiteY57" fmla="*/ 711842 h 6858000"/>
              <a:gd name="connsiteX58" fmla="*/ 5038564 w 6007100"/>
              <a:gd name="connsiteY58" fmla="*/ 711842 h 6858000"/>
              <a:gd name="connsiteX59" fmla="*/ 5021218 w 6007100"/>
              <a:gd name="connsiteY59" fmla="*/ 746266 h 6858000"/>
              <a:gd name="connsiteX60" fmla="*/ 5021218 w 6007100"/>
              <a:gd name="connsiteY60" fmla="*/ 711842 h 6858000"/>
              <a:gd name="connsiteX61" fmla="*/ 4995279 w 6007100"/>
              <a:gd name="connsiteY61" fmla="*/ 711842 h 6858000"/>
              <a:gd name="connsiteX62" fmla="*/ 4995279 w 6007100"/>
              <a:gd name="connsiteY62" fmla="*/ 677094 h 6858000"/>
              <a:gd name="connsiteX63" fmla="*/ 4943401 w 6007100"/>
              <a:gd name="connsiteY63" fmla="*/ 677094 h 6858000"/>
              <a:gd name="connsiteX64" fmla="*/ 4943401 w 6007100"/>
              <a:gd name="connsiteY64" fmla="*/ 711842 h 6858000"/>
              <a:gd name="connsiteX65" fmla="*/ 4917407 w 6007100"/>
              <a:gd name="connsiteY65" fmla="*/ 711842 h 6858000"/>
              <a:gd name="connsiteX66" fmla="*/ 4917407 w 6007100"/>
              <a:gd name="connsiteY66" fmla="*/ 677094 h 6858000"/>
              <a:gd name="connsiteX67" fmla="*/ 4865583 w 6007100"/>
              <a:gd name="connsiteY67" fmla="*/ 677094 h 6858000"/>
              <a:gd name="connsiteX68" fmla="*/ 4865583 w 6007100"/>
              <a:gd name="connsiteY68" fmla="*/ 711842 h 6858000"/>
              <a:gd name="connsiteX69" fmla="*/ 4787496 w 6007100"/>
              <a:gd name="connsiteY69" fmla="*/ 711842 h 6858000"/>
              <a:gd name="connsiteX70" fmla="*/ 4787496 w 6007100"/>
              <a:gd name="connsiteY70" fmla="*/ 815544 h 6858000"/>
              <a:gd name="connsiteX71" fmla="*/ 4753019 w 6007100"/>
              <a:gd name="connsiteY71" fmla="*/ 815544 h 6858000"/>
              <a:gd name="connsiteX72" fmla="*/ 4753019 w 6007100"/>
              <a:gd name="connsiteY72" fmla="*/ 711842 h 6858000"/>
              <a:gd name="connsiteX73" fmla="*/ 4666393 w 6007100"/>
              <a:gd name="connsiteY73" fmla="*/ 711842 h 6858000"/>
              <a:gd name="connsiteX74" fmla="*/ 4666393 w 6007100"/>
              <a:gd name="connsiteY74" fmla="*/ 677094 h 6858000"/>
              <a:gd name="connsiteX75" fmla="*/ 4753019 w 6007100"/>
              <a:gd name="connsiteY75" fmla="*/ 677094 h 6858000"/>
              <a:gd name="connsiteX76" fmla="*/ 4753019 w 6007100"/>
              <a:gd name="connsiteY76" fmla="*/ 642617 h 6858000"/>
              <a:gd name="connsiteX77" fmla="*/ 4614515 w 6007100"/>
              <a:gd name="connsiteY77" fmla="*/ 642617 h 6858000"/>
              <a:gd name="connsiteX78" fmla="*/ 4476174 w 6007100"/>
              <a:gd name="connsiteY78" fmla="*/ 642617 h 6858000"/>
              <a:gd name="connsiteX79" fmla="*/ 4476174 w 6007100"/>
              <a:gd name="connsiteY79" fmla="*/ 850075 h 6858000"/>
              <a:gd name="connsiteX80" fmla="*/ 4528052 w 6007100"/>
              <a:gd name="connsiteY80" fmla="*/ 850075 h 6858000"/>
              <a:gd name="connsiteX81" fmla="*/ 4528052 w 6007100"/>
              <a:gd name="connsiteY81" fmla="*/ 642617 h 6858000"/>
              <a:gd name="connsiteX82" fmla="*/ 4355071 w 6007100"/>
              <a:gd name="connsiteY82" fmla="*/ 642617 h 6858000"/>
              <a:gd name="connsiteX83" fmla="*/ 4285846 w 6007100"/>
              <a:gd name="connsiteY83" fmla="*/ 850075 h 6858000"/>
              <a:gd name="connsiteX84" fmla="*/ 4337724 w 6007100"/>
              <a:gd name="connsiteY84" fmla="*/ 850075 h 6858000"/>
              <a:gd name="connsiteX85" fmla="*/ 4363663 w 6007100"/>
              <a:gd name="connsiteY85" fmla="*/ 781067 h 6858000"/>
              <a:gd name="connsiteX86" fmla="*/ 4398411 w 6007100"/>
              <a:gd name="connsiteY86" fmla="*/ 781067 h 6858000"/>
              <a:gd name="connsiteX87" fmla="*/ 4398411 w 6007100"/>
              <a:gd name="connsiteY87" fmla="*/ 850075 h 6858000"/>
              <a:gd name="connsiteX88" fmla="*/ 4450289 w 6007100"/>
              <a:gd name="connsiteY88" fmla="*/ 850075 h 6858000"/>
              <a:gd name="connsiteX89" fmla="*/ 4450289 w 6007100"/>
              <a:gd name="connsiteY89" fmla="*/ 642617 h 6858000"/>
              <a:gd name="connsiteX90" fmla="*/ 3974470 w 6007100"/>
              <a:gd name="connsiteY90" fmla="*/ 642563 h 6858000"/>
              <a:gd name="connsiteX91" fmla="*/ 4026078 w 6007100"/>
              <a:gd name="connsiteY91" fmla="*/ 694225 h 6858000"/>
              <a:gd name="connsiteX92" fmla="*/ 3974470 w 6007100"/>
              <a:gd name="connsiteY92" fmla="*/ 745995 h 6858000"/>
              <a:gd name="connsiteX93" fmla="*/ 3922863 w 6007100"/>
              <a:gd name="connsiteY93" fmla="*/ 694225 h 6858000"/>
              <a:gd name="connsiteX94" fmla="*/ 3974470 w 6007100"/>
              <a:gd name="connsiteY94" fmla="*/ 538699 h 6858000"/>
              <a:gd name="connsiteX95" fmla="*/ 3766688 w 6007100"/>
              <a:gd name="connsiteY95" fmla="*/ 746049 h 6858000"/>
              <a:gd name="connsiteX96" fmla="*/ 3818674 w 6007100"/>
              <a:gd name="connsiteY96" fmla="*/ 797927 h 6858000"/>
              <a:gd name="connsiteX97" fmla="*/ 3870822 w 6007100"/>
              <a:gd name="connsiteY97" fmla="*/ 746211 h 6858000"/>
              <a:gd name="connsiteX98" fmla="*/ 3922592 w 6007100"/>
              <a:gd name="connsiteY98" fmla="*/ 798198 h 6858000"/>
              <a:gd name="connsiteX99" fmla="*/ 3870498 w 6007100"/>
              <a:gd name="connsiteY99" fmla="*/ 850292 h 6858000"/>
              <a:gd name="connsiteX100" fmla="*/ 3922592 w 6007100"/>
              <a:gd name="connsiteY100" fmla="*/ 901846 h 6858000"/>
              <a:gd name="connsiteX101" fmla="*/ 3973498 w 6007100"/>
              <a:gd name="connsiteY101" fmla="*/ 850130 h 6858000"/>
              <a:gd name="connsiteX102" fmla="*/ 4026511 w 6007100"/>
              <a:gd name="connsiteY102" fmla="*/ 901846 h 6858000"/>
              <a:gd name="connsiteX103" fmla="*/ 4078173 w 6007100"/>
              <a:gd name="connsiteY103" fmla="*/ 850130 h 6858000"/>
              <a:gd name="connsiteX104" fmla="*/ 4026511 w 6007100"/>
              <a:gd name="connsiteY104" fmla="*/ 798468 h 6858000"/>
              <a:gd name="connsiteX105" fmla="*/ 4078713 w 6007100"/>
              <a:gd name="connsiteY105" fmla="*/ 746211 h 6858000"/>
              <a:gd name="connsiteX106" fmla="*/ 4130321 w 6007100"/>
              <a:gd name="connsiteY106" fmla="*/ 797927 h 6858000"/>
              <a:gd name="connsiteX107" fmla="*/ 4182037 w 6007100"/>
              <a:gd name="connsiteY107" fmla="*/ 746211 h 6858000"/>
              <a:gd name="connsiteX108" fmla="*/ 0 w 6007100"/>
              <a:gd name="connsiteY108" fmla="*/ 0 h 6858000"/>
              <a:gd name="connsiteX109" fmla="*/ 6007100 w 6007100"/>
              <a:gd name="connsiteY109" fmla="*/ 0 h 6858000"/>
              <a:gd name="connsiteX110" fmla="*/ 6007100 w 6007100"/>
              <a:gd name="connsiteY110" fmla="*/ 6858000 h 6858000"/>
              <a:gd name="connsiteX111" fmla="*/ 0 w 60071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007100" h="6858000">
                <a:moveTo>
                  <a:pt x="5073042" y="746373"/>
                </a:moveTo>
                <a:lnTo>
                  <a:pt x="5107789" y="746373"/>
                </a:lnTo>
                <a:lnTo>
                  <a:pt x="5107789" y="815598"/>
                </a:lnTo>
                <a:lnTo>
                  <a:pt x="5073042" y="815598"/>
                </a:lnTo>
                <a:close/>
                <a:moveTo>
                  <a:pt x="5021218" y="746266"/>
                </a:moveTo>
                <a:lnTo>
                  <a:pt x="5021218" y="746373"/>
                </a:lnTo>
                <a:lnTo>
                  <a:pt x="5021164" y="746373"/>
                </a:lnTo>
                <a:close/>
                <a:moveTo>
                  <a:pt x="4545452" y="746103"/>
                </a:moveTo>
                <a:lnTo>
                  <a:pt x="4545452" y="780851"/>
                </a:lnTo>
                <a:lnTo>
                  <a:pt x="4597385" y="780851"/>
                </a:lnTo>
                <a:lnTo>
                  <a:pt x="4597385" y="746103"/>
                </a:lnTo>
                <a:close/>
                <a:moveTo>
                  <a:pt x="5263423" y="711842"/>
                </a:moveTo>
                <a:lnTo>
                  <a:pt x="5263423" y="850075"/>
                </a:lnTo>
                <a:lnTo>
                  <a:pt x="5315301" y="850075"/>
                </a:lnTo>
                <a:lnTo>
                  <a:pt x="5315301" y="746373"/>
                </a:lnTo>
                <a:lnTo>
                  <a:pt x="5341240" y="746373"/>
                </a:lnTo>
                <a:lnTo>
                  <a:pt x="5341240" y="850075"/>
                </a:lnTo>
                <a:lnTo>
                  <a:pt x="5393119" y="850075"/>
                </a:lnTo>
                <a:lnTo>
                  <a:pt x="5393119" y="746373"/>
                </a:lnTo>
                <a:lnTo>
                  <a:pt x="5419112" y="746373"/>
                </a:lnTo>
                <a:lnTo>
                  <a:pt x="5419112" y="850075"/>
                </a:lnTo>
                <a:lnTo>
                  <a:pt x="5470990" y="850075"/>
                </a:lnTo>
                <a:lnTo>
                  <a:pt x="5470990" y="746373"/>
                </a:lnTo>
                <a:lnTo>
                  <a:pt x="5453859" y="711842"/>
                </a:lnTo>
                <a:lnTo>
                  <a:pt x="5263477" y="711842"/>
                </a:lnTo>
                <a:close/>
                <a:moveTo>
                  <a:pt x="5185606" y="711626"/>
                </a:moveTo>
                <a:lnTo>
                  <a:pt x="5185606" y="850075"/>
                </a:lnTo>
                <a:lnTo>
                  <a:pt x="5237538" y="850075"/>
                </a:lnTo>
                <a:lnTo>
                  <a:pt x="5237538" y="711842"/>
                </a:lnTo>
                <a:close/>
                <a:moveTo>
                  <a:pt x="4398411" y="677094"/>
                </a:moveTo>
                <a:lnTo>
                  <a:pt x="4398411" y="746373"/>
                </a:lnTo>
                <a:lnTo>
                  <a:pt x="4372201" y="746373"/>
                </a:lnTo>
                <a:close/>
                <a:moveTo>
                  <a:pt x="5185606" y="642617"/>
                </a:moveTo>
                <a:lnTo>
                  <a:pt x="5185606" y="677094"/>
                </a:lnTo>
                <a:lnTo>
                  <a:pt x="5237538" y="677094"/>
                </a:lnTo>
                <a:lnTo>
                  <a:pt x="5237538" y="642617"/>
                </a:lnTo>
                <a:close/>
                <a:moveTo>
                  <a:pt x="4614461" y="642617"/>
                </a:moveTo>
                <a:lnTo>
                  <a:pt x="4614461" y="850075"/>
                </a:lnTo>
                <a:lnTo>
                  <a:pt x="4666339" y="850075"/>
                </a:lnTo>
                <a:lnTo>
                  <a:pt x="4666339" y="746373"/>
                </a:lnTo>
                <a:lnTo>
                  <a:pt x="4701141" y="746373"/>
                </a:lnTo>
                <a:lnTo>
                  <a:pt x="4701141" y="815598"/>
                </a:lnTo>
                <a:lnTo>
                  <a:pt x="4718487" y="850075"/>
                </a:lnTo>
                <a:lnTo>
                  <a:pt x="4839644" y="850075"/>
                </a:lnTo>
                <a:lnTo>
                  <a:pt x="4839644" y="746373"/>
                </a:lnTo>
                <a:lnTo>
                  <a:pt x="4865583" y="746373"/>
                </a:lnTo>
                <a:lnTo>
                  <a:pt x="4865583" y="850075"/>
                </a:lnTo>
                <a:lnTo>
                  <a:pt x="4917407" y="850075"/>
                </a:lnTo>
                <a:lnTo>
                  <a:pt x="4917407" y="746373"/>
                </a:lnTo>
                <a:lnTo>
                  <a:pt x="4943401" y="746373"/>
                </a:lnTo>
                <a:lnTo>
                  <a:pt x="4943401" y="850075"/>
                </a:lnTo>
                <a:lnTo>
                  <a:pt x="4995279" y="850075"/>
                </a:lnTo>
                <a:lnTo>
                  <a:pt x="4995279" y="746373"/>
                </a:lnTo>
                <a:lnTo>
                  <a:pt x="5021164" y="746373"/>
                </a:lnTo>
                <a:lnTo>
                  <a:pt x="5021164" y="815598"/>
                </a:lnTo>
                <a:lnTo>
                  <a:pt x="5038564" y="850075"/>
                </a:lnTo>
                <a:lnTo>
                  <a:pt x="5159667" y="850075"/>
                </a:lnTo>
                <a:lnTo>
                  <a:pt x="5159667" y="711842"/>
                </a:lnTo>
                <a:lnTo>
                  <a:pt x="5038564" y="711842"/>
                </a:lnTo>
                <a:lnTo>
                  <a:pt x="5021218" y="746266"/>
                </a:lnTo>
                <a:lnTo>
                  <a:pt x="5021218" y="711842"/>
                </a:lnTo>
                <a:lnTo>
                  <a:pt x="4995279" y="711842"/>
                </a:lnTo>
                <a:lnTo>
                  <a:pt x="4995279" y="677094"/>
                </a:lnTo>
                <a:lnTo>
                  <a:pt x="4943401" y="677094"/>
                </a:lnTo>
                <a:lnTo>
                  <a:pt x="4943401" y="711842"/>
                </a:lnTo>
                <a:lnTo>
                  <a:pt x="4917407" y="711842"/>
                </a:lnTo>
                <a:lnTo>
                  <a:pt x="4917407" y="677094"/>
                </a:lnTo>
                <a:lnTo>
                  <a:pt x="4865583" y="677094"/>
                </a:lnTo>
                <a:lnTo>
                  <a:pt x="4865583" y="711842"/>
                </a:lnTo>
                <a:lnTo>
                  <a:pt x="4787496" y="711842"/>
                </a:lnTo>
                <a:lnTo>
                  <a:pt x="4787496" y="815544"/>
                </a:lnTo>
                <a:lnTo>
                  <a:pt x="4753019" y="815544"/>
                </a:lnTo>
                <a:lnTo>
                  <a:pt x="4753019" y="711842"/>
                </a:lnTo>
                <a:lnTo>
                  <a:pt x="4666393" y="711842"/>
                </a:lnTo>
                <a:lnTo>
                  <a:pt x="4666393" y="677094"/>
                </a:lnTo>
                <a:lnTo>
                  <a:pt x="4753019" y="677094"/>
                </a:lnTo>
                <a:lnTo>
                  <a:pt x="4753019" y="642617"/>
                </a:lnTo>
                <a:lnTo>
                  <a:pt x="4614515" y="642617"/>
                </a:lnTo>
                <a:close/>
                <a:moveTo>
                  <a:pt x="4476174" y="642617"/>
                </a:moveTo>
                <a:lnTo>
                  <a:pt x="4476174" y="850075"/>
                </a:lnTo>
                <a:lnTo>
                  <a:pt x="4528052" y="850075"/>
                </a:lnTo>
                <a:lnTo>
                  <a:pt x="4528052" y="642617"/>
                </a:lnTo>
                <a:close/>
                <a:moveTo>
                  <a:pt x="4355071" y="642617"/>
                </a:moveTo>
                <a:lnTo>
                  <a:pt x="4285846" y="850075"/>
                </a:lnTo>
                <a:lnTo>
                  <a:pt x="4337724" y="850075"/>
                </a:lnTo>
                <a:lnTo>
                  <a:pt x="4363663" y="781067"/>
                </a:lnTo>
                <a:lnTo>
                  <a:pt x="4398411" y="781067"/>
                </a:lnTo>
                <a:lnTo>
                  <a:pt x="4398411" y="850075"/>
                </a:lnTo>
                <a:lnTo>
                  <a:pt x="4450289" y="850075"/>
                </a:lnTo>
                <a:lnTo>
                  <a:pt x="4450289" y="642617"/>
                </a:lnTo>
                <a:close/>
                <a:moveTo>
                  <a:pt x="3974470" y="642563"/>
                </a:moveTo>
                <a:lnTo>
                  <a:pt x="4026078" y="694225"/>
                </a:lnTo>
                <a:lnTo>
                  <a:pt x="3974470" y="745995"/>
                </a:lnTo>
                <a:lnTo>
                  <a:pt x="3922863" y="694225"/>
                </a:lnTo>
                <a:close/>
                <a:moveTo>
                  <a:pt x="3974470" y="538699"/>
                </a:moveTo>
                <a:lnTo>
                  <a:pt x="3766688" y="746049"/>
                </a:lnTo>
                <a:lnTo>
                  <a:pt x="3818674" y="797927"/>
                </a:lnTo>
                <a:lnTo>
                  <a:pt x="3870822" y="746211"/>
                </a:lnTo>
                <a:lnTo>
                  <a:pt x="3922592" y="798198"/>
                </a:lnTo>
                <a:lnTo>
                  <a:pt x="3870498" y="850292"/>
                </a:lnTo>
                <a:lnTo>
                  <a:pt x="3922592" y="901846"/>
                </a:lnTo>
                <a:lnTo>
                  <a:pt x="3973498" y="850130"/>
                </a:lnTo>
                <a:lnTo>
                  <a:pt x="4026511" y="901846"/>
                </a:lnTo>
                <a:lnTo>
                  <a:pt x="4078173" y="850130"/>
                </a:lnTo>
                <a:lnTo>
                  <a:pt x="4026511" y="798468"/>
                </a:lnTo>
                <a:lnTo>
                  <a:pt x="4078713" y="746211"/>
                </a:lnTo>
                <a:lnTo>
                  <a:pt x="4130321" y="797927"/>
                </a:lnTo>
                <a:lnTo>
                  <a:pt x="4182037" y="746211"/>
                </a:lnTo>
                <a:close/>
                <a:moveTo>
                  <a:pt x="0" y="0"/>
                </a:moveTo>
                <a:lnTo>
                  <a:pt x="6007100" y="0"/>
                </a:lnTo>
                <a:lnTo>
                  <a:pt x="600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5465999" cy="3877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4E9EB8-BDD0-4FCD-83E6-95DC7ABA9253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465688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3653255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>
          <p15:clr>
            <a:srgbClr val="FBAE40"/>
          </p15:clr>
        </p15:guide>
        <p15:guide id="2" pos="3896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Content image_light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2E22475-5AA0-F2C0-0102-83ECDF348C1B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DF0A99-91B5-7C8B-95D4-7A1C654B58C5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B7952A-89C0-D564-994E-FA9124E6506C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E37481-81B7-DAE5-9279-A2E3EA447B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900" y="0"/>
            <a:ext cx="6007100" cy="6858000"/>
          </a:xfrm>
          <a:custGeom>
            <a:avLst/>
            <a:gdLst>
              <a:gd name="connsiteX0" fmla="*/ 5073042 w 6007100"/>
              <a:gd name="connsiteY0" fmla="*/ 746373 h 6858000"/>
              <a:gd name="connsiteX1" fmla="*/ 5107789 w 6007100"/>
              <a:gd name="connsiteY1" fmla="*/ 746373 h 6858000"/>
              <a:gd name="connsiteX2" fmla="*/ 5107789 w 6007100"/>
              <a:gd name="connsiteY2" fmla="*/ 815598 h 6858000"/>
              <a:gd name="connsiteX3" fmla="*/ 5073042 w 6007100"/>
              <a:gd name="connsiteY3" fmla="*/ 815598 h 6858000"/>
              <a:gd name="connsiteX4" fmla="*/ 5021218 w 6007100"/>
              <a:gd name="connsiteY4" fmla="*/ 746266 h 6858000"/>
              <a:gd name="connsiteX5" fmla="*/ 5021218 w 6007100"/>
              <a:gd name="connsiteY5" fmla="*/ 746373 h 6858000"/>
              <a:gd name="connsiteX6" fmla="*/ 5021164 w 6007100"/>
              <a:gd name="connsiteY6" fmla="*/ 746373 h 6858000"/>
              <a:gd name="connsiteX7" fmla="*/ 4545452 w 6007100"/>
              <a:gd name="connsiteY7" fmla="*/ 746103 h 6858000"/>
              <a:gd name="connsiteX8" fmla="*/ 4545452 w 6007100"/>
              <a:gd name="connsiteY8" fmla="*/ 780851 h 6858000"/>
              <a:gd name="connsiteX9" fmla="*/ 4597385 w 6007100"/>
              <a:gd name="connsiteY9" fmla="*/ 780851 h 6858000"/>
              <a:gd name="connsiteX10" fmla="*/ 4597385 w 6007100"/>
              <a:gd name="connsiteY10" fmla="*/ 746103 h 6858000"/>
              <a:gd name="connsiteX11" fmla="*/ 5263423 w 6007100"/>
              <a:gd name="connsiteY11" fmla="*/ 711842 h 6858000"/>
              <a:gd name="connsiteX12" fmla="*/ 5263423 w 6007100"/>
              <a:gd name="connsiteY12" fmla="*/ 850075 h 6858000"/>
              <a:gd name="connsiteX13" fmla="*/ 5315301 w 6007100"/>
              <a:gd name="connsiteY13" fmla="*/ 850075 h 6858000"/>
              <a:gd name="connsiteX14" fmla="*/ 5315301 w 6007100"/>
              <a:gd name="connsiteY14" fmla="*/ 746373 h 6858000"/>
              <a:gd name="connsiteX15" fmla="*/ 5341240 w 6007100"/>
              <a:gd name="connsiteY15" fmla="*/ 746373 h 6858000"/>
              <a:gd name="connsiteX16" fmla="*/ 5341240 w 6007100"/>
              <a:gd name="connsiteY16" fmla="*/ 850075 h 6858000"/>
              <a:gd name="connsiteX17" fmla="*/ 5393119 w 6007100"/>
              <a:gd name="connsiteY17" fmla="*/ 850075 h 6858000"/>
              <a:gd name="connsiteX18" fmla="*/ 5393119 w 6007100"/>
              <a:gd name="connsiteY18" fmla="*/ 746373 h 6858000"/>
              <a:gd name="connsiteX19" fmla="*/ 5419112 w 6007100"/>
              <a:gd name="connsiteY19" fmla="*/ 746373 h 6858000"/>
              <a:gd name="connsiteX20" fmla="*/ 5419112 w 6007100"/>
              <a:gd name="connsiteY20" fmla="*/ 850075 h 6858000"/>
              <a:gd name="connsiteX21" fmla="*/ 5470990 w 6007100"/>
              <a:gd name="connsiteY21" fmla="*/ 850075 h 6858000"/>
              <a:gd name="connsiteX22" fmla="*/ 5470990 w 6007100"/>
              <a:gd name="connsiteY22" fmla="*/ 746373 h 6858000"/>
              <a:gd name="connsiteX23" fmla="*/ 5453859 w 6007100"/>
              <a:gd name="connsiteY23" fmla="*/ 711842 h 6858000"/>
              <a:gd name="connsiteX24" fmla="*/ 5263477 w 6007100"/>
              <a:gd name="connsiteY24" fmla="*/ 711842 h 6858000"/>
              <a:gd name="connsiteX25" fmla="*/ 5185606 w 6007100"/>
              <a:gd name="connsiteY25" fmla="*/ 711626 h 6858000"/>
              <a:gd name="connsiteX26" fmla="*/ 5185606 w 6007100"/>
              <a:gd name="connsiteY26" fmla="*/ 850075 h 6858000"/>
              <a:gd name="connsiteX27" fmla="*/ 5237538 w 6007100"/>
              <a:gd name="connsiteY27" fmla="*/ 850075 h 6858000"/>
              <a:gd name="connsiteX28" fmla="*/ 5237538 w 6007100"/>
              <a:gd name="connsiteY28" fmla="*/ 711842 h 6858000"/>
              <a:gd name="connsiteX29" fmla="*/ 4398411 w 6007100"/>
              <a:gd name="connsiteY29" fmla="*/ 677094 h 6858000"/>
              <a:gd name="connsiteX30" fmla="*/ 4398411 w 6007100"/>
              <a:gd name="connsiteY30" fmla="*/ 746373 h 6858000"/>
              <a:gd name="connsiteX31" fmla="*/ 4372201 w 6007100"/>
              <a:gd name="connsiteY31" fmla="*/ 746373 h 6858000"/>
              <a:gd name="connsiteX32" fmla="*/ 5185606 w 6007100"/>
              <a:gd name="connsiteY32" fmla="*/ 642617 h 6858000"/>
              <a:gd name="connsiteX33" fmla="*/ 5185606 w 6007100"/>
              <a:gd name="connsiteY33" fmla="*/ 677094 h 6858000"/>
              <a:gd name="connsiteX34" fmla="*/ 5237538 w 6007100"/>
              <a:gd name="connsiteY34" fmla="*/ 677094 h 6858000"/>
              <a:gd name="connsiteX35" fmla="*/ 5237538 w 6007100"/>
              <a:gd name="connsiteY35" fmla="*/ 642617 h 6858000"/>
              <a:gd name="connsiteX36" fmla="*/ 4614461 w 6007100"/>
              <a:gd name="connsiteY36" fmla="*/ 642617 h 6858000"/>
              <a:gd name="connsiteX37" fmla="*/ 4614461 w 6007100"/>
              <a:gd name="connsiteY37" fmla="*/ 850075 h 6858000"/>
              <a:gd name="connsiteX38" fmla="*/ 4666339 w 6007100"/>
              <a:gd name="connsiteY38" fmla="*/ 850075 h 6858000"/>
              <a:gd name="connsiteX39" fmla="*/ 4666339 w 6007100"/>
              <a:gd name="connsiteY39" fmla="*/ 746373 h 6858000"/>
              <a:gd name="connsiteX40" fmla="*/ 4701141 w 6007100"/>
              <a:gd name="connsiteY40" fmla="*/ 746373 h 6858000"/>
              <a:gd name="connsiteX41" fmla="*/ 4701141 w 6007100"/>
              <a:gd name="connsiteY41" fmla="*/ 815598 h 6858000"/>
              <a:gd name="connsiteX42" fmla="*/ 4718487 w 6007100"/>
              <a:gd name="connsiteY42" fmla="*/ 850075 h 6858000"/>
              <a:gd name="connsiteX43" fmla="*/ 4839644 w 6007100"/>
              <a:gd name="connsiteY43" fmla="*/ 850075 h 6858000"/>
              <a:gd name="connsiteX44" fmla="*/ 4839644 w 6007100"/>
              <a:gd name="connsiteY44" fmla="*/ 746373 h 6858000"/>
              <a:gd name="connsiteX45" fmla="*/ 4865583 w 6007100"/>
              <a:gd name="connsiteY45" fmla="*/ 746373 h 6858000"/>
              <a:gd name="connsiteX46" fmla="*/ 4865583 w 6007100"/>
              <a:gd name="connsiteY46" fmla="*/ 850075 h 6858000"/>
              <a:gd name="connsiteX47" fmla="*/ 4917407 w 6007100"/>
              <a:gd name="connsiteY47" fmla="*/ 850075 h 6858000"/>
              <a:gd name="connsiteX48" fmla="*/ 4917407 w 6007100"/>
              <a:gd name="connsiteY48" fmla="*/ 746373 h 6858000"/>
              <a:gd name="connsiteX49" fmla="*/ 4943401 w 6007100"/>
              <a:gd name="connsiteY49" fmla="*/ 746373 h 6858000"/>
              <a:gd name="connsiteX50" fmla="*/ 4943401 w 6007100"/>
              <a:gd name="connsiteY50" fmla="*/ 850075 h 6858000"/>
              <a:gd name="connsiteX51" fmla="*/ 4995279 w 6007100"/>
              <a:gd name="connsiteY51" fmla="*/ 850075 h 6858000"/>
              <a:gd name="connsiteX52" fmla="*/ 4995279 w 6007100"/>
              <a:gd name="connsiteY52" fmla="*/ 746373 h 6858000"/>
              <a:gd name="connsiteX53" fmla="*/ 5021164 w 6007100"/>
              <a:gd name="connsiteY53" fmla="*/ 746373 h 6858000"/>
              <a:gd name="connsiteX54" fmla="*/ 5021164 w 6007100"/>
              <a:gd name="connsiteY54" fmla="*/ 815598 h 6858000"/>
              <a:gd name="connsiteX55" fmla="*/ 5038564 w 6007100"/>
              <a:gd name="connsiteY55" fmla="*/ 850075 h 6858000"/>
              <a:gd name="connsiteX56" fmla="*/ 5159667 w 6007100"/>
              <a:gd name="connsiteY56" fmla="*/ 850075 h 6858000"/>
              <a:gd name="connsiteX57" fmla="*/ 5159667 w 6007100"/>
              <a:gd name="connsiteY57" fmla="*/ 711842 h 6858000"/>
              <a:gd name="connsiteX58" fmla="*/ 5038564 w 6007100"/>
              <a:gd name="connsiteY58" fmla="*/ 711842 h 6858000"/>
              <a:gd name="connsiteX59" fmla="*/ 5021218 w 6007100"/>
              <a:gd name="connsiteY59" fmla="*/ 746266 h 6858000"/>
              <a:gd name="connsiteX60" fmla="*/ 5021218 w 6007100"/>
              <a:gd name="connsiteY60" fmla="*/ 711842 h 6858000"/>
              <a:gd name="connsiteX61" fmla="*/ 4995279 w 6007100"/>
              <a:gd name="connsiteY61" fmla="*/ 711842 h 6858000"/>
              <a:gd name="connsiteX62" fmla="*/ 4995279 w 6007100"/>
              <a:gd name="connsiteY62" fmla="*/ 677094 h 6858000"/>
              <a:gd name="connsiteX63" fmla="*/ 4943401 w 6007100"/>
              <a:gd name="connsiteY63" fmla="*/ 677094 h 6858000"/>
              <a:gd name="connsiteX64" fmla="*/ 4943401 w 6007100"/>
              <a:gd name="connsiteY64" fmla="*/ 711842 h 6858000"/>
              <a:gd name="connsiteX65" fmla="*/ 4917407 w 6007100"/>
              <a:gd name="connsiteY65" fmla="*/ 711842 h 6858000"/>
              <a:gd name="connsiteX66" fmla="*/ 4917407 w 6007100"/>
              <a:gd name="connsiteY66" fmla="*/ 677094 h 6858000"/>
              <a:gd name="connsiteX67" fmla="*/ 4865583 w 6007100"/>
              <a:gd name="connsiteY67" fmla="*/ 677094 h 6858000"/>
              <a:gd name="connsiteX68" fmla="*/ 4865583 w 6007100"/>
              <a:gd name="connsiteY68" fmla="*/ 711842 h 6858000"/>
              <a:gd name="connsiteX69" fmla="*/ 4787496 w 6007100"/>
              <a:gd name="connsiteY69" fmla="*/ 711842 h 6858000"/>
              <a:gd name="connsiteX70" fmla="*/ 4787496 w 6007100"/>
              <a:gd name="connsiteY70" fmla="*/ 815544 h 6858000"/>
              <a:gd name="connsiteX71" fmla="*/ 4753019 w 6007100"/>
              <a:gd name="connsiteY71" fmla="*/ 815544 h 6858000"/>
              <a:gd name="connsiteX72" fmla="*/ 4753019 w 6007100"/>
              <a:gd name="connsiteY72" fmla="*/ 711842 h 6858000"/>
              <a:gd name="connsiteX73" fmla="*/ 4666393 w 6007100"/>
              <a:gd name="connsiteY73" fmla="*/ 711842 h 6858000"/>
              <a:gd name="connsiteX74" fmla="*/ 4666393 w 6007100"/>
              <a:gd name="connsiteY74" fmla="*/ 677094 h 6858000"/>
              <a:gd name="connsiteX75" fmla="*/ 4753019 w 6007100"/>
              <a:gd name="connsiteY75" fmla="*/ 677094 h 6858000"/>
              <a:gd name="connsiteX76" fmla="*/ 4753019 w 6007100"/>
              <a:gd name="connsiteY76" fmla="*/ 642617 h 6858000"/>
              <a:gd name="connsiteX77" fmla="*/ 4614515 w 6007100"/>
              <a:gd name="connsiteY77" fmla="*/ 642617 h 6858000"/>
              <a:gd name="connsiteX78" fmla="*/ 4476174 w 6007100"/>
              <a:gd name="connsiteY78" fmla="*/ 642617 h 6858000"/>
              <a:gd name="connsiteX79" fmla="*/ 4476174 w 6007100"/>
              <a:gd name="connsiteY79" fmla="*/ 850075 h 6858000"/>
              <a:gd name="connsiteX80" fmla="*/ 4528052 w 6007100"/>
              <a:gd name="connsiteY80" fmla="*/ 850075 h 6858000"/>
              <a:gd name="connsiteX81" fmla="*/ 4528052 w 6007100"/>
              <a:gd name="connsiteY81" fmla="*/ 642617 h 6858000"/>
              <a:gd name="connsiteX82" fmla="*/ 4355071 w 6007100"/>
              <a:gd name="connsiteY82" fmla="*/ 642617 h 6858000"/>
              <a:gd name="connsiteX83" fmla="*/ 4285846 w 6007100"/>
              <a:gd name="connsiteY83" fmla="*/ 850075 h 6858000"/>
              <a:gd name="connsiteX84" fmla="*/ 4337724 w 6007100"/>
              <a:gd name="connsiteY84" fmla="*/ 850075 h 6858000"/>
              <a:gd name="connsiteX85" fmla="*/ 4363663 w 6007100"/>
              <a:gd name="connsiteY85" fmla="*/ 781067 h 6858000"/>
              <a:gd name="connsiteX86" fmla="*/ 4398411 w 6007100"/>
              <a:gd name="connsiteY86" fmla="*/ 781067 h 6858000"/>
              <a:gd name="connsiteX87" fmla="*/ 4398411 w 6007100"/>
              <a:gd name="connsiteY87" fmla="*/ 850075 h 6858000"/>
              <a:gd name="connsiteX88" fmla="*/ 4450289 w 6007100"/>
              <a:gd name="connsiteY88" fmla="*/ 850075 h 6858000"/>
              <a:gd name="connsiteX89" fmla="*/ 4450289 w 6007100"/>
              <a:gd name="connsiteY89" fmla="*/ 642617 h 6858000"/>
              <a:gd name="connsiteX90" fmla="*/ 3974470 w 6007100"/>
              <a:gd name="connsiteY90" fmla="*/ 642563 h 6858000"/>
              <a:gd name="connsiteX91" fmla="*/ 4026078 w 6007100"/>
              <a:gd name="connsiteY91" fmla="*/ 694225 h 6858000"/>
              <a:gd name="connsiteX92" fmla="*/ 3974470 w 6007100"/>
              <a:gd name="connsiteY92" fmla="*/ 745995 h 6858000"/>
              <a:gd name="connsiteX93" fmla="*/ 3922863 w 6007100"/>
              <a:gd name="connsiteY93" fmla="*/ 694225 h 6858000"/>
              <a:gd name="connsiteX94" fmla="*/ 3974470 w 6007100"/>
              <a:gd name="connsiteY94" fmla="*/ 538699 h 6858000"/>
              <a:gd name="connsiteX95" fmla="*/ 3766688 w 6007100"/>
              <a:gd name="connsiteY95" fmla="*/ 746049 h 6858000"/>
              <a:gd name="connsiteX96" fmla="*/ 3818674 w 6007100"/>
              <a:gd name="connsiteY96" fmla="*/ 797927 h 6858000"/>
              <a:gd name="connsiteX97" fmla="*/ 3870822 w 6007100"/>
              <a:gd name="connsiteY97" fmla="*/ 746211 h 6858000"/>
              <a:gd name="connsiteX98" fmla="*/ 3922592 w 6007100"/>
              <a:gd name="connsiteY98" fmla="*/ 798198 h 6858000"/>
              <a:gd name="connsiteX99" fmla="*/ 3870498 w 6007100"/>
              <a:gd name="connsiteY99" fmla="*/ 850292 h 6858000"/>
              <a:gd name="connsiteX100" fmla="*/ 3922592 w 6007100"/>
              <a:gd name="connsiteY100" fmla="*/ 901846 h 6858000"/>
              <a:gd name="connsiteX101" fmla="*/ 3973498 w 6007100"/>
              <a:gd name="connsiteY101" fmla="*/ 850130 h 6858000"/>
              <a:gd name="connsiteX102" fmla="*/ 4026511 w 6007100"/>
              <a:gd name="connsiteY102" fmla="*/ 901846 h 6858000"/>
              <a:gd name="connsiteX103" fmla="*/ 4078173 w 6007100"/>
              <a:gd name="connsiteY103" fmla="*/ 850130 h 6858000"/>
              <a:gd name="connsiteX104" fmla="*/ 4026511 w 6007100"/>
              <a:gd name="connsiteY104" fmla="*/ 798468 h 6858000"/>
              <a:gd name="connsiteX105" fmla="*/ 4078713 w 6007100"/>
              <a:gd name="connsiteY105" fmla="*/ 746211 h 6858000"/>
              <a:gd name="connsiteX106" fmla="*/ 4130321 w 6007100"/>
              <a:gd name="connsiteY106" fmla="*/ 797927 h 6858000"/>
              <a:gd name="connsiteX107" fmla="*/ 4182037 w 6007100"/>
              <a:gd name="connsiteY107" fmla="*/ 746211 h 6858000"/>
              <a:gd name="connsiteX108" fmla="*/ 0 w 6007100"/>
              <a:gd name="connsiteY108" fmla="*/ 0 h 6858000"/>
              <a:gd name="connsiteX109" fmla="*/ 6007100 w 6007100"/>
              <a:gd name="connsiteY109" fmla="*/ 0 h 6858000"/>
              <a:gd name="connsiteX110" fmla="*/ 6007100 w 6007100"/>
              <a:gd name="connsiteY110" fmla="*/ 6858000 h 6858000"/>
              <a:gd name="connsiteX111" fmla="*/ 0 w 60071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007100" h="6858000">
                <a:moveTo>
                  <a:pt x="5073042" y="746373"/>
                </a:moveTo>
                <a:lnTo>
                  <a:pt x="5107789" y="746373"/>
                </a:lnTo>
                <a:lnTo>
                  <a:pt x="5107789" y="815598"/>
                </a:lnTo>
                <a:lnTo>
                  <a:pt x="5073042" y="815598"/>
                </a:lnTo>
                <a:close/>
                <a:moveTo>
                  <a:pt x="5021218" y="746266"/>
                </a:moveTo>
                <a:lnTo>
                  <a:pt x="5021218" y="746373"/>
                </a:lnTo>
                <a:lnTo>
                  <a:pt x="5021164" y="746373"/>
                </a:lnTo>
                <a:close/>
                <a:moveTo>
                  <a:pt x="4545452" y="746103"/>
                </a:moveTo>
                <a:lnTo>
                  <a:pt x="4545452" y="780851"/>
                </a:lnTo>
                <a:lnTo>
                  <a:pt x="4597385" y="780851"/>
                </a:lnTo>
                <a:lnTo>
                  <a:pt x="4597385" y="746103"/>
                </a:lnTo>
                <a:close/>
                <a:moveTo>
                  <a:pt x="5263423" y="711842"/>
                </a:moveTo>
                <a:lnTo>
                  <a:pt x="5263423" y="850075"/>
                </a:lnTo>
                <a:lnTo>
                  <a:pt x="5315301" y="850075"/>
                </a:lnTo>
                <a:lnTo>
                  <a:pt x="5315301" y="746373"/>
                </a:lnTo>
                <a:lnTo>
                  <a:pt x="5341240" y="746373"/>
                </a:lnTo>
                <a:lnTo>
                  <a:pt x="5341240" y="850075"/>
                </a:lnTo>
                <a:lnTo>
                  <a:pt x="5393119" y="850075"/>
                </a:lnTo>
                <a:lnTo>
                  <a:pt x="5393119" y="746373"/>
                </a:lnTo>
                <a:lnTo>
                  <a:pt x="5419112" y="746373"/>
                </a:lnTo>
                <a:lnTo>
                  <a:pt x="5419112" y="850075"/>
                </a:lnTo>
                <a:lnTo>
                  <a:pt x="5470990" y="850075"/>
                </a:lnTo>
                <a:lnTo>
                  <a:pt x="5470990" y="746373"/>
                </a:lnTo>
                <a:lnTo>
                  <a:pt x="5453859" y="711842"/>
                </a:lnTo>
                <a:lnTo>
                  <a:pt x="5263477" y="711842"/>
                </a:lnTo>
                <a:close/>
                <a:moveTo>
                  <a:pt x="5185606" y="711626"/>
                </a:moveTo>
                <a:lnTo>
                  <a:pt x="5185606" y="850075"/>
                </a:lnTo>
                <a:lnTo>
                  <a:pt x="5237538" y="850075"/>
                </a:lnTo>
                <a:lnTo>
                  <a:pt x="5237538" y="711842"/>
                </a:lnTo>
                <a:close/>
                <a:moveTo>
                  <a:pt x="4398411" y="677094"/>
                </a:moveTo>
                <a:lnTo>
                  <a:pt x="4398411" y="746373"/>
                </a:lnTo>
                <a:lnTo>
                  <a:pt x="4372201" y="746373"/>
                </a:lnTo>
                <a:close/>
                <a:moveTo>
                  <a:pt x="5185606" y="642617"/>
                </a:moveTo>
                <a:lnTo>
                  <a:pt x="5185606" y="677094"/>
                </a:lnTo>
                <a:lnTo>
                  <a:pt x="5237538" y="677094"/>
                </a:lnTo>
                <a:lnTo>
                  <a:pt x="5237538" y="642617"/>
                </a:lnTo>
                <a:close/>
                <a:moveTo>
                  <a:pt x="4614461" y="642617"/>
                </a:moveTo>
                <a:lnTo>
                  <a:pt x="4614461" y="850075"/>
                </a:lnTo>
                <a:lnTo>
                  <a:pt x="4666339" y="850075"/>
                </a:lnTo>
                <a:lnTo>
                  <a:pt x="4666339" y="746373"/>
                </a:lnTo>
                <a:lnTo>
                  <a:pt x="4701141" y="746373"/>
                </a:lnTo>
                <a:lnTo>
                  <a:pt x="4701141" y="815598"/>
                </a:lnTo>
                <a:lnTo>
                  <a:pt x="4718487" y="850075"/>
                </a:lnTo>
                <a:lnTo>
                  <a:pt x="4839644" y="850075"/>
                </a:lnTo>
                <a:lnTo>
                  <a:pt x="4839644" y="746373"/>
                </a:lnTo>
                <a:lnTo>
                  <a:pt x="4865583" y="746373"/>
                </a:lnTo>
                <a:lnTo>
                  <a:pt x="4865583" y="850075"/>
                </a:lnTo>
                <a:lnTo>
                  <a:pt x="4917407" y="850075"/>
                </a:lnTo>
                <a:lnTo>
                  <a:pt x="4917407" y="746373"/>
                </a:lnTo>
                <a:lnTo>
                  <a:pt x="4943401" y="746373"/>
                </a:lnTo>
                <a:lnTo>
                  <a:pt x="4943401" y="850075"/>
                </a:lnTo>
                <a:lnTo>
                  <a:pt x="4995279" y="850075"/>
                </a:lnTo>
                <a:lnTo>
                  <a:pt x="4995279" y="746373"/>
                </a:lnTo>
                <a:lnTo>
                  <a:pt x="5021164" y="746373"/>
                </a:lnTo>
                <a:lnTo>
                  <a:pt x="5021164" y="815598"/>
                </a:lnTo>
                <a:lnTo>
                  <a:pt x="5038564" y="850075"/>
                </a:lnTo>
                <a:lnTo>
                  <a:pt x="5159667" y="850075"/>
                </a:lnTo>
                <a:lnTo>
                  <a:pt x="5159667" y="711842"/>
                </a:lnTo>
                <a:lnTo>
                  <a:pt x="5038564" y="711842"/>
                </a:lnTo>
                <a:lnTo>
                  <a:pt x="5021218" y="746266"/>
                </a:lnTo>
                <a:lnTo>
                  <a:pt x="5021218" y="711842"/>
                </a:lnTo>
                <a:lnTo>
                  <a:pt x="4995279" y="711842"/>
                </a:lnTo>
                <a:lnTo>
                  <a:pt x="4995279" y="677094"/>
                </a:lnTo>
                <a:lnTo>
                  <a:pt x="4943401" y="677094"/>
                </a:lnTo>
                <a:lnTo>
                  <a:pt x="4943401" y="711842"/>
                </a:lnTo>
                <a:lnTo>
                  <a:pt x="4917407" y="711842"/>
                </a:lnTo>
                <a:lnTo>
                  <a:pt x="4917407" y="677094"/>
                </a:lnTo>
                <a:lnTo>
                  <a:pt x="4865583" y="677094"/>
                </a:lnTo>
                <a:lnTo>
                  <a:pt x="4865583" y="711842"/>
                </a:lnTo>
                <a:lnTo>
                  <a:pt x="4787496" y="711842"/>
                </a:lnTo>
                <a:lnTo>
                  <a:pt x="4787496" y="815544"/>
                </a:lnTo>
                <a:lnTo>
                  <a:pt x="4753019" y="815544"/>
                </a:lnTo>
                <a:lnTo>
                  <a:pt x="4753019" y="711842"/>
                </a:lnTo>
                <a:lnTo>
                  <a:pt x="4666393" y="711842"/>
                </a:lnTo>
                <a:lnTo>
                  <a:pt x="4666393" y="677094"/>
                </a:lnTo>
                <a:lnTo>
                  <a:pt x="4753019" y="677094"/>
                </a:lnTo>
                <a:lnTo>
                  <a:pt x="4753019" y="642617"/>
                </a:lnTo>
                <a:lnTo>
                  <a:pt x="4614515" y="642617"/>
                </a:lnTo>
                <a:close/>
                <a:moveTo>
                  <a:pt x="4476174" y="642617"/>
                </a:moveTo>
                <a:lnTo>
                  <a:pt x="4476174" y="850075"/>
                </a:lnTo>
                <a:lnTo>
                  <a:pt x="4528052" y="850075"/>
                </a:lnTo>
                <a:lnTo>
                  <a:pt x="4528052" y="642617"/>
                </a:lnTo>
                <a:close/>
                <a:moveTo>
                  <a:pt x="4355071" y="642617"/>
                </a:moveTo>
                <a:lnTo>
                  <a:pt x="4285846" y="850075"/>
                </a:lnTo>
                <a:lnTo>
                  <a:pt x="4337724" y="850075"/>
                </a:lnTo>
                <a:lnTo>
                  <a:pt x="4363663" y="781067"/>
                </a:lnTo>
                <a:lnTo>
                  <a:pt x="4398411" y="781067"/>
                </a:lnTo>
                <a:lnTo>
                  <a:pt x="4398411" y="850075"/>
                </a:lnTo>
                <a:lnTo>
                  <a:pt x="4450289" y="850075"/>
                </a:lnTo>
                <a:lnTo>
                  <a:pt x="4450289" y="642617"/>
                </a:lnTo>
                <a:close/>
                <a:moveTo>
                  <a:pt x="3974470" y="642563"/>
                </a:moveTo>
                <a:lnTo>
                  <a:pt x="4026078" y="694225"/>
                </a:lnTo>
                <a:lnTo>
                  <a:pt x="3974470" y="745995"/>
                </a:lnTo>
                <a:lnTo>
                  <a:pt x="3922863" y="694225"/>
                </a:lnTo>
                <a:close/>
                <a:moveTo>
                  <a:pt x="3974470" y="538699"/>
                </a:moveTo>
                <a:lnTo>
                  <a:pt x="3766688" y="746049"/>
                </a:lnTo>
                <a:lnTo>
                  <a:pt x="3818674" y="797927"/>
                </a:lnTo>
                <a:lnTo>
                  <a:pt x="3870822" y="746211"/>
                </a:lnTo>
                <a:lnTo>
                  <a:pt x="3922592" y="798198"/>
                </a:lnTo>
                <a:lnTo>
                  <a:pt x="3870498" y="850292"/>
                </a:lnTo>
                <a:lnTo>
                  <a:pt x="3922592" y="901846"/>
                </a:lnTo>
                <a:lnTo>
                  <a:pt x="3973498" y="850130"/>
                </a:lnTo>
                <a:lnTo>
                  <a:pt x="4026511" y="901846"/>
                </a:lnTo>
                <a:lnTo>
                  <a:pt x="4078173" y="850130"/>
                </a:lnTo>
                <a:lnTo>
                  <a:pt x="4026511" y="798468"/>
                </a:lnTo>
                <a:lnTo>
                  <a:pt x="4078713" y="746211"/>
                </a:lnTo>
                <a:lnTo>
                  <a:pt x="4130321" y="797927"/>
                </a:lnTo>
                <a:lnTo>
                  <a:pt x="4182037" y="746211"/>
                </a:lnTo>
                <a:close/>
                <a:moveTo>
                  <a:pt x="0" y="0"/>
                </a:moveTo>
                <a:lnTo>
                  <a:pt x="6007100" y="0"/>
                </a:lnTo>
                <a:lnTo>
                  <a:pt x="600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5465999" cy="3877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8EC00C-861D-4D9F-81AA-DEF9A0E71E5A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465688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90634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>
          <p15:clr>
            <a:srgbClr val="FBAE40"/>
          </p15:clr>
        </p15:guide>
        <p15:guide id="2" pos="3896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Content image_light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E37481-81B7-DAE5-9279-A2E3EA447B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84900" y="0"/>
            <a:ext cx="6007100" cy="6858000"/>
          </a:xfrm>
          <a:custGeom>
            <a:avLst/>
            <a:gdLst>
              <a:gd name="connsiteX0" fmla="*/ 5073042 w 6007100"/>
              <a:gd name="connsiteY0" fmla="*/ 746373 h 6858000"/>
              <a:gd name="connsiteX1" fmla="*/ 5107789 w 6007100"/>
              <a:gd name="connsiteY1" fmla="*/ 746373 h 6858000"/>
              <a:gd name="connsiteX2" fmla="*/ 5107789 w 6007100"/>
              <a:gd name="connsiteY2" fmla="*/ 815598 h 6858000"/>
              <a:gd name="connsiteX3" fmla="*/ 5073042 w 6007100"/>
              <a:gd name="connsiteY3" fmla="*/ 815598 h 6858000"/>
              <a:gd name="connsiteX4" fmla="*/ 5021218 w 6007100"/>
              <a:gd name="connsiteY4" fmla="*/ 746266 h 6858000"/>
              <a:gd name="connsiteX5" fmla="*/ 5021218 w 6007100"/>
              <a:gd name="connsiteY5" fmla="*/ 746373 h 6858000"/>
              <a:gd name="connsiteX6" fmla="*/ 5021164 w 6007100"/>
              <a:gd name="connsiteY6" fmla="*/ 746373 h 6858000"/>
              <a:gd name="connsiteX7" fmla="*/ 4545452 w 6007100"/>
              <a:gd name="connsiteY7" fmla="*/ 746103 h 6858000"/>
              <a:gd name="connsiteX8" fmla="*/ 4545452 w 6007100"/>
              <a:gd name="connsiteY8" fmla="*/ 780851 h 6858000"/>
              <a:gd name="connsiteX9" fmla="*/ 4597385 w 6007100"/>
              <a:gd name="connsiteY9" fmla="*/ 780851 h 6858000"/>
              <a:gd name="connsiteX10" fmla="*/ 4597385 w 6007100"/>
              <a:gd name="connsiteY10" fmla="*/ 746103 h 6858000"/>
              <a:gd name="connsiteX11" fmla="*/ 5263423 w 6007100"/>
              <a:gd name="connsiteY11" fmla="*/ 711842 h 6858000"/>
              <a:gd name="connsiteX12" fmla="*/ 5263423 w 6007100"/>
              <a:gd name="connsiteY12" fmla="*/ 850075 h 6858000"/>
              <a:gd name="connsiteX13" fmla="*/ 5315301 w 6007100"/>
              <a:gd name="connsiteY13" fmla="*/ 850075 h 6858000"/>
              <a:gd name="connsiteX14" fmla="*/ 5315301 w 6007100"/>
              <a:gd name="connsiteY14" fmla="*/ 746373 h 6858000"/>
              <a:gd name="connsiteX15" fmla="*/ 5341240 w 6007100"/>
              <a:gd name="connsiteY15" fmla="*/ 746373 h 6858000"/>
              <a:gd name="connsiteX16" fmla="*/ 5341240 w 6007100"/>
              <a:gd name="connsiteY16" fmla="*/ 850075 h 6858000"/>
              <a:gd name="connsiteX17" fmla="*/ 5393119 w 6007100"/>
              <a:gd name="connsiteY17" fmla="*/ 850075 h 6858000"/>
              <a:gd name="connsiteX18" fmla="*/ 5393119 w 6007100"/>
              <a:gd name="connsiteY18" fmla="*/ 746373 h 6858000"/>
              <a:gd name="connsiteX19" fmla="*/ 5419112 w 6007100"/>
              <a:gd name="connsiteY19" fmla="*/ 746373 h 6858000"/>
              <a:gd name="connsiteX20" fmla="*/ 5419112 w 6007100"/>
              <a:gd name="connsiteY20" fmla="*/ 850075 h 6858000"/>
              <a:gd name="connsiteX21" fmla="*/ 5470990 w 6007100"/>
              <a:gd name="connsiteY21" fmla="*/ 850075 h 6858000"/>
              <a:gd name="connsiteX22" fmla="*/ 5470990 w 6007100"/>
              <a:gd name="connsiteY22" fmla="*/ 746373 h 6858000"/>
              <a:gd name="connsiteX23" fmla="*/ 5453859 w 6007100"/>
              <a:gd name="connsiteY23" fmla="*/ 711842 h 6858000"/>
              <a:gd name="connsiteX24" fmla="*/ 5263477 w 6007100"/>
              <a:gd name="connsiteY24" fmla="*/ 711842 h 6858000"/>
              <a:gd name="connsiteX25" fmla="*/ 5185606 w 6007100"/>
              <a:gd name="connsiteY25" fmla="*/ 711626 h 6858000"/>
              <a:gd name="connsiteX26" fmla="*/ 5185606 w 6007100"/>
              <a:gd name="connsiteY26" fmla="*/ 850075 h 6858000"/>
              <a:gd name="connsiteX27" fmla="*/ 5237538 w 6007100"/>
              <a:gd name="connsiteY27" fmla="*/ 850075 h 6858000"/>
              <a:gd name="connsiteX28" fmla="*/ 5237538 w 6007100"/>
              <a:gd name="connsiteY28" fmla="*/ 711842 h 6858000"/>
              <a:gd name="connsiteX29" fmla="*/ 4398411 w 6007100"/>
              <a:gd name="connsiteY29" fmla="*/ 677094 h 6858000"/>
              <a:gd name="connsiteX30" fmla="*/ 4398411 w 6007100"/>
              <a:gd name="connsiteY30" fmla="*/ 746373 h 6858000"/>
              <a:gd name="connsiteX31" fmla="*/ 4372201 w 6007100"/>
              <a:gd name="connsiteY31" fmla="*/ 746373 h 6858000"/>
              <a:gd name="connsiteX32" fmla="*/ 5185606 w 6007100"/>
              <a:gd name="connsiteY32" fmla="*/ 642617 h 6858000"/>
              <a:gd name="connsiteX33" fmla="*/ 5185606 w 6007100"/>
              <a:gd name="connsiteY33" fmla="*/ 677094 h 6858000"/>
              <a:gd name="connsiteX34" fmla="*/ 5237538 w 6007100"/>
              <a:gd name="connsiteY34" fmla="*/ 677094 h 6858000"/>
              <a:gd name="connsiteX35" fmla="*/ 5237538 w 6007100"/>
              <a:gd name="connsiteY35" fmla="*/ 642617 h 6858000"/>
              <a:gd name="connsiteX36" fmla="*/ 4614461 w 6007100"/>
              <a:gd name="connsiteY36" fmla="*/ 642617 h 6858000"/>
              <a:gd name="connsiteX37" fmla="*/ 4614461 w 6007100"/>
              <a:gd name="connsiteY37" fmla="*/ 850075 h 6858000"/>
              <a:gd name="connsiteX38" fmla="*/ 4666339 w 6007100"/>
              <a:gd name="connsiteY38" fmla="*/ 850075 h 6858000"/>
              <a:gd name="connsiteX39" fmla="*/ 4666339 w 6007100"/>
              <a:gd name="connsiteY39" fmla="*/ 746373 h 6858000"/>
              <a:gd name="connsiteX40" fmla="*/ 4701141 w 6007100"/>
              <a:gd name="connsiteY40" fmla="*/ 746373 h 6858000"/>
              <a:gd name="connsiteX41" fmla="*/ 4701141 w 6007100"/>
              <a:gd name="connsiteY41" fmla="*/ 815598 h 6858000"/>
              <a:gd name="connsiteX42" fmla="*/ 4718487 w 6007100"/>
              <a:gd name="connsiteY42" fmla="*/ 850075 h 6858000"/>
              <a:gd name="connsiteX43" fmla="*/ 4839644 w 6007100"/>
              <a:gd name="connsiteY43" fmla="*/ 850075 h 6858000"/>
              <a:gd name="connsiteX44" fmla="*/ 4839644 w 6007100"/>
              <a:gd name="connsiteY44" fmla="*/ 746373 h 6858000"/>
              <a:gd name="connsiteX45" fmla="*/ 4865583 w 6007100"/>
              <a:gd name="connsiteY45" fmla="*/ 746373 h 6858000"/>
              <a:gd name="connsiteX46" fmla="*/ 4865583 w 6007100"/>
              <a:gd name="connsiteY46" fmla="*/ 850075 h 6858000"/>
              <a:gd name="connsiteX47" fmla="*/ 4917407 w 6007100"/>
              <a:gd name="connsiteY47" fmla="*/ 850075 h 6858000"/>
              <a:gd name="connsiteX48" fmla="*/ 4917407 w 6007100"/>
              <a:gd name="connsiteY48" fmla="*/ 746373 h 6858000"/>
              <a:gd name="connsiteX49" fmla="*/ 4943401 w 6007100"/>
              <a:gd name="connsiteY49" fmla="*/ 746373 h 6858000"/>
              <a:gd name="connsiteX50" fmla="*/ 4943401 w 6007100"/>
              <a:gd name="connsiteY50" fmla="*/ 850075 h 6858000"/>
              <a:gd name="connsiteX51" fmla="*/ 4995279 w 6007100"/>
              <a:gd name="connsiteY51" fmla="*/ 850075 h 6858000"/>
              <a:gd name="connsiteX52" fmla="*/ 4995279 w 6007100"/>
              <a:gd name="connsiteY52" fmla="*/ 746373 h 6858000"/>
              <a:gd name="connsiteX53" fmla="*/ 5021164 w 6007100"/>
              <a:gd name="connsiteY53" fmla="*/ 746373 h 6858000"/>
              <a:gd name="connsiteX54" fmla="*/ 5021164 w 6007100"/>
              <a:gd name="connsiteY54" fmla="*/ 815598 h 6858000"/>
              <a:gd name="connsiteX55" fmla="*/ 5038564 w 6007100"/>
              <a:gd name="connsiteY55" fmla="*/ 850075 h 6858000"/>
              <a:gd name="connsiteX56" fmla="*/ 5159667 w 6007100"/>
              <a:gd name="connsiteY56" fmla="*/ 850075 h 6858000"/>
              <a:gd name="connsiteX57" fmla="*/ 5159667 w 6007100"/>
              <a:gd name="connsiteY57" fmla="*/ 711842 h 6858000"/>
              <a:gd name="connsiteX58" fmla="*/ 5038564 w 6007100"/>
              <a:gd name="connsiteY58" fmla="*/ 711842 h 6858000"/>
              <a:gd name="connsiteX59" fmla="*/ 5021218 w 6007100"/>
              <a:gd name="connsiteY59" fmla="*/ 746266 h 6858000"/>
              <a:gd name="connsiteX60" fmla="*/ 5021218 w 6007100"/>
              <a:gd name="connsiteY60" fmla="*/ 711842 h 6858000"/>
              <a:gd name="connsiteX61" fmla="*/ 4995279 w 6007100"/>
              <a:gd name="connsiteY61" fmla="*/ 711842 h 6858000"/>
              <a:gd name="connsiteX62" fmla="*/ 4995279 w 6007100"/>
              <a:gd name="connsiteY62" fmla="*/ 677094 h 6858000"/>
              <a:gd name="connsiteX63" fmla="*/ 4943401 w 6007100"/>
              <a:gd name="connsiteY63" fmla="*/ 677094 h 6858000"/>
              <a:gd name="connsiteX64" fmla="*/ 4943401 w 6007100"/>
              <a:gd name="connsiteY64" fmla="*/ 711842 h 6858000"/>
              <a:gd name="connsiteX65" fmla="*/ 4917407 w 6007100"/>
              <a:gd name="connsiteY65" fmla="*/ 711842 h 6858000"/>
              <a:gd name="connsiteX66" fmla="*/ 4917407 w 6007100"/>
              <a:gd name="connsiteY66" fmla="*/ 677094 h 6858000"/>
              <a:gd name="connsiteX67" fmla="*/ 4865583 w 6007100"/>
              <a:gd name="connsiteY67" fmla="*/ 677094 h 6858000"/>
              <a:gd name="connsiteX68" fmla="*/ 4865583 w 6007100"/>
              <a:gd name="connsiteY68" fmla="*/ 711842 h 6858000"/>
              <a:gd name="connsiteX69" fmla="*/ 4787496 w 6007100"/>
              <a:gd name="connsiteY69" fmla="*/ 711842 h 6858000"/>
              <a:gd name="connsiteX70" fmla="*/ 4787496 w 6007100"/>
              <a:gd name="connsiteY70" fmla="*/ 815544 h 6858000"/>
              <a:gd name="connsiteX71" fmla="*/ 4753019 w 6007100"/>
              <a:gd name="connsiteY71" fmla="*/ 815544 h 6858000"/>
              <a:gd name="connsiteX72" fmla="*/ 4753019 w 6007100"/>
              <a:gd name="connsiteY72" fmla="*/ 711842 h 6858000"/>
              <a:gd name="connsiteX73" fmla="*/ 4666393 w 6007100"/>
              <a:gd name="connsiteY73" fmla="*/ 711842 h 6858000"/>
              <a:gd name="connsiteX74" fmla="*/ 4666393 w 6007100"/>
              <a:gd name="connsiteY74" fmla="*/ 677094 h 6858000"/>
              <a:gd name="connsiteX75" fmla="*/ 4753019 w 6007100"/>
              <a:gd name="connsiteY75" fmla="*/ 677094 h 6858000"/>
              <a:gd name="connsiteX76" fmla="*/ 4753019 w 6007100"/>
              <a:gd name="connsiteY76" fmla="*/ 642617 h 6858000"/>
              <a:gd name="connsiteX77" fmla="*/ 4614515 w 6007100"/>
              <a:gd name="connsiteY77" fmla="*/ 642617 h 6858000"/>
              <a:gd name="connsiteX78" fmla="*/ 4476174 w 6007100"/>
              <a:gd name="connsiteY78" fmla="*/ 642617 h 6858000"/>
              <a:gd name="connsiteX79" fmla="*/ 4476174 w 6007100"/>
              <a:gd name="connsiteY79" fmla="*/ 850075 h 6858000"/>
              <a:gd name="connsiteX80" fmla="*/ 4528052 w 6007100"/>
              <a:gd name="connsiteY80" fmla="*/ 850075 h 6858000"/>
              <a:gd name="connsiteX81" fmla="*/ 4528052 w 6007100"/>
              <a:gd name="connsiteY81" fmla="*/ 642617 h 6858000"/>
              <a:gd name="connsiteX82" fmla="*/ 4355071 w 6007100"/>
              <a:gd name="connsiteY82" fmla="*/ 642617 h 6858000"/>
              <a:gd name="connsiteX83" fmla="*/ 4285846 w 6007100"/>
              <a:gd name="connsiteY83" fmla="*/ 850075 h 6858000"/>
              <a:gd name="connsiteX84" fmla="*/ 4337724 w 6007100"/>
              <a:gd name="connsiteY84" fmla="*/ 850075 h 6858000"/>
              <a:gd name="connsiteX85" fmla="*/ 4363663 w 6007100"/>
              <a:gd name="connsiteY85" fmla="*/ 781067 h 6858000"/>
              <a:gd name="connsiteX86" fmla="*/ 4398411 w 6007100"/>
              <a:gd name="connsiteY86" fmla="*/ 781067 h 6858000"/>
              <a:gd name="connsiteX87" fmla="*/ 4398411 w 6007100"/>
              <a:gd name="connsiteY87" fmla="*/ 850075 h 6858000"/>
              <a:gd name="connsiteX88" fmla="*/ 4450289 w 6007100"/>
              <a:gd name="connsiteY88" fmla="*/ 850075 h 6858000"/>
              <a:gd name="connsiteX89" fmla="*/ 4450289 w 6007100"/>
              <a:gd name="connsiteY89" fmla="*/ 642617 h 6858000"/>
              <a:gd name="connsiteX90" fmla="*/ 3974470 w 6007100"/>
              <a:gd name="connsiteY90" fmla="*/ 642563 h 6858000"/>
              <a:gd name="connsiteX91" fmla="*/ 4026078 w 6007100"/>
              <a:gd name="connsiteY91" fmla="*/ 694225 h 6858000"/>
              <a:gd name="connsiteX92" fmla="*/ 3974470 w 6007100"/>
              <a:gd name="connsiteY92" fmla="*/ 745995 h 6858000"/>
              <a:gd name="connsiteX93" fmla="*/ 3922863 w 6007100"/>
              <a:gd name="connsiteY93" fmla="*/ 694225 h 6858000"/>
              <a:gd name="connsiteX94" fmla="*/ 3974470 w 6007100"/>
              <a:gd name="connsiteY94" fmla="*/ 538699 h 6858000"/>
              <a:gd name="connsiteX95" fmla="*/ 3766688 w 6007100"/>
              <a:gd name="connsiteY95" fmla="*/ 746049 h 6858000"/>
              <a:gd name="connsiteX96" fmla="*/ 3818674 w 6007100"/>
              <a:gd name="connsiteY96" fmla="*/ 797927 h 6858000"/>
              <a:gd name="connsiteX97" fmla="*/ 3870822 w 6007100"/>
              <a:gd name="connsiteY97" fmla="*/ 746211 h 6858000"/>
              <a:gd name="connsiteX98" fmla="*/ 3922592 w 6007100"/>
              <a:gd name="connsiteY98" fmla="*/ 798198 h 6858000"/>
              <a:gd name="connsiteX99" fmla="*/ 3870498 w 6007100"/>
              <a:gd name="connsiteY99" fmla="*/ 850292 h 6858000"/>
              <a:gd name="connsiteX100" fmla="*/ 3922592 w 6007100"/>
              <a:gd name="connsiteY100" fmla="*/ 901846 h 6858000"/>
              <a:gd name="connsiteX101" fmla="*/ 3973498 w 6007100"/>
              <a:gd name="connsiteY101" fmla="*/ 850130 h 6858000"/>
              <a:gd name="connsiteX102" fmla="*/ 4026511 w 6007100"/>
              <a:gd name="connsiteY102" fmla="*/ 901846 h 6858000"/>
              <a:gd name="connsiteX103" fmla="*/ 4078173 w 6007100"/>
              <a:gd name="connsiteY103" fmla="*/ 850130 h 6858000"/>
              <a:gd name="connsiteX104" fmla="*/ 4026511 w 6007100"/>
              <a:gd name="connsiteY104" fmla="*/ 798468 h 6858000"/>
              <a:gd name="connsiteX105" fmla="*/ 4078713 w 6007100"/>
              <a:gd name="connsiteY105" fmla="*/ 746211 h 6858000"/>
              <a:gd name="connsiteX106" fmla="*/ 4130321 w 6007100"/>
              <a:gd name="connsiteY106" fmla="*/ 797927 h 6858000"/>
              <a:gd name="connsiteX107" fmla="*/ 4182037 w 6007100"/>
              <a:gd name="connsiteY107" fmla="*/ 746211 h 6858000"/>
              <a:gd name="connsiteX108" fmla="*/ 0 w 6007100"/>
              <a:gd name="connsiteY108" fmla="*/ 0 h 6858000"/>
              <a:gd name="connsiteX109" fmla="*/ 6007100 w 6007100"/>
              <a:gd name="connsiteY109" fmla="*/ 0 h 6858000"/>
              <a:gd name="connsiteX110" fmla="*/ 6007100 w 6007100"/>
              <a:gd name="connsiteY110" fmla="*/ 6858000 h 6858000"/>
              <a:gd name="connsiteX111" fmla="*/ 0 w 60071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007100" h="6858000">
                <a:moveTo>
                  <a:pt x="5073042" y="746373"/>
                </a:moveTo>
                <a:lnTo>
                  <a:pt x="5107789" y="746373"/>
                </a:lnTo>
                <a:lnTo>
                  <a:pt x="5107789" y="815598"/>
                </a:lnTo>
                <a:lnTo>
                  <a:pt x="5073042" y="815598"/>
                </a:lnTo>
                <a:close/>
                <a:moveTo>
                  <a:pt x="5021218" y="746266"/>
                </a:moveTo>
                <a:lnTo>
                  <a:pt x="5021218" y="746373"/>
                </a:lnTo>
                <a:lnTo>
                  <a:pt x="5021164" y="746373"/>
                </a:lnTo>
                <a:close/>
                <a:moveTo>
                  <a:pt x="4545452" y="746103"/>
                </a:moveTo>
                <a:lnTo>
                  <a:pt x="4545452" y="780851"/>
                </a:lnTo>
                <a:lnTo>
                  <a:pt x="4597385" y="780851"/>
                </a:lnTo>
                <a:lnTo>
                  <a:pt x="4597385" y="746103"/>
                </a:lnTo>
                <a:close/>
                <a:moveTo>
                  <a:pt x="5263423" y="711842"/>
                </a:moveTo>
                <a:lnTo>
                  <a:pt x="5263423" y="850075"/>
                </a:lnTo>
                <a:lnTo>
                  <a:pt x="5315301" y="850075"/>
                </a:lnTo>
                <a:lnTo>
                  <a:pt x="5315301" y="746373"/>
                </a:lnTo>
                <a:lnTo>
                  <a:pt x="5341240" y="746373"/>
                </a:lnTo>
                <a:lnTo>
                  <a:pt x="5341240" y="850075"/>
                </a:lnTo>
                <a:lnTo>
                  <a:pt x="5393119" y="850075"/>
                </a:lnTo>
                <a:lnTo>
                  <a:pt x="5393119" y="746373"/>
                </a:lnTo>
                <a:lnTo>
                  <a:pt x="5419112" y="746373"/>
                </a:lnTo>
                <a:lnTo>
                  <a:pt x="5419112" y="850075"/>
                </a:lnTo>
                <a:lnTo>
                  <a:pt x="5470990" y="850075"/>
                </a:lnTo>
                <a:lnTo>
                  <a:pt x="5470990" y="746373"/>
                </a:lnTo>
                <a:lnTo>
                  <a:pt x="5453859" y="711842"/>
                </a:lnTo>
                <a:lnTo>
                  <a:pt x="5263477" y="711842"/>
                </a:lnTo>
                <a:close/>
                <a:moveTo>
                  <a:pt x="5185606" y="711626"/>
                </a:moveTo>
                <a:lnTo>
                  <a:pt x="5185606" y="850075"/>
                </a:lnTo>
                <a:lnTo>
                  <a:pt x="5237538" y="850075"/>
                </a:lnTo>
                <a:lnTo>
                  <a:pt x="5237538" y="711842"/>
                </a:lnTo>
                <a:close/>
                <a:moveTo>
                  <a:pt x="4398411" y="677094"/>
                </a:moveTo>
                <a:lnTo>
                  <a:pt x="4398411" y="746373"/>
                </a:lnTo>
                <a:lnTo>
                  <a:pt x="4372201" y="746373"/>
                </a:lnTo>
                <a:close/>
                <a:moveTo>
                  <a:pt x="5185606" y="642617"/>
                </a:moveTo>
                <a:lnTo>
                  <a:pt x="5185606" y="677094"/>
                </a:lnTo>
                <a:lnTo>
                  <a:pt x="5237538" y="677094"/>
                </a:lnTo>
                <a:lnTo>
                  <a:pt x="5237538" y="642617"/>
                </a:lnTo>
                <a:close/>
                <a:moveTo>
                  <a:pt x="4614461" y="642617"/>
                </a:moveTo>
                <a:lnTo>
                  <a:pt x="4614461" y="850075"/>
                </a:lnTo>
                <a:lnTo>
                  <a:pt x="4666339" y="850075"/>
                </a:lnTo>
                <a:lnTo>
                  <a:pt x="4666339" y="746373"/>
                </a:lnTo>
                <a:lnTo>
                  <a:pt x="4701141" y="746373"/>
                </a:lnTo>
                <a:lnTo>
                  <a:pt x="4701141" y="815598"/>
                </a:lnTo>
                <a:lnTo>
                  <a:pt x="4718487" y="850075"/>
                </a:lnTo>
                <a:lnTo>
                  <a:pt x="4839644" y="850075"/>
                </a:lnTo>
                <a:lnTo>
                  <a:pt x="4839644" y="746373"/>
                </a:lnTo>
                <a:lnTo>
                  <a:pt x="4865583" y="746373"/>
                </a:lnTo>
                <a:lnTo>
                  <a:pt x="4865583" y="850075"/>
                </a:lnTo>
                <a:lnTo>
                  <a:pt x="4917407" y="850075"/>
                </a:lnTo>
                <a:lnTo>
                  <a:pt x="4917407" y="746373"/>
                </a:lnTo>
                <a:lnTo>
                  <a:pt x="4943401" y="746373"/>
                </a:lnTo>
                <a:lnTo>
                  <a:pt x="4943401" y="850075"/>
                </a:lnTo>
                <a:lnTo>
                  <a:pt x="4995279" y="850075"/>
                </a:lnTo>
                <a:lnTo>
                  <a:pt x="4995279" y="746373"/>
                </a:lnTo>
                <a:lnTo>
                  <a:pt x="5021164" y="746373"/>
                </a:lnTo>
                <a:lnTo>
                  <a:pt x="5021164" y="815598"/>
                </a:lnTo>
                <a:lnTo>
                  <a:pt x="5038564" y="850075"/>
                </a:lnTo>
                <a:lnTo>
                  <a:pt x="5159667" y="850075"/>
                </a:lnTo>
                <a:lnTo>
                  <a:pt x="5159667" y="711842"/>
                </a:lnTo>
                <a:lnTo>
                  <a:pt x="5038564" y="711842"/>
                </a:lnTo>
                <a:lnTo>
                  <a:pt x="5021218" y="746266"/>
                </a:lnTo>
                <a:lnTo>
                  <a:pt x="5021218" y="711842"/>
                </a:lnTo>
                <a:lnTo>
                  <a:pt x="4995279" y="711842"/>
                </a:lnTo>
                <a:lnTo>
                  <a:pt x="4995279" y="677094"/>
                </a:lnTo>
                <a:lnTo>
                  <a:pt x="4943401" y="677094"/>
                </a:lnTo>
                <a:lnTo>
                  <a:pt x="4943401" y="711842"/>
                </a:lnTo>
                <a:lnTo>
                  <a:pt x="4917407" y="711842"/>
                </a:lnTo>
                <a:lnTo>
                  <a:pt x="4917407" y="677094"/>
                </a:lnTo>
                <a:lnTo>
                  <a:pt x="4865583" y="677094"/>
                </a:lnTo>
                <a:lnTo>
                  <a:pt x="4865583" y="711842"/>
                </a:lnTo>
                <a:lnTo>
                  <a:pt x="4787496" y="711842"/>
                </a:lnTo>
                <a:lnTo>
                  <a:pt x="4787496" y="815544"/>
                </a:lnTo>
                <a:lnTo>
                  <a:pt x="4753019" y="815544"/>
                </a:lnTo>
                <a:lnTo>
                  <a:pt x="4753019" y="711842"/>
                </a:lnTo>
                <a:lnTo>
                  <a:pt x="4666393" y="711842"/>
                </a:lnTo>
                <a:lnTo>
                  <a:pt x="4666393" y="677094"/>
                </a:lnTo>
                <a:lnTo>
                  <a:pt x="4753019" y="677094"/>
                </a:lnTo>
                <a:lnTo>
                  <a:pt x="4753019" y="642617"/>
                </a:lnTo>
                <a:lnTo>
                  <a:pt x="4614515" y="642617"/>
                </a:lnTo>
                <a:close/>
                <a:moveTo>
                  <a:pt x="4476174" y="642617"/>
                </a:moveTo>
                <a:lnTo>
                  <a:pt x="4476174" y="850075"/>
                </a:lnTo>
                <a:lnTo>
                  <a:pt x="4528052" y="850075"/>
                </a:lnTo>
                <a:lnTo>
                  <a:pt x="4528052" y="642617"/>
                </a:lnTo>
                <a:close/>
                <a:moveTo>
                  <a:pt x="4355071" y="642617"/>
                </a:moveTo>
                <a:lnTo>
                  <a:pt x="4285846" y="850075"/>
                </a:lnTo>
                <a:lnTo>
                  <a:pt x="4337724" y="850075"/>
                </a:lnTo>
                <a:lnTo>
                  <a:pt x="4363663" y="781067"/>
                </a:lnTo>
                <a:lnTo>
                  <a:pt x="4398411" y="781067"/>
                </a:lnTo>
                <a:lnTo>
                  <a:pt x="4398411" y="850075"/>
                </a:lnTo>
                <a:lnTo>
                  <a:pt x="4450289" y="850075"/>
                </a:lnTo>
                <a:lnTo>
                  <a:pt x="4450289" y="642617"/>
                </a:lnTo>
                <a:close/>
                <a:moveTo>
                  <a:pt x="3974470" y="642563"/>
                </a:moveTo>
                <a:lnTo>
                  <a:pt x="4026078" y="694225"/>
                </a:lnTo>
                <a:lnTo>
                  <a:pt x="3974470" y="745995"/>
                </a:lnTo>
                <a:lnTo>
                  <a:pt x="3922863" y="694225"/>
                </a:lnTo>
                <a:close/>
                <a:moveTo>
                  <a:pt x="3974470" y="538699"/>
                </a:moveTo>
                <a:lnTo>
                  <a:pt x="3766688" y="746049"/>
                </a:lnTo>
                <a:lnTo>
                  <a:pt x="3818674" y="797927"/>
                </a:lnTo>
                <a:lnTo>
                  <a:pt x="3870822" y="746211"/>
                </a:lnTo>
                <a:lnTo>
                  <a:pt x="3922592" y="798198"/>
                </a:lnTo>
                <a:lnTo>
                  <a:pt x="3870498" y="850292"/>
                </a:lnTo>
                <a:lnTo>
                  <a:pt x="3922592" y="901846"/>
                </a:lnTo>
                <a:lnTo>
                  <a:pt x="3973498" y="850130"/>
                </a:lnTo>
                <a:lnTo>
                  <a:pt x="4026511" y="901846"/>
                </a:lnTo>
                <a:lnTo>
                  <a:pt x="4078173" y="850130"/>
                </a:lnTo>
                <a:lnTo>
                  <a:pt x="4026511" y="798468"/>
                </a:lnTo>
                <a:lnTo>
                  <a:pt x="4078713" y="746211"/>
                </a:lnTo>
                <a:lnTo>
                  <a:pt x="4130321" y="797927"/>
                </a:lnTo>
                <a:lnTo>
                  <a:pt x="4182037" y="746211"/>
                </a:lnTo>
                <a:close/>
                <a:moveTo>
                  <a:pt x="0" y="0"/>
                </a:moveTo>
                <a:lnTo>
                  <a:pt x="6007100" y="0"/>
                </a:lnTo>
                <a:lnTo>
                  <a:pt x="600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5465999" cy="3877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35C634-4D44-4555-B428-B159C248C5C9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465688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540001" y="1618720"/>
            <a:ext cx="5465999" cy="4426480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62047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3">
          <p15:clr>
            <a:srgbClr val="FBAE40"/>
          </p15:clr>
        </p15:guide>
        <p15:guide id="2" pos="3896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desig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BA23EE-BF87-1090-7766-E2BB3D8EC3B3}"/>
              </a:ext>
            </a:extLst>
          </p:cNvPr>
          <p:cNvSpPr/>
          <p:nvPr userDrawn="1"/>
        </p:nvSpPr>
        <p:spPr bwMode="white">
          <a:xfrm>
            <a:off x="6095387" y="0"/>
            <a:ext cx="609661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7281-ABB7-066F-7A10-EF9E1776C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1" y="540001"/>
            <a:ext cx="5376612" cy="3877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Please insert a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39748" y="6464449"/>
            <a:ext cx="5376865" cy="12311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043A07-12CA-4D2C-ADB6-93808A75D587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C8F2A-2924-AB97-B224-E2E3A1F3CE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927799"/>
            <a:ext cx="5376306" cy="38893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FB16CB-922F-1EB5-FF04-BBE2E08EDD8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0002" y="1618719"/>
            <a:ext cx="5376612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F82E096-CAC5-9D80-FF2E-17A527AF04E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53188" y="1617662"/>
            <a:ext cx="5198811" cy="442753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content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4BEC69-A027-B823-F3F1-A61DD22740CC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FEEEC1C-4FFB-B523-5BED-7C8EE3E9C289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9586828-967F-7B99-E066-3FD8BA6DF0E4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9534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>
          <p15:clr>
            <a:srgbClr val="FBAE40"/>
          </p15:clr>
        </p15:guide>
        <p15:guide id="3" pos="3840">
          <p15:clr>
            <a:srgbClr val="FBAE40"/>
          </p15:clr>
        </p15:guide>
        <p15:guide id="4" pos="4065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Slide_dark_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7B99DC-6A49-AA7B-C884-F03DC6C439D0}"/>
              </a:ext>
            </a:extLst>
          </p:cNvPr>
          <p:cNvSpPr/>
          <p:nvPr userDrawn="1"/>
        </p:nvSpPr>
        <p:spPr>
          <a:xfrm>
            <a:off x="10470746" y="642617"/>
            <a:ext cx="1185143" cy="207458"/>
          </a:xfrm>
          <a:custGeom>
            <a:avLst/>
            <a:gdLst>
              <a:gd name="connsiteX0" fmla="*/ 259606 w 1185143"/>
              <a:gd name="connsiteY0" fmla="*/ 138234 h 207458"/>
              <a:gd name="connsiteX1" fmla="*/ 311539 w 1185143"/>
              <a:gd name="connsiteY1" fmla="*/ 138234 h 207458"/>
              <a:gd name="connsiteX2" fmla="*/ 311539 w 1185143"/>
              <a:gd name="connsiteY2" fmla="*/ 103486 h 207458"/>
              <a:gd name="connsiteX3" fmla="*/ 259606 w 1185143"/>
              <a:gd name="connsiteY3" fmla="*/ 103486 h 207458"/>
              <a:gd name="connsiteX4" fmla="*/ 259606 w 1185143"/>
              <a:gd name="connsiteY4" fmla="*/ 138234 h 207458"/>
              <a:gd name="connsiteX5" fmla="*/ 787196 w 1185143"/>
              <a:gd name="connsiteY5" fmla="*/ 103756 h 207458"/>
              <a:gd name="connsiteX6" fmla="*/ 821943 w 1185143"/>
              <a:gd name="connsiteY6" fmla="*/ 103756 h 207458"/>
              <a:gd name="connsiteX7" fmla="*/ 821943 w 1185143"/>
              <a:gd name="connsiteY7" fmla="*/ 172981 h 207458"/>
              <a:gd name="connsiteX8" fmla="*/ 787196 w 1185143"/>
              <a:gd name="connsiteY8" fmla="*/ 172981 h 207458"/>
              <a:gd name="connsiteX9" fmla="*/ 787196 w 1185143"/>
              <a:gd name="connsiteY9" fmla="*/ 103756 h 207458"/>
              <a:gd name="connsiteX10" fmla="*/ 752718 w 1185143"/>
              <a:gd name="connsiteY10" fmla="*/ 69225 h 207458"/>
              <a:gd name="connsiteX11" fmla="*/ 735318 w 1185143"/>
              <a:gd name="connsiteY11" fmla="*/ 103756 h 207458"/>
              <a:gd name="connsiteX12" fmla="*/ 735318 w 1185143"/>
              <a:gd name="connsiteY12" fmla="*/ 172981 h 207458"/>
              <a:gd name="connsiteX13" fmla="*/ 752718 w 1185143"/>
              <a:gd name="connsiteY13" fmla="*/ 207458 h 207458"/>
              <a:gd name="connsiteX14" fmla="*/ 873821 w 1185143"/>
              <a:gd name="connsiteY14" fmla="*/ 207458 h 207458"/>
              <a:gd name="connsiteX15" fmla="*/ 873821 w 1185143"/>
              <a:gd name="connsiteY15" fmla="*/ 69225 h 207458"/>
              <a:gd name="connsiteX16" fmla="*/ 752718 w 1185143"/>
              <a:gd name="connsiteY16" fmla="*/ 69225 h 207458"/>
              <a:gd name="connsiteX17" fmla="*/ 977577 w 1185143"/>
              <a:gd name="connsiteY17" fmla="*/ 69225 h 207458"/>
              <a:gd name="connsiteX18" fmla="*/ 977577 w 1185143"/>
              <a:gd name="connsiteY18" fmla="*/ 207458 h 207458"/>
              <a:gd name="connsiteX19" fmla="*/ 1029455 w 1185143"/>
              <a:gd name="connsiteY19" fmla="*/ 207458 h 207458"/>
              <a:gd name="connsiteX20" fmla="*/ 1029455 w 1185143"/>
              <a:gd name="connsiteY20" fmla="*/ 103756 h 207458"/>
              <a:gd name="connsiteX21" fmla="*/ 1055394 w 1185143"/>
              <a:gd name="connsiteY21" fmla="*/ 103756 h 207458"/>
              <a:gd name="connsiteX22" fmla="*/ 1055394 w 1185143"/>
              <a:gd name="connsiteY22" fmla="*/ 207458 h 207458"/>
              <a:gd name="connsiteX23" fmla="*/ 1107273 w 1185143"/>
              <a:gd name="connsiteY23" fmla="*/ 207458 h 207458"/>
              <a:gd name="connsiteX24" fmla="*/ 1107273 w 1185143"/>
              <a:gd name="connsiteY24" fmla="*/ 103756 h 207458"/>
              <a:gd name="connsiteX25" fmla="*/ 1133266 w 1185143"/>
              <a:gd name="connsiteY25" fmla="*/ 103756 h 207458"/>
              <a:gd name="connsiteX26" fmla="*/ 1133266 w 1185143"/>
              <a:gd name="connsiteY26" fmla="*/ 207458 h 207458"/>
              <a:gd name="connsiteX27" fmla="*/ 1185144 w 1185143"/>
              <a:gd name="connsiteY27" fmla="*/ 207458 h 207458"/>
              <a:gd name="connsiteX28" fmla="*/ 1185144 w 1185143"/>
              <a:gd name="connsiteY28" fmla="*/ 103756 h 207458"/>
              <a:gd name="connsiteX29" fmla="*/ 1168013 w 1185143"/>
              <a:gd name="connsiteY29" fmla="*/ 69225 h 207458"/>
              <a:gd name="connsiteX30" fmla="*/ 977631 w 1185143"/>
              <a:gd name="connsiteY30" fmla="*/ 69225 h 207458"/>
              <a:gd name="connsiteX31" fmla="*/ 899760 w 1185143"/>
              <a:gd name="connsiteY31" fmla="*/ 207458 h 207458"/>
              <a:gd name="connsiteX32" fmla="*/ 951692 w 1185143"/>
              <a:gd name="connsiteY32" fmla="*/ 207458 h 207458"/>
              <a:gd name="connsiteX33" fmla="*/ 951692 w 1185143"/>
              <a:gd name="connsiteY33" fmla="*/ 69225 h 207458"/>
              <a:gd name="connsiteX34" fmla="*/ 899760 w 1185143"/>
              <a:gd name="connsiteY34" fmla="*/ 69009 h 207458"/>
              <a:gd name="connsiteX35" fmla="*/ 899760 w 1185143"/>
              <a:gd name="connsiteY35" fmla="*/ 207458 h 207458"/>
              <a:gd name="connsiteX36" fmla="*/ 112565 w 1185143"/>
              <a:gd name="connsiteY36" fmla="*/ 34477 h 207458"/>
              <a:gd name="connsiteX37" fmla="*/ 112565 w 1185143"/>
              <a:gd name="connsiteY37" fmla="*/ 103756 h 207458"/>
              <a:gd name="connsiteX38" fmla="*/ 86355 w 1185143"/>
              <a:gd name="connsiteY38" fmla="*/ 103756 h 207458"/>
              <a:gd name="connsiteX39" fmla="*/ 112565 w 1185143"/>
              <a:gd name="connsiteY39" fmla="*/ 34477 h 207458"/>
              <a:gd name="connsiteX40" fmla="*/ 69225 w 1185143"/>
              <a:gd name="connsiteY40" fmla="*/ 0 h 207458"/>
              <a:gd name="connsiteX41" fmla="*/ 0 w 1185143"/>
              <a:gd name="connsiteY41" fmla="*/ 207458 h 207458"/>
              <a:gd name="connsiteX42" fmla="*/ 51878 w 1185143"/>
              <a:gd name="connsiteY42" fmla="*/ 207458 h 207458"/>
              <a:gd name="connsiteX43" fmla="*/ 77817 w 1185143"/>
              <a:gd name="connsiteY43" fmla="*/ 138450 h 207458"/>
              <a:gd name="connsiteX44" fmla="*/ 112565 w 1185143"/>
              <a:gd name="connsiteY44" fmla="*/ 138450 h 207458"/>
              <a:gd name="connsiteX45" fmla="*/ 112565 w 1185143"/>
              <a:gd name="connsiteY45" fmla="*/ 207458 h 207458"/>
              <a:gd name="connsiteX46" fmla="*/ 164443 w 1185143"/>
              <a:gd name="connsiteY46" fmla="*/ 207458 h 207458"/>
              <a:gd name="connsiteX47" fmla="*/ 164443 w 1185143"/>
              <a:gd name="connsiteY47" fmla="*/ 0 h 207458"/>
              <a:gd name="connsiteX48" fmla="*/ 69225 w 1185143"/>
              <a:gd name="connsiteY48" fmla="*/ 0 h 207458"/>
              <a:gd name="connsiteX49" fmla="*/ 190328 w 1185143"/>
              <a:gd name="connsiteY49" fmla="*/ 207458 h 207458"/>
              <a:gd name="connsiteX50" fmla="*/ 242206 w 1185143"/>
              <a:gd name="connsiteY50" fmla="*/ 207458 h 207458"/>
              <a:gd name="connsiteX51" fmla="*/ 242206 w 1185143"/>
              <a:gd name="connsiteY51" fmla="*/ 0 h 207458"/>
              <a:gd name="connsiteX52" fmla="*/ 190328 w 1185143"/>
              <a:gd name="connsiteY52" fmla="*/ 0 h 207458"/>
              <a:gd name="connsiteX53" fmla="*/ 190328 w 1185143"/>
              <a:gd name="connsiteY53" fmla="*/ 207458 h 207458"/>
              <a:gd name="connsiteX54" fmla="*/ 328615 w 1185143"/>
              <a:gd name="connsiteY54" fmla="*/ 0 h 207458"/>
              <a:gd name="connsiteX55" fmla="*/ 328615 w 1185143"/>
              <a:gd name="connsiteY55" fmla="*/ 207458 h 207458"/>
              <a:gd name="connsiteX56" fmla="*/ 380493 w 1185143"/>
              <a:gd name="connsiteY56" fmla="*/ 207458 h 207458"/>
              <a:gd name="connsiteX57" fmla="*/ 380493 w 1185143"/>
              <a:gd name="connsiteY57" fmla="*/ 103756 h 207458"/>
              <a:gd name="connsiteX58" fmla="*/ 415295 w 1185143"/>
              <a:gd name="connsiteY58" fmla="*/ 103756 h 207458"/>
              <a:gd name="connsiteX59" fmla="*/ 415295 w 1185143"/>
              <a:gd name="connsiteY59" fmla="*/ 172981 h 207458"/>
              <a:gd name="connsiteX60" fmla="*/ 432641 w 1185143"/>
              <a:gd name="connsiteY60" fmla="*/ 207458 h 207458"/>
              <a:gd name="connsiteX61" fmla="*/ 553798 w 1185143"/>
              <a:gd name="connsiteY61" fmla="*/ 207458 h 207458"/>
              <a:gd name="connsiteX62" fmla="*/ 553798 w 1185143"/>
              <a:gd name="connsiteY62" fmla="*/ 103756 h 207458"/>
              <a:gd name="connsiteX63" fmla="*/ 579737 w 1185143"/>
              <a:gd name="connsiteY63" fmla="*/ 103756 h 207458"/>
              <a:gd name="connsiteX64" fmla="*/ 579737 w 1185143"/>
              <a:gd name="connsiteY64" fmla="*/ 207458 h 207458"/>
              <a:gd name="connsiteX65" fmla="*/ 631561 w 1185143"/>
              <a:gd name="connsiteY65" fmla="*/ 207458 h 207458"/>
              <a:gd name="connsiteX66" fmla="*/ 631561 w 1185143"/>
              <a:gd name="connsiteY66" fmla="*/ 103756 h 207458"/>
              <a:gd name="connsiteX67" fmla="*/ 657555 w 1185143"/>
              <a:gd name="connsiteY67" fmla="*/ 103756 h 207458"/>
              <a:gd name="connsiteX68" fmla="*/ 657555 w 1185143"/>
              <a:gd name="connsiteY68" fmla="*/ 207458 h 207458"/>
              <a:gd name="connsiteX69" fmla="*/ 709433 w 1185143"/>
              <a:gd name="connsiteY69" fmla="*/ 207458 h 207458"/>
              <a:gd name="connsiteX70" fmla="*/ 709433 w 1185143"/>
              <a:gd name="connsiteY70" fmla="*/ 103756 h 207458"/>
              <a:gd name="connsiteX71" fmla="*/ 735372 w 1185143"/>
              <a:gd name="connsiteY71" fmla="*/ 103756 h 207458"/>
              <a:gd name="connsiteX72" fmla="*/ 735372 w 1185143"/>
              <a:gd name="connsiteY72" fmla="*/ 69225 h 207458"/>
              <a:gd name="connsiteX73" fmla="*/ 709433 w 1185143"/>
              <a:gd name="connsiteY73" fmla="*/ 69225 h 207458"/>
              <a:gd name="connsiteX74" fmla="*/ 709433 w 1185143"/>
              <a:gd name="connsiteY74" fmla="*/ 34477 h 207458"/>
              <a:gd name="connsiteX75" fmla="*/ 657555 w 1185143"/>
              <a:gd name="connsiteY75" fmla="*/ 34477 h 207458"/>
              <a:gd name="connsiteX76" fmla="*/ 657555 w 1185143"/>
              <a:gd name="connsiteY76" fmla="*/ 69225 h 207458"/>
              <a:gd name="connsiteX77" fmla="*/ 631561 w 1185143"/>
              <a:gd name="connsiteY77" fmla="*/ 69225 h 207458"/>
              <a:gd name="connsiteX78" fmla="*/ 631561 w 1185143"/>
              <a:gd name="connsiteY78" fmla="*/ 34477 h 207458"/>
              <a:gd name="connsiteX79" fmla="*/ 579737 w 1185143"/>
              <a:gd name="connsiteY79" fmla="*/ 34477 h 207458"/>
              <a:gd name="connsiteX80" fmla="*/ 579737 w 1185143"/>
              <a:gd name="connsiteY80" fmla="*/ 69225 h 207458"/>
              <a:gd name="connsiteX81" fmla="*/ 501650 w 1185143"/>
              <a:gd name="connsiteY81" fmla="*/ 69225 h 207458"/>
              <a:gd name="connsiteX82" fmla="*/ 501650 w 1185143"/>
              <a:gd name="connsiteY82" fmla="*/ 172927 h 207458"/>
              <a:gd name="connsiteX83" fmla="*/ 467173 w 1185143"/>
              <a:gd name="connsiteY83" fmla="*/ 172927 h 207458"/>
              <a:gd name="connsiteX84" fmla="*/ 467173 w 1185143"/>
              <a:gd name="connsiteY84" fmla="*/ 69225 h 207458"/>
              <a:gd name="connsiteX85" fmla="*/ 380547 w 1185143"/>
              <a:gd name="connsiteY85" fmla="*/ 69225 h 207458"/>
              <a:gd name="connsiteX86" fmla="*/ 380547 w 1185143"/>
              <a:gd name="connsiteY86" fmla="*/ 34477 h 207458"/>
              <a:gd name="connsiteX87" fmla="*/ 467173 w 1185143"/>
              <a:gd name="connsiteY87" fmla="*/ 34477 h 207458"/>
              <a:gd name="connsiteX88" fmla="*/ 467173 w 1185143"/>
              <a:gd name="connsiteY88" fmla="*/ 0 h 207458"/>
              <a:gd name="connsiteX89" fmla="*/ 328669 w 1185143"/>
              <a:gd name="connsiteY89" fmla="*/ 0 h 207458"/>
              <a:gd name="connsiteX90" fmla="*/ 899760 w 1185143"/>
              <a:gd name="connsiteY90" fmla="*/ 34477 h 207458"/>
              <a:gd name="connsiteX91" fmla="*/ 951692 w 1185143"/>
              <a:gd name="connsiteY91" fmla="*/ 34477 h 207458"/>
              <a:gd name="connsiteX92" fmla="*/ 951692 w 1185143"/>
              <a:gd name="connsiteY92" fmla="*/ 0 h 207458"/>
              <a:gd name="connsiteX93" fmla="*/ 899760 w 1185143"/>
              <a:gd name="connsiteY93" fmla="*/ 0 h 207458"/>
              <a:gd name="connsiteX94" fmla="*/ 899760 w 1185143"/>
              <a:gd name="connsiteY94" fmla="*/ 34477 h 20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185143" h="207458">
                <a:moveTo>
                  <a:pt x="259606" y="138234"/>
                </a:moveTo>
                <a:lnTo>
                  <a:pt x="311539" y="138234"/>
                </a:lnTo>
                <a:lnTo>
                  <a:pt x="311539" y="103486"/>
                </a:lnTo>
                <a:lnTo>
                  <a:pt x="259606" y="103486"/>
                </a:lnTo>
                <a:lnTo>
                  <a:pt x="259606" y="138234"/>
                </a:lnTo>
                <a:close/>
                <a:moveTo>
                  <a:pt x="787196" y="103756"/>
                </a:moveTo>
                <a:lnTo>
                  <a:pt x="821943" y="103756"/>
                </a:lnTo>
                <a:lnTo>
                  <a:pt x="821943" y="172981"/>
                </a:lnTo>
                <a:lnTo>
                  <a:pt x="787196" y="172981"/>
                </a:lnTo>
                <a:lnTo>
                  <a:pt x="787196" y="103756"/>
                </a:lnTo>
                <a:close/>
                <a:moveTo>
                  <a:pt x="752718" y="69225"/>
                </a:moveTo>
                <a:lnTo>
                  <a:pt x="735318" y="103756"/>
                </a:lnTo>
                <a:lnTo>
                  <a:pt x="735318" y="172981"/>
                </a:lnTo>
                <a:lnTo>
                  <a:pt x="752718" y="207458"/>
                </a:lnTo>
                <a:lnTo>
                  <a:pt x="873821" y="207458"/>
                </a:lnTo>
                <a:lnTo>
                  <a:pt x="873821" y="69225"/>
                </a:lnTo>
                <a:lnTo>
                  <a:pt x="752718" y="69225"/>
                </a:lnTo>
                <a:close/>
                <a:moveTo>
                  <a:pt x="977577" y="69225"/>
                </a:moveTo>
                <a:lnTo>
                  <a:pt x="977577" y="207458"/>
                </a:lnTo>
                <a:lnTo>
                  <a:pt x="1029455" y="207458"/>
                </a:lnTo>
                <a:lnTo>
                  <a:pt x="1029455" y="103756"/>
                </a:lnTo>
                <a:lnTo>
                  <a:pt x="1055394" y="103756"/>
                </a:lnTo>
                <a:lnTo>
                  <a:pt x="1055394" y="207458"/>
                </a:lnTo>
                <a:lnTo>
                  <a:pt x="1107273" y="207458"/>
                </a:lnTo>
                <a:lnTo>
                  <a:pt x="1107273" y="103756"/>
                </a:lnTo>
                <a:lnTo>
                  <a:pt x="1133266" y="103756"/>
                </a:lnTo>
                <a:lnTo>
                  <a:pt x="1133266" y="207458"/>
                </a:lnTo>
                <a:lnTo>
                  <a:pt x="1185144" y="207458"/>
                </a:lnTo>
                <a:lnTo>
                  <a:pt x="1185144" y="103756"/>
                </a:lnTo>
                <a:lnTo>
                  <a:pt x="1168013" y="69225"/>
                </a:lnTo>
                <a:lnTo>
                  <a:pt x="977631" y="69225"/>
                </a:lnTo>
                <a:close/>
                <a:moveTo>
                  <a:pt x="899760" y="207458"/>
                </a:moveTo>
                <a:lnTo>
                  <a:pt x="951692" y="207458"/>
                </a:lnTo>
                <a:lnTo>
                  <a:pt x="951692" y="69225"/>
                </a:lnTo>
                <a:lnTo>
                  <a:pt x="899760" y="69009"/>
                </a:lnTo>
                <a:lnTo>
                  <a:pt x="899760" y="207458"/>
                </a:lnTo>
                <a:close/>
                <a:moveTo>
                  <a:pt x="112565" y="34477"/>
                </a:moveTo>
                <a:lnTo>
                  <a:pt x="112565" y="103756"/>
                </a:lnTo>
                <a:lnTo>
                  <a:pt x="86355" y="103756"/>
                </a:lnTo>
                <a:lnTo>
                  <a:pt x="112565" y="34477"/>
                </a:lnTo>
                <a:close/>
                <a:moveTo>
                  <a:pt x="69225" y="0"/>
                </a:moveTo>
                <a:lnTo>
                  <a:pt x="0" y="207458"/>
                </a:lnTo>
                <a:lnTo>
                  <a:pt x="51878" y="207458"/>
                </a:lnTo>
                <a:lnTo>
                  <a:pt x="77817" y="138450"/>
                </a:lnTo>
                <a:lnTo>
                  <a:pt x="112565" y="138450"/>
                </a:lnTo>
                <a:lnTo>
                  <a:pt x="112565" y="207458"/>
                </a:lnTo>
                <a:lnTo>
                  <a:pt x="164443" y="207458"/>
                </a:lnTo>
                <a:lnTo>
                  <a:pt x="164443" y="0"/>
                </a:lnTo>
                <a:lnTo>
                  <a:pt x="69225" y="0"/>
                </a:lnTo>
                <a:close/>
                <a:moveTo>
                  <a:pt x="190328" y="207458"/>
                </a:moveTo>
                <a:lnTo>
                  <a:pt x="242206" y="207458"/>
                </a:lnTo>
                <a:lnTo>
                  <a:pt x="242206" y="0"/>
                </a:lnTo>
                <a:lnTo>
                  <a:pt x="190328" y="0"/>
                </a:lnTo>
                <a:lnTo>
                  <a:pt x="190328" y="207458"/>
                </a:lnTo>
                <a:close/>
                <a:moveTo>
                  <a:pt x="328615" y="0"/>
                </a:moveTo>
                <a:lnTo>
                  <a:pt x="328615" y="207458"/>
                </a:lnTo>
                <a:lnTo>
                  <a:pt x="380493" y="207458"/>
                </a:lnTo>
                <a:lnTo>
                  <a:pt x="380493" y="103756"/>
                </a:lnTo>
                <a:lnTo>
                  <a:pt x="415295" y="103756"/>
                </a:lnTo>
                <a:lnTo>
                  <a:pt x="415295" y="172981"/>
                </a:lnTo>
                <a:lnTo>
                  <a:pt x="432641" y="207458"/>
                </a:lnTo>
                <a:lnTo>
                  <a:pt x="553798" y="207458"/>
                </a:lnTo>
                <a:lnTo>
                  <a:pt x="553798" y="103756"/>
                </a:lnTo>
                <a:lnTo>
                  <a:pt x="579737" y="103756"/>
                </a:lnTo>
                <a:lnTo>
                  <a:pt x="579737" y="207458"/>
                </a:lnTo>
                <a:lnTo>
                  <a:pt x="631561" y="207458"/>
                </a:lnTo>
                <a:lnTo>
                  <a:pt x="631561" y="103756"/>
                </a:lnTo>
                <a:lnTo>
                  <a:pt x="657555" y="103756"/>
                </a:lnTo>
                <a:lnTo>
                  <a:pt x="657555" y="207458"/>
                </a:lnTo>
                <a:lnTo>
                  <a:pt x="709433" y="207458"/>
                </a:lnTo>
                <a:lnTo>
                  <a:pt x="709433" y="103756"/>
                </a:lnTo>
                <a:lnTo>
                  <a:pt x="735372" y="103756"/>
                </a:lnTo>
                <a:lnTo>
                  <a:pt x="735372" y="69225"/>
                </a:lnTo>
                <a:lnTo>
                  <a:pt x="709433" y="69225"/>
                </a:lnTo>
                <a:lnTo>
                  <a:pt x="709433" y="34477"/>
                </a:lnTo>
                <a:lnTo>
                  <a:pt x="657555" y="34477"/>
                </a:lnTo>
                <a:lnTo>
                  <a:pt x="657555" y="69225"/>
                </a:lnTo>
                <a:lnTo>
                  <a:pt x="631561" y="69225"/>
                </a:lnTo>
                <a:lnTo>
                  <a:pt x="631561" y="34477"/>
                </a:lnTo>
                <a:lnTo>
                  <a:pt x="579737" y="34477"/>
                </a:lnTo>
                <a:lnTo>
                  <a:pt x="579737" y="69225"/>
                </a:lnTo>
                <a:lnTo>
                  <a:pt x="501650" y="69225"/>
                </a:lnTo>
                <a:lnTo>
                  <a:pt x="501650" y="172927"/>
                </a:lnTo>
                <a:lnTo>
                  <a:pt x="467173" y="172927"/>
                </a:lnTo>
                <a:lnTo>
                  <a:pt x="467173" y="69225"/>
                </a:lnTo>
                <a:lnTo>
                  <a:pt x="380547" y="69225"/>
                </a:lnTo>
                <a:lnTo>
                  <a:pt x="380547" y="34477"/>
                </a:lnTo>
                <a:lnTo>
                  <a:pt x="467173" y="34477"/>
                </a:lnTo>
                <a:lnTo>
                  <a:pt x="467173" y="0"/>
                </a:lnTo>
                <a:lnTo>
                  <a:pt x="328669" y="0"/>
                </a:lnTo>
                <a:close/>
                <a:moveTo>
                  <a:pt x="899760" y="34477"/>
                </a:moveTo>
                <a:lnTo>
                  <a:pt x="951692" y="34477"/>
                </a:lnTo>
                <a:lnTo>
                  <a:pt x="951692" y="0"/>
                </a:lnTo>
                <a:lnTo>
                  <a:pt x="899760" y="0"/>
                </a:lnTo>
                <a:lnTo>
                  <a:pt x="899760" y="34477"/>
                </a:lnTo>
                <a:close/>
              </a:path>
            </a:pathLst>
          </a:custGeom>
          <a:solidFill>
            <a:schemeClr val="bg1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9D9692-48C7-DABD-E24B-9748091E3AED}"/>
              </a:ext>
            </a:extLst>
          </p:cNvPr>
          <p:cNvSpPr/>
          <p:nvPr userDrawn="1"/>
        </p:nvSpPr>
        <p:spPr>
          <a:xfrm>
            <a:off x="9951588" y="538699"/>
            <a:ext cx="415348" cy="363146"/>
          </a:xfrm>
          <a:custGeom>
            <a:avLst/>
            <a:gdLst>
              <a:gd name="connsiteX0" fmla="*/ 156175 w 415348"/>
              <a:gd name="connsiteY0" fmla="*/ 155526 h 363146"/>
              <a:gd name="connsiteX1" fmla="*/ 207782 w 415348"/>
              <a:gd name="connsiteY1" fmla="*/ 103864 h 363146"/>
              <a:gd name="connsiteX2" fmla="*/ 259390 w 415348"/>
              <a:gd name="connsiteY2" fmla="*/ 155526 h 363146"/>
              <a:gd name="connsiteX3" fmla="*/ 207782 w 415348"/>
              <a:gd name="connsiteY3" fmla="*/ 207296 h 363146"/>
              <a:gd name="connsiteX4" fmla="*/ 156175 w 415348"/>
              <a:gd name="connsiteY4" fmla="*/ 155526 h 363146"/>
              <a:gd name="connsiteX5" fmla="*/ 207782 w 415348"/>
              <a:gd name="connsiteY5" fmla="*/ 0 h 363146"/>
              <a:gd name="connsiteX6" fmla="*/ 0 w 415348"/>
              <a:gd name="connsiteY6" fmla="*/ 207350 h 363146"/>
              <a:gd name="connsiteX7" fmla="*/ 51986 w 415348"/>
              <a:gd name="connsiteY7" fmla="*/ 259228 h 363146"/>
              <a:gd name="connsiteX8" fmla="*/ 104134 w 415348"/>
              <a:gd name="connsiteY8" fmla="*/ 207512 h 363146"/>
              <a:gd name="connsiteX9" fmla="*/ 155904 w 415348"/>
              <a:gd name="connsiteY9" fmla="*/ 259499 h 363146"/>
              <a:gd name="connsiteX10" fmla="*/ 103810 w 415348"/>
              <a:gd name="connsiteY10" fmla="*/ 311593 h 363146"/>
              <a:gd name="connsiteX11" fmla="*/ 155904 w 415348"/>
              <a:gd name="connsiteY11" fmla="*/ 363147 h 363146"/>
              <a:gd name="connsiteX12" fmla="*/ 206810 w 415348"/>
              <a:gd name="connsiteY12" fmla="*/ 311431 h 363146"/>
              <a:gd name="connsiteX13" fmla="*/ 259823 w 415348"/>
              <a:gd name="connsiteY13" fmla="*/ 363147 h 363146"/>
              <a:gd name="connsiteX14" fmla="*/ 311485 w 415348"/>
              <a:gd name="connsiteY14" fmla="*/ 311431 h 363146"/>
              <a:gd name="connsiteX15" fmla="*/ 259823 w 415348"/>
              <a:gd name="connsiteY15" fmla="*/ 259769 h 363146"/>
              <a:gd name="connsiteX16" fmla="*/ 312025 w 415348"/>
              <a:gd name="connsiteY16" fmla="*/ 207512 h 363146"/>
              <a:gd name="connsiteX17" fmla="*/ 363633 w 415348"/>
              <a:gd name="connsiteY17" fmla="*/ 259228 h 363146"/>
              <a:gd name="connsiteX18" fmla="*/ 415349 w 415348"/>
              <a:gd name="connsiteY18" fmla="*/ 207512 h 363146"/>
              <a:gd name="connsiteX19" fmla="*/ 207782 w 415348"/>
              <a:gd name="connsiteY19" fmla="*/ 0 h 36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15348" h="363146">
                <a:moveTo>
                  <a:pt x="156175" y="155526"/>
                </a:moveTo>
                <a:lnTo>
                  <a:pt x="207782" y="103864"/>
                </a:lnTo>
                <a:lnTo>
                  <a:pt x="259390" y="155526"/>
                </a:lnTo>
                <a:lnTo>
                  <a:pt x="207782" y="207296"/>
                </a:lnTo>
                <a:lnTo>
                  <a:pt x="156175" y="155526"/>
                </a:lnTo>
                <a:close/>
                <a:moveTo>
                  <a:pt x="207782" y="0"/>
                </a:moveTo>
                <a:lnTo>
                  <a:pt x="0" y="207350"/>
                </a:lnTo>
                <a:lnTo>
                  <a:pt x="51986" y="259228"/>
                </a:lnTo>
                <a:lnTo>
                  <a:pt x="104134" y="207512"/>
                </a:lnTo>
                <a:lnTo>
                  <a:pt x="155904" y="259499"/>
                </a:lnTo>
                <a:lnTo>
                  <a:pt x="103810" y="311593"/>
                </a:lnTo>
                <a:lnTo>
                  <a:pt x="155904" y="363147"/>
                </a:lnTo>
                <a:lnTo>
                  <a:pt x="206810" y="311431"/>
                </a:lnTo>
                <a:lnTo>
                  <a:pt x="259823" y="363147"/>
                </a:lnTo>
                <a:lnTo>
                  <a:pt x="311485" y="311431"/>
                </a:lnTo>
                <a:lnTo>
                  <a:pt x="259823" y="259769"/>
                </a:lnTo>
                <a:lnTo>
                  <a:pt x="312025" y="207512"/>
                </a:lnTo>
                <a:lnTo>
                  <a:pt x="363633" y="259228"/>
                </a:lnTo>
                <a:lnTo>
                  <a:pt x="415349" y="207512"/>
                </a:lnTo>
                <a:lnTo>
                  <a:pt x="207782" y="0"/>
                </a:lnTo>
                <a:close/>
              </a:path>
            </a:pathLst>
          </a:custGeom>
          <a:solidFill>
            <a:schemeClr val="accent2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3A519CC-A663-F358-9865-6872EB7A18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57942 w 12192000"/>
              <a:gd name="connsiteY0" fmla="*/ 746373 h 6858000"/>
              <a:gd name="connsiteX1" fmla="*/ 11292689 w 12192000"/>
              <a:gd name="connsiteY1" fmla="*/ 746373 h 6858000"/>
              <a:gd name="connsiteX2" fmla="*/ 11292689 w 12192000"/>
              <a:gd name="connsiteY2" fmla="*/ 815598 h 6858000"/>
              <a:gd name="connsiteX3" fmla="*/ 11257942 w 12192000"/>
              <a:gd name="connsiteY3" fmla="*/ 815598 h 6858000"/>
              <a:gd name="connsiteX4" fmla="*/ 11206118 w 12192000"/>
              <a:gd name="connsiteY4" fmla="*/ 746266 h 6858000"/>
              <a:gd name="connsiteX5" fmla="*/ 11206118 w 12192000"/>
              <a:gd name="connsiteY5" fmla="*/ 746373 h 6858000"/>
              <a:gd name="connsiteX6" fmla="*/ 11206064 w 12192000"/>
              <a:gd name="connsiteY6" fmla="*/ 746373 h 6858000"/>
              <a:gd name="connsiteX7" fmla="*/ 10730352 w 12192000"/>
              <a:gd name="connsiteY7" fmla="*/ 746103 h 6858000"/>
              <a:gd name="connsiteX8" fmla="*/ 10730352 w 12192000"/>
              <a:gd name="connsiteY8" fmla="*/ 780851 h 6858000"/>
              <a:gd name="connsiteX9" fmla="*/ 10782285 w 12192000"/>
              <a:gd name="connsiteY9" fmla="*/ 780851 h 6858000"/>
              <a:gd name="connsiteX10" fmla="*/ 10782285 w 12192000"/>
              <a:gd name="connsiteY10" fmla="*/ 746103 h 6858000"/>
              <a:gd name="connsiteX11" fmla="*/ 11448323 w 12192000"/>
              <a:gd name="connsiteY11" fmla="*/ 711842 h 6858000"/>
              <a:gd name="connsiteX12" fmla="*/ 11448323 w 12192000"/>
              <a:gd name="connsiteY12" fmla="*/ 850075 h 6858000"/>
              <a:gd name="connsiteX13" fmla="*/ 11500201 w 12192000"/>
              <a:gd name="connsiteY13" fmla="*/ 850075 h 6858000"/>
              <a:gd name="connsiteX14" fmla="*/ 11500201 w 12192000"/>
              <a:gd name="connsiteY14" fmla="*/ 746373 h 6858000"/>
              <a:gd name="connsiteX15" fmla="*/ 11526140 w 12192000"/>
              <a:gd name="connsiteY15" fmla="*/ 746373 h 6858000"/>
              <a:gd name="connsiteX16" fmla="*/ 11526140 w 12192000"/>
              <a:gd name="connsiteY16" fmla="*/ 850075 h 6858000"/>
              <a:gd name="connsiteX17" fmla="*/ 11578019 w 12192000"/>
              <a:gd name="connsiteY17" fmla="*/ 850075 h 6858000"/>
              <a:gd name="connsiteX18" fmla="*/ 11578019 w 12192000"/>
              <a:gd name="connsiteY18" fmla="*/ 746373 h 6858000"/>
              <a:gd name="connsiteX19" fmla="*/ 11604012 w 12192000"/>
              <a:gd name="connsiteY19" fmla="*/ 746373 h 6858000"/>
              <a:gd name="connsiteX20" fmla="*/ 11604012 w 12192000"/>
              <a:gd name="connsiteY20" fmla="*/ 850075 h 6858000"/>
              <a:gd name="connsiteX21" fmla="*/ 11655890 w 12192000"/>
              <a:gd name="connsiteY21" fmla="*/ 850075 h 6858000"/>
              <a:gd name="connsiteX22" fmla="*/ 11655890 w 12192000"/>
              <a:gd name="connsiteY22" fmla="*/ 746373 h 6858000"/>
              <a:gd name="connsiteX23" fmla="*/ 11638759 w 12192000"/>
              <a:gd name="connsiteY23" fmla="*/ 711842 h 6858000"/>
              <a:gd name="connsiteX24" fmla="*/ 11448377 w 12192000"/>
              <a:gd name="connsiteY24" fmla="*/ 711842 h 6858000"/>
              <a:gd name="connsiteX25" fmla="*/ 11370506 w 12192000"/>
              <a:gd name="connsiteY25" fmla="*/ 711626 h 6858000"/>
              <a:gd name="connsiteX26" fmla="*/ 11370506 w 12192000"/>
              <a:gd name="connsiteY26" fmla="*/ 850075 h 6858000"/>
              <a:gd name="connsiteX27" fmla="*/ 11422438 w 12192000"/>
              <a:gd name="connsiteY27" fmla="*/ 850075 h 6858000"/>
              <a:gd name="connsiteX28" fmla="*/ 11422438 w 12192000"/>
              <a:gd name="connsiteY28" fmla="*/ 711842 h 6858000"/>
              <a:gd name="connsiteX29" fmla="*/ 10583311 w 12192000"/>
              <a:gd name="connsiteY29" fmla="*/ 677094 h 6858000"/>
              <a:gd name="connsiteX30" fmla="*/ 10583311 w 12192000"/>
              <a:gd name="connsiteY30" fmla="*/ 746373 h 6858000"/>
              <a:gd name="connsiteX31" fmla="*/ 10557101 w 12192000"/>
              <a:gd name="connsiteY31" fmla="*/ 746373 h 6858000"/>
              <a:gd name="connsiteX32" fmla="*/ 11370506 w 12192000"/>
              <a:gd name="connsiteY32" fmla="*/ 642617 h 6858000"/>
              <a:gd name="connsiteX33" fmla="*/ 11370506 w 12192000"/>
              <a:gd name="connsiteY33" fmla="*/ 677094 h 6858000"/>
              <a:gd name="connsiteX34" fmla="*/ 11422438 w 12192000"/>
              <a:gd name="connsiteY34" fmla="*/ 677094 h 6858000"/>
              <a:gd name="connsiteX35" fmla="*/ 11422438 w 12192000"/>
              <a:gd name="connsiteY35" fmla="*/ 642617 h 6858000"/>
              <a:gd name="connsiteX36" fmla="*/ 10799361 w 12192000"/>
              <a:gd name="connsiteY36" fmla="*/ 642617 h 6858000"/>
              <a:gd name="connsiteX37" fmla="*/ 10799361 w 12192000"/>
              <a:gd name="connsiteY37" fmla="*/ 850075 h 6858000"/>
              <a:gd name="connsiteX38" fmla="*/ 10851239 w 12192000"/>
              <a:gd name="connsiteY38" fmla="*/ 850075 h 6858000"/>
              <a:gd name="connsiteX39" fmla="*/ 10851239 w 12192000"/>
              <a:gd name="connsiteY39" fmla="*/ 746373 h 6858000"/>
              <a:gd name="connsiteX40" fmla="*/ 10886041 w 12192000"/>
              <a:gd name="connsiteY40" fmla="*/ 746373 h 6858000"/>
              <a:gd name="connsiteX41" fmla="*/ 10886041 w 12192000"/>
              <a:gd name="connsiteY41" fmla="*/ 815598 h 6858000"/>
              <a:gd name="connsiteX42" fmla="*/ 10903387 w 12192000"/>
              <a:gd name="connsiteY42" fmla="*/ 850075 h 6858000"/>
              <a:gd name="connsiteX43" fmla="*/ 11024544 w 12192000"/>
              <a:gd name="connsiteY43" fmla="*/ 850075 h 6858000"/>
              <a:gd name="connsiteX44" fmla="*/ 11024544 w 12192000"/>
              <a:gd name="connsiteY44" fmla="*/ 746373 h 6858000"/>
              <a:gd name="connsiteX45" fmla="*/ 11050483 w 12192000"/>
              <a:gd name="connsiteY45" fmla="*/ 746373 h 6858000"/>
              <a:gd name="connsiteX46" fmla="*/ 11050483 w 12192000"/>
              <a:gd name="connsiteY46" fmla="*/ 850075 h 6858000"/>
              <a:gd name="connsiteX47" fmla="*/ 11102307 w 12192000"/>
              <a:gd name="connsiteY47" fmla="*/ 850075 h 6858000"/>
              <a:gd name="connsiteX48" fmla="*/ 11102307 w 12192000"/>
              <a:gd name="connsiteY48" fmla="*/ 746373 h 6858000"/>
              <a:gd name="connsiteX49" fmla="*/ 11128301 w 12192000"/>
              <a:gd name="connsiteY49" fmla="*/ 746373 h 6858000"/>
              <a:gd name="connsiteX50" fmla="*/ 11128301 w 12192000"/>
              <a:gd name="connsiteY50" fmla="*/ 850075 h 6858000"/>
              <a:gd name="connsiteX51" fmla="*/ 11180179 w 12192000"/>
              <a:gd name="connsiteY51" fmla="*/ 850075 h 6858000"/>
              <a:gd name="connsiteX52" fmla="*/ 11180179 w 12192000"/>
              <a:gd name="connsiteY52" fmla="*/ 746373 h 6858000"/>
              <a:gd name="connsiteX53" fmla="*/ 11206064 w 12192000"/>
              <a:gd name="connsiteY53" fmla="*/ 746373 h 6858000"/>
              <a:gd name="connsiteX54" fmla="*/ 11206064 w 12192000"/>
              <a:gd name="connsiteY54" fmla="*/ 815598 h 6858000"/>
              <a:gd name="connsiteX55" fmla="*/ 11223464 w 12192000"/>
              <a:gd name="connsiteY55" fmla="*/ 850075 h 6858000"/>
              <a:gd name="connsiteX56" fmla="*/ 11344567 w 12192000"/>
              <a:gd name="connsiteY56" fmla="*/ 850075 h 6858000"/>
              <a:gd name="connsiteX57" fmla="*/ 11344567 w 12192000"/>
              <a:gd name="connsiteY57" fmla="*/ 711842 h 6858000"/>
              <a:gd name="connsiteX58" fmla="*/ 11223464 w 12192000"/>
              <a:gd name="connsiteY58" fmla="*/ 711842 h 6858000"/>
              <a:gd name="connsiteX59" fmla="*/ 11206118 w 12192000"/>
              <a:gd name="connsiteY59" fmla="*/ 746266 h 6858000"/>
              <a:gd name="connsiteX60" fmla="*/ 11206118 w 12192000"/>
              <a:gd name="connsiteY60" fmla="*/ 711842 h 6858000"/>
              <a:gd name="connsiteX61" fmla="*/ 11180179 w 12192000"/>
              <a:gd name="connsiteY61" fmla="*/ 711842 h 6858000"/>
              <a:gd name="connsiteX62" fmla="*/ 11180179 w 12192000"/>
              <a:gd name="connsiteY62" fmla="*/ 677094 h 6858000"/>
              <a:gd name="connsiteX63" fmla="*/ 11128301 w 12192000"/>
              <a:gd name="connsiteY63" fmla="*/ 677094 h 6858000"/>
              <a:gd name="connsiteX64" fmla="*/ 11128301 w 12192000"/>
              <a:gd name="connsiteY64" fmla="*/ 711842 h 6858000"/>
              <a:gd name="connsiteX65" fmla="*/ 11102307 w 12192000"/>
              <a:gd name="connsiteY65" fmla="*/ 711842 h 6858000"/>
              <a:gd name="connsiteX66" fmla="*/ 11102307 w 12192000"/>
              <a:gd name="connsiteY66" fmla="*/ 677094 h 6858000"/>
              <a:gd name="connsiteX67" fmla="*/ 11050483 w 12192000"/>
              <a:gd name="connsiteY67" fmla="*/ 677094 h 6858000"/>
              <a:gd name="connsiteX68" fmla="*/ 11050483 w 12192000"/>
              <a:gd name="connsiteY68" fmla="*/ 711842 h 6858000"/>
              <a:gd name="connsiteX69" fmla="*/ 10972396 w 12192000"/>
              <a:gd name="connsiteY69" fmla="*/ 711842 h 6858000"/>
              <a:gd name="connsiteX70" fmla="*/ 10972396 w 12192000"/>
              <a:gd name="connsiteY70" fmla="*/ 815544 h 6858000"/>
              <a:gd name="connsiteX71" fmla="*/ 10937919 w 12192000"/>
              <a:gd name="connsiteY71" fmla="*/ 815544 h 6858000"/>
              <a:gd name="connsiteX72" fmla="*/ 10937919 w 12192000"/>
              <a:gd name="connsiteY72" fmla="*/ 711842 h 6858000"/>
              <a:gd name="connsiteX73" fmla="*/ 10851293 w 12192000"/>
              <a:gd name="connsiteY73" fmla="*/ 711842 h 6858000"/>
              <a:gd name="connsiteX74" fmla="*/ 10851293 w 12192000"/>
              <a:gd name="connsiteY74" fmla="*/ 677094 h 6858000"/>
              <a:gd name="connsiteX75" fmla="*/ 10937919 w 12192000"/>
              <a:gd name="connsiteY75" fmla="*/ 677094 h 6858000"/>
              <a:gd name="connsiteX76" fmla="*/ 10937919 w 12192000"/>
              <a:gd name="connsiteY76" fmla="*/ 642617 h 6858000"/>
              <a:gd name="connsiteX77" fmla="*/ 10799415 w 12192000"/>
              <a:gd name="connsiteY77" fmla="*/ 642617 h 6858000"/>
              <a:gd name="connsiteX78" fmla="*/ 10661074 w 12192000"/>
              <a:gd name="connsiteY78" fmla="*/ 642617 h 6858000"/>
              <a:gd name="connsiteX79" fmla="*/ 10661074 w 12192000"/>
              <a:gd name="connsiteY79" fmla="*/ 850075 h 6858000"/>
              <a:gd name="connsiteX80" fmla="*/ 10712952 w 12192000"/>
              <a:gd name="connsiteY80" fmla="*/ 850075 h 6858000"/>
              <a:gd name="connsiteX81" fmla="*/ 10712952 w 12192000"/>
              <a:gd name="connsiteY81" fmla="*/ 642617 h 6858000"/>
              <a:gd name="connsiteX82" fmla="*/ 10539971 w 12192000"/>
              <a:gd name="connsiteY82" fmla="*/ 642617 h 6858000"/>
              <a:gd name="connsiteX83" fmla="*/ 10470746 w 12192000"/>
              <a:gd name="connsiteY83" fmla="*/ 850075 h 6858000"/>
              <a:gd name="connsiteX84" fmla="*/ 10522624 w 12192000"/>
              <a:gd name="connsiteY84" fmla="*/ 850075 h 6858000"/>
              <a:gd name="connsiteX85" fmla="*/ 10548563 w 12192000"/>
              <a:gd name="connsiteY85" fmla="*/ 781067 h 6858000"/>
              <a:gd name="connsiteX86" fmla="*/ 10583311 w 12192000"/>
              <a:gd name="connsiteY86" fmla="*/ 781067 h 6858000"/>
              <a:gd name="connsiteX87" fmla="*/ 10583311 w 12192000"/>
              <a:gd name="connsiteY87" fmla="*/ 850075 h 6858000"/>
              <a:gd name="connsiteX88" fmla="*/ 10635189 w 12192000"/>
              <a:gd name="connsiteY88" fmla="*/ 850075 h 6858000"/>
              <a:gd name="connsiteX89" fmla="*/ 10635189 w 12192000"/>
              <a:gd name="connsiteY89" fmla="*/ 642617 h 6858000"/>
              <a:gd name="connsiteX90" fmla="*/ 10159370 w 12192000"/>
              <a:gd name="connsiteY90" fmla="*/ 642563 h 6858000"/>
              <a:gd name="connsiteX91" fmla="*/ 10210978 w 12192000"/>
              <a:gd name="connsiteY91" fmla="*/ 694225 h 6858000"/>
              <a:gd name="connsiteX92" fmla="*/ 10159370 w 12192000"/>
              <a:gd name="connsiteY92" fmla="*/ 745995 h 6858000"/>
              <a:gd name="connsiteX93" fmla="*/ 10107763 w 12192000"/>
              <a:gd name="connsiteY93" fmla="*/ 694225 h 6858000"/>
              <a:gd name="connsiteX94" fmla="*/ 10159370 w 12192000"/>
              <a:gd name="connsiteY94" fmla="*/ 538699 h 6858000"/>
              <a:gd name="connsiteX95" fmla="*/ 9951588 w 12192000"/>
              <a:gd name="connsiteY95" fmla="*/ 746049 h 6858000"/>
              <a:gd name="connsiteX96" fmla="*/ 10003574 w 12192000"/>
              <a:gd name="connsiteY96" fmla="*/ 797927 h 6858000"/>
              <a:gd name="connsiteX97" fmla="*/ 10055722 w 12192000"/>
              <a:gd name="connsiteY97" fmla="*/ 746211 h 6858000"/>
              <a:gd name="connsiteX98" fmla="*/ 10107492 w 12192000"/>
              <a:gd name="connsiteY98" fmla="*/ 798198 h 6858000"/>
              <a:gd name="connsiteX99" fmla="*/ 10055398 w 12192000"/>
              <a:gd name="connsiteY99" fmla="*/ 850292 h 6858000"/>
              <a:gd name="connsiteX100" fmla="*/ 10107492 w 12192000"/>
              <a:gd name="connsiteY100" fmla="*/ 901846 h 6858000"/>
              <a:gd name="connsiteX101" fmla="*/ 10158398 w 12192000"/>
              <a:gd name="connsiteY101" fmla="*/ 850130 h 6858000"/>
              <a:gd name="connsiteX102" fmla="*/ 10211411 w 12192000"/>
              <a:gd name="connsiteY102" fmla="*/ 901846 h 6858000"/>
              <a:gd name="connsiteX103" fmla="*/ 10263073 w 12192000"/>
              <a:gd name="connsiteY103" fmla="*/ 850130 h 6858000"/>
              <a:gd name="connsiteX104" fmla="*/ 10211411 w 12192000"/>
              <a:gd name="connsiteY104" fmla="*/ 798468 h 6858000"/>
              <a:gd name="connsiteX105" fmla="*/ 10263613 w 12192000"/>
              <a:gd name="connsiteY105" fmla="*/ 746211 h 6858000"/>
              <a:gd name="connsiteX106" fmla="*/ 10315221 w 12192000"/>
              <a:gd name="connsiteY106" fmla="*/ 797927 h 6858000"/>
              <a:gd name="connsiteX107" fmla="*/ 10366937 w 12192000"/>
              <a:gd name="connsiteY107" fmla="*/ 746211 h 6858000"/>
              <a:gd name="connsiteX108" fmla="*/ 0 w 12192000"/>
              <a:gd name="connsiteY108" fmla="*/ 0 h 6858000"/>
              <a:gd name="connsiteX109" fmla="*/ 12192000 w 12192000"/>
              <a:gd name="connsiteY109" fmla="*/ 0 h 6858000"/>
              <a:gd name="connsiteX110" fmla="*/ 12192000 w 12192000"/>
              <a:gd name="connsiteY110" fmla="*/ 6858000 h 6858000"/>
              <a:gd name="connsiteX111" fmla="*/ 0 w 121920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12192000" h="6858000">
                <a:moveTo>
                  <a:pt x="11257942" y="746373"/>
                </a:moveTo>
                <a:lnTo>
                  <a:pt x="11292689" y="746373"/>
                </a:lnTo>
                <a:lnTo>
                  <a:pt x="11292689" y="815598"/>
                </a:lnTo>
                <a:lnTo>
                  <a:pt x="11257942" y="815598"/>
                </a:lnTo>
                <a:close/>
                <a:moveTo>
                  <a:pt x="11206118" y="746266"/>
                </a:moveTo>
                <a:lnTo>
                  <a:pt x="11206118" y="746373"/>
                </a:lnTo>
                <a:lnTo>
                  <a:pt x="11206064" y="746373"/>
                </a:lnTo>
                <a:close/>
                <a:moveTo>
                  <a:pt x="10730352" y="746103"/>
                </a:moveTo>
                <a:lnTo>
                  <a:pt x="10730352" y="780851"/>
                </a:lnTo>
                <a:lnTo>
                  <a:pt x="10782285" y="780851"/>
                </a:lnTo>
                <a:lnTo>
                  <a:pt x="10782285" y="746103"/>
                </a:lnTo>
                <a:close/>
                <a:moveTo>
                  <a:pt x="11448323" y="711842"/>
                </a:moveTo>
                <a:lnTo>
                  <a:pt x="11448323" y="850075"/>
                </a:lnTo>
                <a:lnTo>
                  <a:pt x="11500201" y="850075"/>
                </a:lnTo>
                <a:lnTo>
                  <a:pt x="11500201" y="746373"/>
                </a:lnTo>
                <a:lnTo>
                  <a:pt x="11526140" y="746373"/>
                </a:lnTo>
                <a:lnTo>
                  <a:pt x="11526140" y="850075"/>
                </a:lnTo>
                <a:lnTo>
                  <a:pt x="11578019" y="850075"/>
                </a:lnTo>
                <a:lnTo>
                  <a:pt x="11578019" y="746373"/>
                </a:lnTo>
                <a:lnTo>
                  <a:pt x="11604012" y="746373"/>
                </a:lnTo>
                <a:lnTo>
                  <a:pt x="11604012" y="850075"/>
                </a:lnTo>
                <a:lnTo>
                  <a:pt x="11655890" y="850075"/>
                </a:lnTo>
                <a:lnTo>
                  <a:pt x="11655890" y="746373"/>
                </a:lnTo>
                <a:lnTo>
                  <a:pt x="11638759" y="711842"/>
                </a:lnTo>
                <a:lnTo>
                  <a:pt x="11448377" y="711842"/>
                </a:lnTo>
                <a:close/>
                <a:moveTo>
                  <a:pt x="11370506" y="711626"/>
                </a:moveTo>
                <a:lnTo>
                  <a:pt x="11370506" y="850075"/>
                </a:lnTo>
                <a:lnTo>
                  <a:pt x="11422438" y="850075"/>
                </a:lnTo>
                <a:lnTo>
                  <a:pt x="11422438" y="711842"/>
                </a:lnTo>
                <a:close/>
                <a:moveTo>
                  <a:pt x="10583311" y="677094"/>
                </a:moveTo>
                <a:lnTo>
                  <a:pt x="10583311" y="746373"/>
                </a:lnTo>
                <a:lnTo>
                  <a:pt x="10557101" y="746373"/>
                </a:lnTo>
                <a:close/>
                <a:moveTo>
                  <a:pt x="11370506" y="642617"/>
                </a:moveTo>
                <a:lnTo>
                  <a:pt x="11370506" y="677094"/>
                </a:lnTo>
                <a:lnTo>
                  <a:pt x="11422438" y="677094"/>
                </a:lnTo>
                <a:lnTo>
                  <a:pt x="11422438" y="642617"/>
                </a:lnTo>
                <a:close/>
                <a:moveTo>
                  <a:pt x="10799361" y="642617"/>
                </a:moveTo>
                <a:lnTo>
                  <a:pt x="10799361" y="850075"/>
                </a:lnTo>
                <a:lnTo>
                  <a:pt x="10851239" y="850075"/>
                </a:lnTo>
                <a:lnTo>
                  <a:pt x="10851239" y="746373"/>
                </a:lnTo>
                <a:lnTo>
                  <a:pt x="10886041" y="746373"/>
                </a:lnTo>
                <a:lnTo>
                  <a:pt x="10886041" y="815598"/>
                </a:lnTo>
                <a:lnTo>
                  <a:pt x="10903387" y="850075"/>
                </a:lnTo>
                <a:lnTo>
                  <a:pt x="11024544" y="850075"/>
                </a:lnTo>
                <a:lnTo>
                  <a:pt x="11024544" y="746373"/>
                </a:lnTo>
                <a:lnTo>
                  <a:pt x="11050483" y="746373"/>
                </a:lnTo>
                <a:lnTo>
                  <a:pt x="11050483" y="850075"/>
                </a:lnTo>
                <a:lnTo>
                  <a:pt x="11102307" y="850075"/>
                </a:lnTo>
                <a:lnTo>
                  <a:pt x="11102307" y="746373"/>
                </a:lnTo>
                <a:lnTo>
                  <a:pt x="11128301" y="746373"/>
                </a:lnTo>
                <a:lnTo>
                  <a:pt x="11128301" y="850075"/>
                </a:lnTo>
                <a:lnTo>
                  <a:pt x="11180179" y="850075"/>
                </a:lnTo>
                <a:lnTo>
                  <a:pt x="11180179" y="746373"/>
                </a:lnTo>
                <a:lnTo>
                  <a:pt x="11206064" y="746373"/>
                </a:lnTo>
                <a:lnTo>
                  <a:pt x="11206064" y="815598"/>
                </a:lnTo>
                <a:lnTo>
                  <a:pt x="11223464" y="850075"/>
                </a:lnTo>
                <a:lnTo>
                  <a:pt x="11344567" y="850075"/>
                </a:lnTo>
                <a:lnTo>
                  <a:pt x="11344567" y="711842"/>
                </a:lnTo>
                <a:lnTo>
                  <a:pt x="11223464" y="711842"/>
                </a:lnTo>
                <a:lnTo>
                  <a:pt x="11206118" y="746266"/>
                </a:lnTo>
                <a:lnTo>
                  <a:pt x="11206118" y="711842"/>
                </a:lnTo>
                <a:lnTo>
                  <a:pt x="11180179" y="711842"/>
                </a:lnTo>
                <a:lnTo>
                  <a:pt x="11180179" y="677094"/>
                </a:lnTo>
                <a:lnTo>
                  <a:pt x="11128301" y="677094"/>
                </a:lnTo>
                <a:lnTo>
                  <a:pt x="11128301" y="711842"/>
                </a:lnTo>
                <a:lnTo>
                  <a:pt x="11102307" y="711842"/>
                </a:lnTo>
                <a:lnTo>
                  <a:pt x="11102307" y="677094"/>
                </a:lnTo>
                <a:lnTo>
                  <a:pt x="11050483" y="677094"/>
                </a:lnTo>
                <a:lnTo>
                  <a:pt x="11050483" y="711842"/>
                </a:lnTo>
                <a:lnTo>
                  <a:pt x="10972396" y="711842"/>
                </a:lnTo>
                <a:lnTo>
                  <a:pt x="10972396" y="815544"/>
                </a:lnTo>
                <a:lnTo>
                  <a:pt x="10937919" y="815544"/>
                </a:lnTo>
                <a:lnTo>
                  <a:pt x="10937919" y="711842"/>
                </a:lnTo>
                <a:lnTo>
                  <a:pt x="10851293" y="711842"/>
                </a:lnTo>
                <a:lnTo>
                  <a:pt x="10851293" y="677094"/>
                </a:lnTo>
                <a:lnTo>
                  <a:pt x="10937919" y="677094"/>
                </a:lnTo>
                <a:lnTo>
                  <a:pt x="10937919" y="642617"/>
                </a:lnTo>
                <a:lnTo>
                  <a:pt x="10799415" y="642617"/>
                </a:lnTo>
                <a:close/>
                <a:moveTo>
                  <a:pt x="10661074" y="642617"/>
                </a:moveTo>
                <a:lnTo>
                  <a:pt x="10661074" y="850075"/>
                </a:lnTo>
                <a:lnTo>
                  <a:pt x="10712952" y="850075"/>
                </a:lnTo>
                <a:lnTo>
                  <a:pt x="10712952" y="642617"/>
                </a:lnTo>
                <a:close/>
                <a:moveTo>
                  <a:pt x="10539971" y="642617"/>
                </a:moveTo>
                <a:lnTo>
                  <a:pt x="10470746" y="850075"/>
                </a:lnTo>
                <a:lnTo>
                  <a:pt x="10522624" y="850075"/>
                </a:lnTo>
                <a:lnTo>
                  <a:pt x="10548563" y="781067"/>
                </a:lnTo>
                <a:lnTo>
                  <a:pt x="10583311" y="781067"/>
                </a:lnTo>
                <a:lnTo>
                  <a:pt x="10583311" y="850075"/>
                </a:lnTo>
                <a:lnTo>
                  <a:pt x="10635189" y="850075"/>
                </a:lnTo>
                <a:lnTo>
                  <a:pt x="10635189" y="642617"/>
                </a:lnTo>
                <a:close/>
                <a:moveTo>
                  <a:pt x="10159370" y="642563"/>
                </a:moveTo>
                <a:lnTo>
                  <a:pt x="10210978" y="694225"/>
                </a:lnTo>
                <a:lnTo>
                  <a:pt x="10159370" y="745995"/>
                </a:lnTo>
                <a:lnTo>
                  <a:pt x="10107763" y="694225"/>
                </a:lnTo>
                <a:close/>
                <a:moveTo>
                  <a:pt x="10159370" y="538699"/>
                </a:moveTo>
                <a:lnTo>
                  <a:pt x="9951588" y="746049"/>
                </a:lnTo>
                <a:lnTo>
                  <a:pt x="10003574" y="797927"/>
                </a:lnTo>
                <a:lnTo>
                  <a:pt x="10055722" y="746211"/>
                </a:lnTo>
                <a:lnTo>
                  <a:pt x="10107492" y="798198"/>
                </a:lnTo>
                <a:lnTo>
                  <a:pt x="10055398" y="850292"/>
                </a:lnTo>
                <a:lnTo>
                  <a:pt x="10107492" y="901846"/>
                </a:lnTo>
                <a:lnTo>
                  <a:pt x="10158398" y="850130"/>
                </a:lnTo>
                <a:lnTo>
                  <a:pt x="10211411" y="901846"/>
                </a:lnTo>
                <a:lnTo>
                  <a:pt x="10263073" y="850130"/>
                </a:lnTo>
                <a:lnTo>
                  <a:pt x="10211411" y="798468"/>
                </a:lnTo>
                <a:lnTo>
                  <a:pt x="10263613" y="746211"/>
                </a:lnTo>
                <a:lnTo>
                  <a:pt x="10315221" y="797927"/>
                </a:lnTo>
                <a:lnTo>
                  <a:pt x="10366937" y="74621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673821" y="6462506"/>
            <a:ext cx="63976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55B8BE-6D1C-4768-A169-BF21B51F5285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E7DF76B-C887-78D9-DED9-9F1A8AD7D51E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036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55">
          <p15:clr>
            <a:srgbClr val="FBAE40"/>
          </p15:clr>
        </p15:guide>
        <p15:guide id="2" pos="5081">
          <p15:clr>
            <a:srgbClr val="FBAE40"/>
          </p15:clr>
        </p15:guide>
        <p15:guide id="3" orient="horz" pos="2330">
          <p15:clr>
            <a:srgbClr val="FBAE40"/>
          </p15:clr>
        </p15:guide>
        <p15:guide id="4" orient="horz" pos="250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Slide_dark_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7B99DC-6A49-AA7B-C884-F03DC6C439D0}"/>
              </a:ext>
            </a:extLst>
          </p:cNvPr>
          <p:cNvSpPr/>
          <p:nvPr userDrawn="1"/>
        </p:nvSpPr>
        <p:spPr>
          <a:xfrm>
            <a:off x="10470746" y="642617"/>
            <a:ext cx="1185143" cy="207458"/>
          </a:xfrm>
          <a:custGeom>
            <a:avLst/>
            <a:gdLst>
              <a:gd name="connsiteX0" fmla="*/ 259606 w 1185143"/>
              <a:gd name="connsiteY0" fmla="*/ 138234 h 207458"/>
              <a:gd name="connsiteX1" fmla="*/ 311539 w 1185143"/>
              <a:gd name="connsiteY1" fmla="*/ 138234 h 207458"/>
              <a:gd name="connsiteX2" fmla="*/ 311539 w 1185143"/>
              <a:gd name="connsiteY2" fmla="*/ 103486 h 207458"/>
              <a:gd name="connsiteX3" fmla="*/ 259606 w 1185143"/>
              <a:gd name="connsiteY3" fmla="*/ 103486 h 207458"/>
              <a:gd name="connsiteX4" fmla="*/ 259606 w 1185143"/>
              <a:gd name="connsiteY4" fmla="*/ 138234 h 207458"/>
              <a:gd name="connsiteX5" fmla="*/ 787196 w 1185143"/>
              <a:gd name="connsiteY5" fmla="*/ 103756 h 207458"/>
              <a:gd name="connsiteX6" fmla="*/ 821943 w 1185143"/>
              <a:gd name="connsiteY6" fmla="*/ 103756 h 207458"/>
              <a:gd name="connsiteX7" fmla="*/ 821943 w 1185143"/>
              <a:gd name="connsiteY7" fmla="*/ 172981 h 207458"/>
              <a:gd name="connsiteX8" fmla="*/ 787196 w 1185143"/>
              <a:gd name="connsiteY8" fmla="*/ 172981 h 207458"/>
              <a:gd name="connsiteX9" fmla="*/ 787196 w 1185143"/>
              <a:gd name="connsiteY9" fmla="*/ 103756 h 207458"/>
              <a:gd name="connsiteX10" fmla="*/ 752718 w 1185143"/>
              <a:gd name="connsiteY10" fmla="*/ 69225 h 207458"/>
              <a:gd name="connsiteX11" fmla="*/ 735318 w 1185143"/>
              <a:gd name="connsiteY11" fmla="*/ 103756 h 207458"/>
              <a:gd name="connsiteX12" fmla="*/ 735318 w 1185143"/>
              <a:gd name="connsiteY12" fmla="*/ 172981 h 207458"/>
              <a:gd name="connsiteX13" fmla="*/ 752718 w 1185143"/>
              <a:gd name="connsiteY13" fmla="*/ 207458 h 207458"/>
              <a:gd name="connsiteX14" fmla="*/ 873821 w 1185143"/>
              <a:gd name="connsiteY14" fmla="*/ 207458 h 207458"/>
              <a:gd name="connsiteX15" fmla="*/ 873821 w 1185143"/>
              <a:gd name="connsiteY15" fmla="*/ 69225 h 207458"/>
              <a:gd name="connsiteX16" fmla="*/ 752718 w 1185143"/>
              <a:gd name="connsiteY16" fmla="*/ 69225 h 207458"/>
              <a:gd name="connsiteX17" fmla="*/ 977577 w 1185143"/>
              <a:gd name="connsiteY17" fmla="*/ 69225 h 207458"/>
              <a:gd name="connsiteX18" fmla="*/ 977577 w 1185143"/>
              <a:gd name="connsiteY18" fmla="*/ 207458 h 207458"/>
              <a:gd name="connsiteX19" fmla="*/ 1029455 w 1185143"/>
              <a:gd name="connsiteY19" fmla="*/ 207458 h 207458"/>
              <a:gd name="connsiteX20" fmla="*/ 1029455 w 1185143"/>
              <a:gd name="connsiteY20" fmla="*/ 103756 h 207458"/>
              <a:gd name="connsiteX21" fmla="*/ 1055394 w 1185143"/>
              <a:gd name="connsiteY21" fmla="*/ 103756 h 207458"/>
              <a:gd name="connsiteX22" fmla="*/ 1055394 w 1185143"/>
              <a:gd name="connsiteY22" fmla="*/ 207458 h 207458"/>
              <a:gd name="connsiteX23" fmla="*/ 1107273 w 1185143"/>
              <a:gd name="connsiteY23" fmla="*/ 207458 h 207458"/>
              <a:gd name="connsiteX24" fmla="*/ 1107273 w 1185143"/>
              <a:gd name="connsiteY24" fmla="*/ 103756 h 207458"/>
              <a:gd name="connsiteX25" fmla="*/ 1133266 w 1185143"/>
              <a:gd name="connsiteY25" fmla="*/ 103756 h 207458"/>
              <a:gd name="connsiteX26" fmla="*/ 1133266 w 1185143"/>
              <a:gd name="connsiteY26" fmla="*/ 207458 h 207458"/>
              <a:gd name="connsiteX27" fmla="*/ 1185144 w 1185143"/>
              <a:gd name="connsiteY27" fmla="*/ 207458 h 207458"/>
              <a:gd name="connsiteX28" fmla="*/ 1185144 w 1185143"/>
              <a:gd name="connsiteY28" fmla="*/ 103756 h 207458"/>
              <a:gd name="connsiteX29" fmla="*/ 1168013 w 1185143"/>
              <a:gd name="connsiteY29" fmla="*/ 69225 h 207458"/>
              <a:gd name="connsiteX30" fmla="*/ 977631 w 1185143"/>
              <a:gd name="connsiteY30" fmla="*/ 69225 h 207458"/>
              <a:gd name="connsiteX31" fmla="*/ 899760 w 1185143"/>
              <a:gd name="connsiteY31" fmla="*/ 207458 h 207458"/>
              <a:gd name="connsiteX32" fmla="*/ 951692 w 1185143"/>
              <a:gd name="connsiteY32" fmla="*/ 207458 h 207458"/>
              <a:gd name="connsiteX33" fmla="*/ 951692 w 1185143"/>
              <a:gd name="connsiteY33" fmla="*/ 69225 h 207458"/>
              <a:gd name="connsiteX34" fmla="*/ 899760 w 1185143"/>
              <a:gd name="connsiteY34" fmla="*/ 69009 h 207458"/>
              <a:gd name="connsiteX35" fmla="*/ 899760 w 1185143"/>
              <a:gd name="connsiteY35" fmla="*/ 207458 h 207458"/>
              <a:gd name="connsiteX36" fmla="*/ 112565 w 1185143"/>
              <a:gd name="connsiteY36" fmla="*/ 34477 h 207458"/>
              <a:gd name="connsiteX37" fmla="*/ 112565 w 1185143"/>
              <a:gd name="connsiteY37" fmla="*/ 103756 h 207458"/>
              <a:gd name="connsiteX38" fmla="*/ 86355 w 1185143"/>
              <a:gd name="connsiteY38" fmla="*/ 103756 h 207458"/>
              <a:gd name="connsiteX39" fmla="*/ 112565 w 1185143"/>
              <a:gd name="connsiteY39" fmla="*/ 34477 h 207458"/>
              <a:gd name="connsiteX40" fmla="*/ 69225 w 1185143"/>
              <a:gd name="connsiteY40" fmla="*/ 0 h 207458"/>
              <a:gd name="connsiteX41" fmla="*/ 0 w 1185143"/>
              <a:gd name="connsiteY41" fmla="*/ 207458 h 207458"/>
              <a:gd name="connsiteX42" fmla="*/ 51878 w 1185143"/>
              <a:gd name="connsiteY42" fmla="*/ 207458 h 207458"/>
              <a:gd name="connsiteX43" fmla="*/ 77817 w 1185143"/>
              <a:gd name="connsiteY43" fmla="*/ 138450 h 207458"/>
              <a:gd name="connsiteX44" fmla="*/ 112565 w 1185143"/>
              <a:gd name="connsiteY44" fmla="*/ 138450 h 207458"/>
              <a:gd name="connsiteX45" fmla="*/ 112565 w 1185143"/>
              <a:gd name="connsiteY45" fmla="*/ 207458 h 207458"/>
              <a:gd name="connsiteX46" fmla="*/ 164443 w 1185143"/>
              <a:gd name="connsiteY46" fmla="*/ 207458 h 207458"/>
              <a:gd name="connsiteX47" fmla="*/ 164443 w 1185143"/>
              <a:gd name="connsiteY47" fmla="*/ 0 h 207458"/>
              <a:gd name="connsiteX48" fmla="*/ 69225 w 1185143"/>
              <a:gd name="connsiteY48" fmla="*/ 0 h 207458"/>
              <a:gd name="connsiteX49" fmla="*/ 190328 w 1185143"/>
              <a:gd name="connsiteY49" fmla="*/ 207458 h 207458"/>
              <a:gd name="connsiteX50" fmla="*/ 242206 w 1185143"/>
              <a:gd name="connsiteY50" fmla="*/ 207458 h 207458"/>
              <a:gd name="connsiteX51" fmla="*/ 242206 w 1185143"/>
              <a:gd name="connsiteY51" fmla="*/ 0 h 207458"/>
              <a:gd name="connsiteX52" fmla="*/ 190328 w 1185143"/>
              <a:gd name="connsiteY52" fmla="*/ 0 h 207458"/>
              <a:gd name="connsiteX53" fmla="*/ 190328 w 1185143"/>
              <a:gd name="connsiteY53" fmla="*/ 207458 h 207458"/>
              <a:gd name="connsiteX54" fmla="*/ 328615 w 1185143"/>
              <a:gd name="connsiteY54" fmla="*/ 0 h 207458"/>
              <a:gd name="connsiteX55" fmla="*/ 328615 w 1185143"/>
              <a:gd name="connsiteY55" fmla="*/ 207458 h 207458"/>
              <a:gd name="connsiteX56" fmla="*/ 380493 w 1185143"/>
              <a:gd name="connsiteY56" fmla="*/ 207458 h 207458"/>
              <a:gd name="connsiteX57" fmla="*/ 380493 w 1185143"/>
              <a:gd name="connsiteY57" fmla="*/ 103756 h 207458"/>
              <a:gd name="connsiteX58" fmla="*/ 415295 w 1185143"/>
              <a:gd name="connsiteY58" fmla="*/ 103756 h 207458"/>
              <a:gd name="connsiteX59" fmla="*/ 415295 w 1185143"/>
              <a:gd name="connsiteY59" fmla="*/ 172981 h 207458"/>
              <a:gd name="connsiteX60" fmla="*/ 432641 w 1185143"/>
              <a:gd name="connsiteY60" fmla="*/ 207458 h 207458"/>
              <a:gd name="connsiteX61" fmla="*/ 553798 w 1185143"/>
              <a:gd name="connsiteY61" fmla="*/ 207458 h 207458"/>
              <a:gd name="connsiteX62" fmla="*/ 553798 w 1185143"/>
              <a:gd name="connsiteY62" fmla="*/ 103756 h 207458"/>
              <a:gd name="connsiteX63" fmla="*/ 579737 w 1185143"/>
              <a:gd name="connsiteY63" fmla="*/ 103756 h 207458"/>
              <a:gd name="connsiteX64" fmla="*/ 579737 w 1185143"/>
              <a:gd name="connsiteY64" fmla="*/ 207458 h 207458"/>
              <a:gd name="connsiteX65" fmla="*/ 631561 w 1185143"/>
              <a:gd name="connsiteY65" fmla="*/ 207458 h 207458"/>
              <a:gd name="connsiteX66" fmla="*/ 631561 w 1185143"/>
              <a:gd name="connsiteY66" fmla="*/ 103756 h 207458"/>
              <a:gd name="connsiteX67" fmla="*/ 657555 w 1185143"/>
              <a:gd name="connsiteY67" fmla="*/ 103756 h 207458"/>
              <a:gd name="connsiteX68" fmla="*/ 657555 w 1185143"/>
              <a:gd name="connsiteY68" fmla="*/ 207458 h 207458"/>
              <a:gd name="connsiteX69" fmla="*/ 709433 w 1185143"/>
              <a:gd name="connsiteY69" fmla="*/ 207458 h 207458"/>
              <a:gd name="connsiteX70" fmla="*/ 709433 w 1185143"/>
              <a:gd name="connsiteY70" fmla="*/ 103756 h 207458"/>
              <a:gd name="connsiteX71" fmla="*/ 735372 w 1185143"/>
              <a:gd name="connsiteY71" fmla="*/ 103756 h 207458"/>
              <a:gd name="connsiteX72" fmla="*/ 735372 w 1185143"/>
              <a:gd name="connsiteY72" fmla="*/ 69225 h 207458"/>
              <a:gd name="connsiteX73" fmla="*/ 709433 w 1185143"/>
              <a:gd name="connsiteY73" fmla="*/ 69225 h 207458"/>
              <a:gd name="connsiteX74" fmla="*/ 709433 w 1185143"/>
              <a:gd name="connsiteY74" fmla="*/ 34477 h 207458"/>
              <a:gd name="connsiteX75" fmla="*/ 657555 w 1185143"/>
              <a:gd name="connsiteY75" fmla="*/ 34477 h 207458"/>
              <a:gd name="connsiteX76" fmla="*/ 657555 w 1185143"/>
              <a:gd name="connsiteY76" fmla="*/ 69225 h 207458"/>
              <a:gd name="connsiteX77" fmla="*/ 631561 w 1185143"/>
              <a:gd name="connsiteY77" fmla="*/ 69225 h 207458"/>
              <a:gd name="connsiteX78" fmla="*/ 631561 w 1185143"/>
              <a:gd name="connsiteY78" fmla="*/ 34477 h 207458"/>
              <a:gd name="connsiteX79" fmla="*/ 579737 w 1185143"/>
              <a:gd name="connsiteY79" fmla="*/ 34477 h 207458"/>
              <a:gd name="connsiteX80" fmla="*/ 579737 w 1185143"/>
              <a:gd name="connsiteY80" fmla="*/ 69225 h 207458"/>
              <a:gd name="connsiteX81" fmla="*/ 501650 w 1185143"/>
              <a:gd name="connsiteY81" fmla="*/ 69225 h 207458"/>
              <a:gd name="connsiteX82" fmla="*/ 501650 w 1185143"/>
              <a:gd name="connsiteY82" fmla="*/ 172927 h 207458"/>
              <a:gd name="connsiteX83" fmla="*/ 467173 w 1185143"/>
              <a:gd name="connsiteY83" fmla="*/ 172927 h 207458"/>
              <a:gd name="connsiteX84" fmla="*/ 467173 w 1185143"/>
              <a:gd name="connsiteY84" fmla="*/ 69225 h 207458"/>
              <a:gd name="connsiteX85" fmla="*/ 380547 w 1185143"/>
              <a:gd name="connsiteY85" fmla="*/ 69225 h 207458"/>
              <a:gd name="connsiteX86" fmla="*/ 380547 w 1185143"/>
              <a:gd name="connsiteY86" fmla="*/ 34477 h 207458"/>
              <a:gd name="connsiteX87" fmla="*/ 467173 w 1185143"/>
              <a:gd name="connsiteY87" fmla="*/ 34477 h 207458"/>
              <a:gd name="connsiteX88" fmla="*/ 467173 w 1185143"/>
              <a:gd name="connsiteY88" fmla="*/ 0 h 207458"/>
              <a:gd name="connsiteX89" fmla="*/ 328669 w 1185143"/>
              <a:gd name="connsiteY89" fmla="*/ 0 h 207458"/>
              <a:gd name="connsiteX90" fmla="*/ 899760 w 1185143"/>
              <a:gd name="connsiteY90" fmla="*/ 34477 h 207458"/>
              <a:gd name="connsiteX91" fmla="*/ 951692 w 1185143"/>
              <a:gd name="connsiteY91" fmla="*/ 34477 h 207458"/>
              <a:gd name="connsiteX92" fmla="*/ 951692 w 1185143"/>
              <a:gd name="connsiteY92" fmla="*/ 0 h 207458"/>
              <a:gd name="connsiteX93" fmla="*/ 899760 w 1185143"/>
              <a:gd name="connsiteY93" fmla="*/ 0 h 207458"/>
              <a:gd name="connsiteX94" fmla="*/ 899760 w 1185143"/>
              <a:gd name="connsiteY94" fmla="*/ 34477 h 20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185143" h="207458">
                <a:moveTo>
                  <a:pt x="259606" y="138234"/>
                </a:moveTo>
                <a:lnTo>
                  <a:pt x="311539" y="138234"/>
                </a:lnTo>
                <a:lnTo>
                  <a:pt x="311539" y="103486"/>
                </a:lnTo>
                <a:lnTo>
                  <a:pt x="259606" y="103486"/>
                </a:lnTo>
                <a:lnTo>
                  <a:pt x="259606" y="138234"/>
                </a:lnTo>
                <a:close/>
                <a:moveTo>
                  <a:pt x="787196" y="103756"/>
                </a:moveTo>
                <a:lnTo>
                  <a:pt x="821943" y="103756"/>
                </a:lnTo>
                <a:lnTo>
                  <a:pt x="821943" y="172981"/>
                </a:lnTo>
                <a:lnTo>
                  <a:pt x="787196" y="172981"/>
                </a:lnTo>
                <a:lnTo>
                  <a:pt x="787196" y="103756"/>
                </a:lnTo>
                <a:close/>
                <a:moveTo>
                  <a:pt x="752718" y="69225"/>
                </a:moveTo>
                <a:lnTo>
                  <a:pt x="735318" y="103756"/>
                </a:lnTo>
                <a:lnTo>
                  <a:pt x="735318" y="172981"/>
                </a:lnTo>
                <a:lnTo>
                  <a:pt x="752718" y="207458"/>
                </a:lnTo>
                <a:lnTo>
                  <a:pt x="873821" y="207458"/>
                </a:lnTo>
                <a:lnTo>
                  <a:pt x="873821" y="69225"/>
                </a:lnTo>
                <a:lnTo>
                  <a:pt x="752718" y="69225"/>
                </a:lnTo>
                <a:close/>
                <a:moveTo>
                  <a:pt x="977577" y="69225"/>
                </a:moveTo>
                <a:lnTo>
                  <a:pt x="977577" y="207458"/>
                </a:lnTo>
                <a:lnTo>
                  <a:pt x="1029455" y="207458"/>
                </a:lnTo>
                <a:lnTo>
                  <a:pt x="1029455" y="103756"/>
                </a:lnTo>
                <a:lnTo>
                  <a:pt x="1055394" y="103756"/>
                </a:lnTo>
                <a:lnTo>
                  <a:pt x="1055394" y="207458"/>
                </a:lnTo>
                <a:lnTo>
                  <a:pt x="1107273" y="207458"/>
                </a:lnTo>
                <a:lnTo>
                  <a:pt x="1107273" y="103756"/>
                </a:lnTo>
                <a:lnTo>
                  <a:pt x="1133266" y="103756"/>
                </a:lnTo>
                <a:lnTo>
                  <a:pt x="1133266" y="207458"/>
                </a:lnTo>
                <a:lnTo>
                  <a:pt x="1185144" y="207458"/>
                </a:lnTo>
                <a:lnTo>
                  <a:pt x="1185144" y="103756"/>
                </a:lnTo>
                <a:lnTo>
                  <a:pt x="1168013" y="69225"/>
                </a:lnTo>
                <a:lnTo>
                  <a:pt x="977631" y="69225"/>
                </a:lnTo>
                <a:close/>
                <a:moveTo>
                  <a:pt x="899760" y="207458"/>
                </a:moveTo>
                <a:lnTo>
                  <a:pt x="951692" y="207458"/>
                </a:lnTo>
                <a:lnTo>
                  <a:pt x="951692" y="69225"/>
                </a:lnTo>
                <a:lnTo>
                  <a:pt x="899760" y="69009"/>
                </a:lnTo>
                <a:lnTo>
                  <a:pt x="899760" y="207458"/>
                </a:lnTo>
                <a:close/>
                <a:moveTo>
                  <a:pt x="112565" y="34477"/>
                </a:moveTo>
                <a:lnTo>
                  <a:pt x="112565" y="103756"/>
                </a:lnTo>
                <a:lnTo>
                  <a:pt x="86355" y="103756"/>
                </a:lnTo>
                <a:lnTo>
                  <a:pt x="112565" y="34477"/>
                </a:lnTo>
                <a:close/>
                <a:moveTo>
                  <a:pt x="69225" y="0"/>
                </a:moveTo>
                <a:lnTo>
                  <a:pt x="0" y="207458"/>
                </a:lnTo>
                <a:lnTo>
                  <a:pt x="51878" y="207458"/>
                </a:lnTo>
                <a:lnTo>
                  <a:pt x="77817" y="138450"/>
                </a:lnTo>
                <a:lnTo>
                  <a:pt x="112565" y="138450"/>
                </a:lnTo>
                <a:lnTo>
                  <a:pt x="112565" y="207458"/>
                </a:lnTo>
                <a:lnTo>
                  <a:pt x="164443" y="207458"/>
                </a:lnTo>
                <a:lnTo>
                  <a:pt x="164443" y="0"/>
                </a:lnTo>
                <a:lnTo>
                  <a:pt x="69225" y="0"/>
                </a:lnTo>
                <a:close/>
                <a:moveTo>
                  <a:pt x="190328" y="207458"/>
                </a:moveTo>
                <a:lnTo>
                  <a:pt x="242206" y="207458"/>
                </a:lnTo>
                <a:lnTo>
                  <a:pt x="242206" y="0"/>
                </a:lnTo>
                <a:lnTo>
                  <a:pt x="190328" y="0"/>
                </a:lnTo>
                <a:lnTo>
                  <a:pt x="190328" y="207458"/>
                </a:lnTo>
                <a:close/>
                <a:moveTo>
                  <a:pt x="328615" y="0"/>
                </a:moveTo>
                <a:lnTo>
                  <a:pt x="328615" y="207458"/>
                </a:lnTo>
                <a:lnTo>
                  <a:pt x="380493" y="207458"/>
                </a:lnTo>
                <a:lnTo>
                  <a:pt x="380493" y="103756"/>
                </a:lnTo>
                <a:lnTo>
                  <a:pt x="415295" y="103756"/>
                </a:lnTo>
                <a:lnTo>
                  <a:pt x="415295" y="172981"/>
                </a:lnTo>
                <a:lnTo>
                  <a:pt x="432641" y="207458"/>
                </a:lnTo>
                <a:lnTo>
                  <a:pt x="553798" y="207458"/>
                </a:lnTo>
                <a:lnTo>
                  <a:pt x="553798" y="103756"/>
                </a:lnTo>
                <a:lnTo>
                  <a:pt x="579737" y="103756"/>
                </a:lnTo>
                <a:lnTo>
                  <a:pt x="579737" y="207458"/>
                </a:lnTo>
                <a:lnTo>
                  <a:pt x="631561" y="207458"/>
                </a:lnTo>
                <a:lnTo>
                  <a:pt x="631561" y="103756"/>
                </a:lnTo>
                <a:lnTo>
                  <a:pt x="657555" y="103756"/>
                </a:lnTo>
                <a:lnTo>
                  <a:pt x="657555" y="207458"/>
                </a:lnTo>
                <a:lnTo>
                  <a:pt x="709433" y="207458"/>
                </a:lnTo>
                <a:lnTo>
                  <a:pt x="709433" y="103756"/>
                </a:lnTo>
                <a:lnTo>
                  <a:pt x="735372" y="103756"/>
                </a:lnTo>
                <a:lnTo>
                  <a:pt x="735372" y="69225"/>
                </a:lnTo>
                <a:lnTo>
                  <a:pt x="709433" y="69225"/>
                </a:lnTo>
                <a:lnTo>
                  <a:pt x="709433" y="34477"/>
                </a:lnTo>
                <a:lnTo>
                  <a:pt x="657555" y="34477"/>
                </a:lnTo>
                <a:lnTo>
                  <a:pt x="657555" y="69225"/>
                </a:lnTo>
                <a:lnTo>
                  <a:pt x="631561" y="69225"/>
                </a:lnTo>
                <a:lnTo>
                  <a:pt x="631561" y="34477"/>
                </a:lnTo>
                <a:lnTo>
                  <a:pt x="579737" y="34477"/>
                </a:lnTo>
                <a:lnTo>
                  <a:pt x="579737" y="69225"/>
                </a:lnTo>
                <a:lnTo>
                  <a:pt x="501650" y="69225"/>
                </a:lnTo>
                <a:lnTo>
                  <a:pt x="501650" y="172927"/>
                </a:lnTo>
                <a:lnTo>
                  <a:pt x="467173" y="172927"/>
                </a:lnTo>
                <a:lnTo>
                  <a:pt x="467173" y="69225"/>
                </a:lnTo>
                <a:lnTo>
                  <a:pt x="380547" y="69225"/>
                </a:lnTo>
                <a:lnTo>
                  <a:pt x="380547" y="34477"/>
                </a:lnTo>
                <a:lnTo>
                  <a:pt x="467173" y="34477"/>
                </a:lnTo>
                <a:lnTo>
                  <a:pt x="467173" y="0"/>
                </a:lnTo>
                <a:lnTo>
                  <a:pt x="328669" y="0"/>
                </a:lnTo>
                <a:close/>
                <a:moveTo>
                  <a:pt x="899760" y="34477"/>
                </a:moveTo>
                <a:lnTo>
                  <a:pt x="951692" y="34477"/>
                </a:lnTo>
                <a:lnTo>
                  <a:pt x="951692" y="0"/>
                </a:lnTo>
                <a:lnTo>
                  <a:pt x="899760" y="0"/>
                </a:lnTo>
                <a:lnTo>
                  <a:pt x="899760" y="34477"/>
                </a:lnTo>
                <a:close/>
              </a:path>
            </a:pathLst>
          </a:custGeom>
          <a:solidFill>
            <a:schemeClr val="bg1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9D9692-48C7-DABD-E24B-9748091E3AED}"/>
              </a:ext>
            </a:extLst>
          </p:cNvPr>
          <p:cNvSpPr/>
          <p:nvPr userDrawn="1"/>
        </p:nvSpPr>
        <p:spPr>
          <a:xfrm>
            <a:off x="9951588" y="538699"/>
            <a:ext cx="415348" cy="363146"/>
          </a:xfrm>
          <a:custGeom>
            <a:avLst/>
            <a:gdLst>
              <a:gd name="connsiteX0" fmla="*/ 156175 w 415348"/>
              <a:gd name="connsiteY0" fmla="*/ 155526 h 363146"/>
              <a:gd name="connsiteX1" fmla="*/ 207782 w 415348"/>
              <a:gd name="connsiteY1" fmla="*/ 103864 h 363146"/>
              <a:gd name="connsiteX2" fmla="*/ 259390 w 415348"/>
              <a:gd name="connsiteY2" fmla="*/ 155526 h 363146"/>
              <a:gd name="connsiteX3" fmla="*/ 207782 w 415348"/>
              <a:gd name="connsiteY3" fmla="*/ 207296 h 363146"/>
              <a:gd name="connsiteX4" fmla="*/ 156175 w 415348"/>
              <a:gd name="connsiteY4" fmla="*/ 155526 h 363146"/>
              <a:gd name="connsiteX5" fmla="*/ 207782 w 415348"/>
              <a:gd name="connsiteY5" fmla="*/ 0 h 363146"/>
              <a:gd name="connsiteX6" fmla="*/ 0 w 415348"/>
              <a:gd name="connsiteY6" fmla="*/ 207350 h 363146"/>
              <a:gd name="connsiteX7" fmla="*/ 51986 w 415348"/>
              <a:gd name="connsiteY7" fmla="*/ 259228 h 363146"/>
              <a:gd name="connsiteX8" fmla="*/ 104134 w 415348"/>
              <a:gd name="connsiteY8" fmla="*/ 207512 h 363146"/>
              <a:gd name="connsiteX9" fmla="*/ 155904 w 415348"/>
              <a:gd name="connsiteY9" fmla="*/ 259499 h 363146"/>
              <a:gd name="connsiteX10" fmla="*/ 103810 w 415348"/>
              <a:gd name="connsiteY10" fmla="*/ 311593 h 363146"/>
              <a:gd name="connsiteX11" fmla="*/ 155904 w 415348"/>
              <a:gd name="connsiteY11" fmla="*/ 363147 h 363146"/>
              <a:gd name="connsiteX12" fmla="*/ 206810 w 415348"/>
              <a:gd name="connsiteY12" fmla="*/ 311431 h 363146"/>
              <a:gd name="connsiteX13" fmla="*/ 259823 w 415348"/>
              <a:gd name="connsiteY13" fmla="*/ 363147 h 363146"/>
              <a:gd name="connsiteX14" fmla="*/ 311485 w 415348"/>
              <a:gd name="connsiteY14" fmla="*/ 311431 h 363146"/>
              <a:gd name="connsiteX15" fmla="*/ 259823 w 415348"/>
              <a:gd name="connsiteY15" fmla="*/ 259769 h 363146"/>
              <a:gd name="connsiteX16" fmla="*/ 312025 w 415348"/>
              <a:gd name="connsiteY16" fmla="*/ 207512 h 363146"/>
              <a:gd name="connsiteX17" fmla="*/ 363633 w 415348"/>
              <a:gd name="connsiteY17" fmla="*/ 259228 h 363146"/>
              <a:gd name="connsiteX18" fmla="*/ 415349 w 415348"/>
              <a:gd name="connsiteY18" fmla="*/ 207512 h 363146"/>
              <a:gd name="connsiteX19" fmla="*/ 207782 w 415348"/>
              <a:gd name="connsiteY19" fmla="*/ 0 h 36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15348" h="363146">
                <a:moveTo>
                  <a:pt x="156175" y="155526"/>
                </a:moveTo>
                <a:lnTo>
                  <a:pt x="207782" y="103864"/>
                </a:lnTo>
                <a:lnTo>
                  <a:pt x="259390" y="155526"/>
                </a:lnTo>
                <a:lnTo>
                  <a:pt x="207782" y="207296"/>
                </a:lnTo>
                <a:lnTo>
                  <a:pt x="156175" y="155526"/>
                </a:lnTo>
                <a:close/>
                <a:moveTo>
                  <a:pt x="207782" y="0"/>
                </a:moveTo>
                <a:lnTo>
                  <a:pt x="0" y="207350"/>
                </a:lnTo>
                <a:lnTo>
                  <a:pt x="51986" y="259228"/>
                </a:lnTo>
                <a:lnTo>
                  <a:pt x="104134" y="207512"/>
                </a:lnTo>
                <a:lnTo>
                  <a:pt x="155904" y="259499"/>
                </a:lnTo>
                <a:lnTo>
                  <a:pt x="103810" y="311593"/>
                </a:lnTo>
                <a:lnTo>
                  <a:pt x="155904" y="363147"/>
                </a:lnTo>
                <a:lnTo>
                  <a:pt x="206810" y="311431"/>
                </a:lnTo>
                <a:lnTo>
                  <a:pt x="259823" y="363147"/>
                </a:lnTo>
                <a:lnTo>
                  <a:pt x="311485" y="311431"/>
                </a:lnTo>
                <a:lnTo>
                  <a:pt x="259823" y="259769"/>
                </a:lnTo>
                <a:lnTo>
                  <a:pt x="312025" y="207512"/>
                </a:lnTo>
                <a:lnTo>
                  <a:pt x="363633" y="259228"/>
                </a:lnTo>
                <a:lnTo>
                  <a:pt x="415349" y="207512"/>
                </a:lnTo>
                <a:lnTo>
                  <a:pt x="207782" y="0"/>
                </a:lnTo>
                <a:close/>
              </a:path>
            </a:pathLst>
          </a:custGeom>
          <a:solidFill>
            <a:schemeClr val="bg1"/>
          </a:solidFill>
          <a:ln w="53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3A519CC-A663-F358-9865-6872EB7A18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57942 w 12192000"/>
              <a:gd name="connsiteY0" fmla="*/ 746373 h 6858000"/>
              <a:gd name="connsiteX1" fmla="*/ 11292689 w 12192000"/>
              <a:gd name="connsiteY1" fmla="*/ 746373 h 6858000"/>
              <a:gd name="connsiteX2" fmla="*/ 11292689 w 12192000"/>
              <a:gd name="connsiteY2" fmla="*/ 815598 h 6858000"/>
              <a:gd name="connsiteX3" fmla="*/ 11257942 w 12192000"/>
              <a:gd name="connsiteY3" fmla="*/ 815598 h 6858000"/>
              <a:gd name="connsiteX4" fmla="*/ 11206118 w 12192000"/>
              <a:gd name="connsiteY4" fmla="*/ 746266 h 6858000"/>
              <a:gd name="connsiteX5" fmla="*/ 11206118 w 12192000"/>
              <a:gd name="connsiteY5" fmla="*/ 746373 h 6858000"/>
              <a:gd name="connsiteX6" fmla="*/ 11206064 w 12192000"/>
              <a:gd name="connsiteY6" fmla="*/ 746373 h 6858000"/>
              <a:gd name="connsiteX7" fmla="*/ 10730352 w 12192000"/>
              <a:gd name="connsiteY7" fmla="*/ 746103 h 6858000"/>
              <a:gd name="connsiteX8" fmla="*/ 10730352 w 12192000"/>
              <a:gd name="connsiteY8" fmla="*/ 780851 h 6858000"/>
              <a:gd name="connsiteX9" fmla="*/ 10782285 w 12192000"/>
              <a:gd name="connsiteY9" fmla="*/ 780851 h 6858000"/>
              <a:gd name="connsiteX10" fmla="*/ 10782285 w 12192000"/>
              <a:gd name="connsiteY10" fmla="*/ 746103 h 6858000"/>
              <a:gd name="connsiteX11" fmla="*/ 11448323 w 12192000"/>
              <a:gd name="connsiteY11" fmla="*/ 711842 h 6858000"/>
              <a:gd name="connsiteX12" fmla="*/ 11448323 w 12192000"/>
              <a:gd name="connsiteY12" fmla="*/ 850075 h 6858000"/>
              <a:gd name="connsiteX13" fmla="*/ 11500201 w 12192000"/>
              <a:gd name="connsiteY13" fmla="*/ 850075 h 6858000"/>
              <a:gd name="connsiteX14" fmla="*/ 11500201 w 12192000"/>
              <a:gd name="connsiteY14" fmla="*/ 746373 h 6858000"/>
              <a:gd name="connsiteX15" fmla="*/ 11526140 w 12192000"/>
              <a:gd name="connsiteY15" fmla="*/ 746373 h 6858000"/>
              <a:gd name="connsiteX16" fmla="*/ 11526140 w 12192000"/>
              <a:gd name="connsiteY16" fmla="*/ 850075 h 6858000"/>
              <a:gd name="connsiteX17" fmla="*/ 11578019 w 12192000"/>
              <a:gd name="connsiteY17" fmla="*/ 850075 h 6858000"/>
              <a:gd name="connsiteX18" fmla="*/ 11578019 w 12192000"/>
              <a:gd name="connsiteY18" fmla="*/ 746373 h 6858000"/>
              <a:gd name="connsiteX19" fmla="*/ 11604012 w 12192000"/>
              <a:gd name="connsiteY19" fmla="*/ 746373 h 6858000"/>
              <a:gd name="connsiteX20" fmla="*/ 11604012 w 12192000"/>
              <a:gd name="connsiteY20" fmla="*/ 850075 h 6858000"/>
              <a:gd name="connsiteX21" fmla="*/ 11655890 w 12192000"/>
              <a:gd name="connsiteY21" fmla="*/ 850075 h 6858000"/>
              <a:gd name="connsiteX22" fmla="*/ 11655890 w 12192000"/>
              <a:gd name="connsiteY22" fmla="*/ 746373 h 6858000"/>
              <a:gd name="connsiteX23" fmla="*/ 11638759 w 12192000"/>
              <a:gd name="connsiteY23" fmla="*/ 711842 h 6858000"/>
              <a:gd name="connsiteX24" fmla="*/ 11448377 w 12192000"/>
              <a:gd name="connsiteY24" fmla="*/ 711842 h 6858000"/>
              <a:gd name="connsiteX25" fmla="*/ 11370506 w 12192000"/>
              <a:gd name="connsiteY25" fmla="*/ 711626 h 6858000"/>
              <a:gd name="connsiteX26" fmla="*/ 11370506 w 12192000"/>
              <a:gd name="connsiteY26" fmla="*/ 850075 h 6858000"/>
              <a:gd name="connsiteX27" fmla="*/ 11422438 w 12192000"/>
              <a:gd name="connsiteY27" fmla="*/ 850075 h 6858000"/>
              <a:gd name="connsiteX28" fmla="*/ 11422438 w 12192000"/>
              <a:gd name="connsiteY28" fmla="*/ 711842 h 6858000"/>
              <a:gd name="connsiteX29" fmla="*/ 10583311 w 12192000"/>
              <a:gd name="connsiteY29" fmla="*/ 677094 h 6858000"/>
              <a:gd name="connsiteX30" fmla="*/ 10583311 w 12192000"/>
              <a:gd name="connsiteY30" fmla="*/ 746373 h 6858000"/>
              <a:gd name="connsiteX31" fmla="*/ 10557101 w 12192000"/>
              <a:gd name="connsiteY31" fmla="*/ 746373 h 6858000"/>
              <a:gd name="connsiteX32" fmla="*/ 11370506 w 12192000"/>
              <a:gd name="connsiteY32" fmla="*/ 642617 h 6858000"/>
              <a:gd name="connsiteX33" fmla="*/ 11370506 w 12192000"/>
              <a:gd name="connsiteY33" fmla="*/ 677094 h 6858000"/>
              <a:gd name="connsiteX34" fmla="*/ 11422438 w 12192000"/>
              <a:gd name="connsiteY34" fmla="*/ 677094 h 6858000"/>
              <a:gd name="connsiteX35" fmla="*/ 11422438 w 12192000"/>
              <a:gd name="connsiteY35" fmla="*/ 642617 h 6858000"/>
              <a:gd name="connsiteX36" fmla="*/ 10799361 w 12192000"/>
              <a:gd name="connsiteY36" fmla="*/ 642617 h 6858000"/>
              <a:gd name="connsiteX37" fmla="*/ 10799361 w 12192000"/>
              <a:gd name="connsiteY37" fmla="*/ 850075 h 6858000"/>
              <a:gd name="connsiteX38" fmla="*/ 10851239 w 12192000"/>
              <a:gd name="connsiteY38" fmla="*/ 850075 h 6858000"/>
              <a:gd name="connsiteX39" fmla="*/ 10851239 w 12192000"/>
              <a:gd name="connsiteY39" fmla="*/ 746373 h 6858000"/>
              <a:gd name="connsiteX40" fmla="*/ 10886041 w 12192000"/>
              <a:gd name="connsiteY40" fmla="*/ 746373 h 6858000"/>
              <a:gd name="connsiteX41" fmla="*/ 10886041 w 12192000"/>
              <a:gd name="connsiteY41" fmla="*/ 815598 h 6858000"/>
              <a:gd name="connsiteX42" fmla="*/ 10903387 w 12192000"/>
              <a:gd name="connsiteY42" fmla="*/ 850075 h 6858000"/>
              <a:gd name="connsiteX43" fmla="*/ 11024544 w 12192000"/>
              <a:gd name="connsiteY43" fmla="*/ 850075 h 6858000"/>
              <a:gd name="connsiteX44" fmla="*/ 11024544 w 12192000"/>
              <a:gd name="connsiteY44" fmla="*/ 746373 h 6858000"/>
              <a:gd name="connsiteX45" fmla="*/ 11050483 w 12192000"/>
              <a:gd name="connsiteY45" fmla="*/ 746373 h 6858000"/>
              <a:gd name="connsiteX46" fmla="*/ 11050483 w 12192000"/>
              <a:gd name="connsiteY46" fmla="*/ 850075 h 6858000"/>
              <a:gd name="connsiteX47" fmla="*/ 11102307 w 12192000"/>
              <a:gd name="connsiteY47" fmla="*/ 850075 h 6858000"/>
              <a:gd name="connsiteX48" fmla="*/ 11102307 w 12192000"/>
              <a:gd name="connsiteY48" fmla="*/ 746373 h 6858000"/>
              <a:gd name="connsiteX49" fmla="*/ 11128301 w 12192000"/>
              <a:gd name="connsiteY49" fmla="*/ 746373 h 6858000"/>
              <a:gd name="connsiteX50" fmla="*/ 11128301 w 12192000"/>
              <a:gd name="connsiteY50" fmla="*/ 850075 h 6858000"/>
              <a:gd name="connsiteX51" fmla="*/ 11180179 w 12192000"/>
              <a:gd name="connsiteY51" fmla="*/ 850075 h 6858000"/>
              <a:gd name="connsiteX52" fmla="*/ 11180179 w 12192000"/>
              <a:gd name="connsiteY52" fmla="*/ 746373 h 6858000"/>
              <a:gd name="connsiteX53" fmla="*/ 11206064 w 12192000"/>
              <a:gd name="connsiteY53" fmla="*/ 746373 h 6858000"/>
              <a:gd name="connsiteX54" fmla="*/ 11206064 w 12192000"/>
              <a:gd name="connsiteY54" fmla="*/ 815598 h 6858000"/>
              <a:gd name="connsiteX55" fmla="*/ 11223464 w 12192000"/>
              <a:gd name="connsiteY55" fmla="*/ 850075 h 6858000"/>
              <a:gd name="connsiteX56" fmla="*/ 11344567 w 12192000"/>
              <a:gd name="connsiteY56" fmla="*/ 850075 h 6858000"/>
              <a:gd name="connsiteX57" fmla="*/ 11344567 w 12192000"/>
              <a:gd name="connsiteY57" fmla="*/ 711842 h 6858000"/>
              <a:gd name="connsiteX58" fmla="*/ 11223464 w 12192000"/>
              <a:gd name="connsiteY58" fmla="*/ 711842 h 6858000"/>
              <a:gd name="connsiteX59" fmla="*/ 11206118 w 12192000"/>
              <a:gd name="connsiteY59" fmla="*/ 746266 h 6858000"/>
              <a:gd name="connsiteX60" fmla="*/ 11206118 w 12192000"/>
              <a:gd name="connsiteY60" fmla="*/ 711842 h 6858000"/>
              <a:gd name="connsiteX61" fmla="*/ 11180179 w 12192000"/>
              <a:gd name="connsiteY61" fmla="*/ 711842 h 6858000"/>
              <a:gd name="connsiteX62" fmla="*/ 11180179 w 12192000"/>
              <a:gd name="connsiteY62" fmla="*/ 677094 h 6858000"/>
              <a:gd name="connsiteX63" fmla="*/ 11128301 w 12192000"/>
              <a:gd name="connsiteY63" fmla="*/ 677094 h 6858000"/>
              <a:gd name="connsiteX64" fmla="*/ 11128301 w 12192000"/>
              <a:gd name="connsiteY64" fmla="*/ 711842 h 6858000"/>
              <a:gd name="connsiteX65" fmla="*/ 11102307 w 12192000"/>
              <a:gd name="connsiteY65" fmla="*/ 711842 h 6858000"/>
              <a:gd name="connsiteX66" fmla="*/ 11102307 w 12192000"/>
              <a:gd name="connsiteY66" fmla="*/ 677094 h 6858000"/>
              <a:gd name="connsiteX67" fmla="*/ 11050483 w 12192000"/>
              <a:gd name="connsiteY67" fmla="*/ 677094 h 6858000"/>
              <a:gd name="connsiteX68" fmla="*/ 11050483 w 12192000"/>
              <a:gd name="connsiteY68" fmla="*/ 711842 h 6858000"/>
              <a:gd name="connsiteX69" fmla="*/ 10972396 w 12192000"/>
              <a:gd name="connsiteY69" fmla="*/ 711842 h 6858000"/>
              <a:gd name="connsiteX70" fmla="*/ 10972396 w 12192000"/>
              <a:gd name="connsiteY70" fmla="*/ 815544 h 6858000"/>
              <a:gd name="connsiteX71" fmla="*/ 10937919 w 12192000"/>
              <a:gd name="connsiteY71" fmla="*/ 815544 h 6858000"/>
              <a:gd name="connsiteX72" fmla="*/ 10937919 w 12192000"/>
              <a:gd name="connsiteY72" fmla="*/ 711842 h 6858000"/>
              <a:gd name="connsiteX73" fmla="*/ 10851293 w 12192000"/>
              <a:gd name="connsiteY73" fmla="*/ 711842 h 6858000"/>
              <a:gd name="connsiteX74" fmla="*/ 10851293 w 12192000"/>
              <a:gd name="connsiteY74" fmla="*/ 677094 h 6858000"/>
              <a:gd name="connsiteX75" fmla="*/ 10937919 w 12192000"/>
              <a:gd name="connsiteY75" fmla="*/ 677094 h 6858000"/>
              <a:gd name="connsiteX76" fmla="*/ 10937919 w 12192000"/>
              <a:gd name="connsiteY76" fmla="*/ 642617 h 6858000"/>
              <a:gd name="connsiteX77" fmla="*/ 10799415 w 12192000"/>
              <a:gd name="connsiteY77" fmla="*/ 642617 h 6858000"/>
              <a:gd name="connsiteX78" fmla="*/ 10661074 w 12192000"/>
              <a:gd name="connsiteY78" fmla="*/ 642617 h 6858000"/>
              <a:gd name="connsiteX79" fmla="*/ 10661074 w 12192000"/>
              <a:gd name="connsiteY79" fmla="*/ 850075 h 6858000"/>
              <a:gd name="connsiteX80" fmla="*/ 10712952 w 12192000"/>
              <a:gd name="connsiteY80" fmla="*/ 850075 h 6858000"/>
              <a:gd name="connsiteX81" fmla="*/ 10712952 w 12192000"/>
              <a:gd name="connsiteY81" fmla="*/ 642617 h 6858000"/>
              <a:gd name="connsiteX82" fmla="*/ 10539971 w 12192000"/>
              <a:gd name="connsiteY82" fmla="*/ 642617 h 6858000"/>
              <a:gd name="connsiteX83" fmla="*/ 10470746 w 12192000"/>
              <a:gd name="connsiteY83" fmla="*/ 850075 h 6858000"/>
              <a:gd name="connsiteX84" fmla="*/ 10522624 w 12192000"/>
              <a:gd name="connsiteY84" fmla="*/ 850075 h 6858000"/>
              <a:gd name="connsiteX85" fmla="*/ 10548563 w 12192000"/>
              <a:gd name="connsiteY85" fmla="*/ 781067 h 6858000"/>
              <a:gd name="connsiteX86" fmla="*/ 10583311 w 12192000"/>
              <a:gd name="connsiteY86" fmla="*/ 781067 h 6858000"/>
              <a:gd name="connsiteX87" fmla="*/ 10583311 w 12192000"/>
              <a:gd name="connsiteY87" fmla="*/ 850075 h 6858000"/>
              <a:gd name="connsiteX88" fmla="*/ 10635189 w 12192000"/>
              <a:gd name="connsiteY88" fmla="*/ 850075 h 6858000"/>
              <a:gd name="connsiteX89" fmla="*/ 10635189 w 12192000"/>
              <a:gd name="connsiteY89" fmla="*/ 642617 h 6858000"/>
              <a:gd name="connsiteX90" fmla="*/ 10159370 w 12192000"/>
              <a:gd name="connsiteY90" fmla="*/ 642563 h 6858000"/>
              <a:gd name="connsiteX91" fmla="*/ 10210978 w 12192000"/>
              <a:gd name="connsiteY91" fmla="*/ 694225 h 6858000"/>
              <a:gd name="connsiteX92" fmla="*/ 10159370 w 12192000"/>
              <a:gd name="connsiteY92" fmla="*/ 745995 h 6858000"/>
              <a:gd name="connsiteX93" fmla="*/ 10107763 w 12192000"/>
              <a:gd name="connsiteY93" fmla="*/ 694225 h 6858000"/>
              <a:gd name="connsiteX94" fmla="*/ 10159370 w 12192000"/>
              <a:gd name="connsiteY94" fmla="*/ 538699 h 6858000"/>
              <a:gd name="connsiteX95" fmla="*/ 9951588 w 12192000"/>
              <a:gd name="connsiteY95" fmla="*/ 746049 h 6858000"/>
              <a:gd name="connsiteX96" fmla="*/ 10003574 w 12192000"/>
              <a:gd name="connsiteY96" fmla="*/ 797927 h 6858000"/>
              <a:gd name="connsiteX97" fmla="*/ 10055722 w 12192000"/>
              <a:gd name="connsiteY97" fmla="*/ 746211 h 6858000"/>
              <a:gd name="connsiteX98" fmla="*/ 10107492 w 12192000"/>
              <a:gd name="connsiteY98" fmla="*/ 798198 h 6858000"/>
              <a:gd name="connsiteX99" fmla="*/ 10055398 w 12192000"/>
              <a:gd name="connsiteY99" fmla="*/ 850292 h 6858000"/>
              <a:gd name="connsiteX100" fmla="*/ 10107492 w 12192000"/>
              <a:gd name="connsiteY100" fmla="*/ 901846 h 6858000"/>
              <a:gd name="connsiteX101" fmla="*/ 10158398 w 12192000"/>
              <a:gd name="connsiteY101" fmla="*/ 850130 h 6858000"/>
              <a:gd name="connsiteX102" fmla="*/ 10211411 w 12192000"/>
              <a:gd name="connsiteY102" fmla="*/ 901846 h 6858000"/>
              <a:gd name="connsiteX103" fmla="*/ 10263073 w 12192000"/>
              <a:gd name="connsiteY103" fmla="*/ 850130 h 6858000"/>
              <a:gd name="connsiteX104" fmla="*/ 10211411 w 12192000"/>
              <a:gd name="connsiteY104" fmla="*/ 798468 h 6858000"/>
              <a:gd name="connsiteX105" fmla="*/ 10263613 w 12192000"/>
              <a:gd name="connsiteY105" fmla="*/ 746211 h 6858000"/>
              <a:gd name="connsiteX106" fmla="*/ 10315221 w 12192000"/>
              <a:gd name="connsiteY106" fmla="*/ 797927 h 6858000"/>
              <a:gd name="connsiteX107" fmla="*/ 10366937 w 12192000"/>
              <a:gd name="connsiteY107" fmla="*/ 746211 h 6858000"/>
              <a:gd name="connsiteX108" fmla="*/ 0 w 12192000"/>
              <a:gd name="connsiteY108" fmla="*/ 0 h 6858000"/>
              <a:gd name="connsiteX109" fmla="*/ 12192000 w 12192000"/>
              <a:gd name="connsiteY109" fmla="*/ 0 h 6858000"/>
              <a:gd name="connsiteX110" fmla="*/ 12192000 w 12192000"/>
              <a:gd name="connsiteY110" fmla="*/ 6858000 h 6858000"/>
              <a:gd name="connsiteX111" fmla="*/ 0 w 121920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12192000" h="6858000">
                <a:moveTo>
                  <a:pt x="11257942" y="746373"/>
                </a:moveTo>
                <a:lnTo>
                  <a:pt x="11292689" y="746373"/>
                </a:lnTo>
                <a:lnTo>
                  <a:pt x="11292689" y="815598"/>
                </a:lnTo>
                <a:lnTo>
                  <a:pt x="11257942" y="815598"/>
                </a:lnTo>
                <a:close/>
                <a:moveTo>
                  <a:pt x="11206118" y="746266"/>
                </a:moveTo>
                <a:lnTo>
                  <a:pt x="11206118" y="746373"/>
                </a:lnTo>
                <a:lnTo>
                  <a:pt x="11206064" y="746373"/>
                </a:lnTo>
                <a:close/>
                <a:moveTo>
                  <a:pt x="10730352" y="746103"/>
                </a:moveTo>
                <a:lnTo>
                  <a:pt x="10730352" y="780851"/>
                </a:lnTo>
                <a:lnTo>
                  <a:pt x="10782285" y="780851"/>
                </a:lnTo>
                <a:lnTo>
                  <a:pt x="10782285" y="746103"/>
                </a:lnTo>
                <a:close/>
                <a:moveTo>
                  <a:pt x="11448323" y="711842"/>
                </a:moveTo>
                <a:lnTo>
                  <a:pt x="11448323" y="850075"/>
                </a:lnTo>
                <a:lnTo>
                  <a:pt x="11500201" y="850075"/>
                </a:lnTo>
                <a:lnTo>
                  <a:pt x="11500201" y="746373"/>
                </a:lnTo>
                <a:lnTo>
                  <a:pt x="11526140" y="746373"/>
                </a:lnTo>
                <a:lnTo>
                  <a:pt x="11526140" y="850075"/>
                </a:lnTo>
                <a:lnTo>
                  <a:pt x="11578019" y="850075"/>
                </a:lnTo>
                <a:lnTo>
                  <a:pt x="11578019" y="746373"/>
                </a:lnTo>
                <a:lnTo>
                  <a:pt x="11604012" y="746373"/>
                </a:lnTo>
                <a:lnTo>
                  <a:pt x="11604012" y="850075"/>
                </a:lnTo>
                <a:lnTo>
                  <a:pt x="11655890" y="850075"/>
                </a:lnTo>
                <a:lnTo>
                  <a:pt x="11655890" y="746373"/>
                </a:lnTo>
                <a:lnTo>
                  <a:pt x="11638759" y="711842"/>
                </a:lnTo>
                <a:lnTo>
                  <a:pt x="11448377" y="711842"/>
                </a:lnTo>
                <a:close/>
                <a:moveTo>
                  <a:pt x="11370506" y="711626"/>
                </a:moveTo>
                <a:lnTo>
                  <a:pt x="11370506" y="850075"/>
                </a:lnTo>
                <a:lnTo>
                  <a:pt x="11422438" y="850075"/>
                </a:lnTo>
                <a:lnTo>
                  <a:pt x="11422438" y="711842"/>
                </a:lnTo>
                <a:close/>
                <a:moveTo>
                  <a:pt x="10583311" y="677094"/>
                </a:moveTo>
                <a:lnTo>
                  <a:pt x="10583311" y="746373"/>
                </a:lnTo>
                <a:lnTo>
                  <a:pt x="10557101" y="746373"/>
                </a:lnTo>
                <a:close/>
                <a:moveTo>
                  <a:pt x="11370506" y="642617"/>
                </a:moveTo>
                <a:lnTo>
                  <a:pt x="11370506" y="677094"/>
                </a:lnTo>
                <a:lnTo>
                  <a:pt x="11422438" y="677094"/>
                </a:lnTo>
                <a:lnTo>
                  <a:pt x="11422438" y="642617"/>
                </a:lnTo>
                <a:close/>
                <a:moveTo>
                  <a:pt x="10799361" y="642617"/>
                </a:moveTo>
                <a:lnTo>
                  <a:pt x="10799361" y="850075"/>
                </a:lnTo>
                <a:lnTo>
                  <a:pt x="10851239" y="850075"/>
                </a:lnTo>
                <a:lnTo>
                  <a:pt x="10851239" y="746373"/>
                </a:lnTo>
                <a:lnTo>
                  <a:pt x="10886041" y="746373"/>
                </a:lnTo>
                <a:lnTo>
                  <a:pt x="10886041" y="815598"/>
                </a:lnTo>
                <a:lnTo>
                  <a:pt x="10903387" y="850075"/>
                </a:lnTo>
                <a:lnTo>
                  <a:pt x="11024544" y="850075"/>
                </a:lnTo>
                <a:lnTo>
                  <a:pt x="11024544" y="746373"/>
                </a:lnTo>
                <a:lnTo>
                  <a:pt x="11050483" y="746373"/>
                </a:lnTo>
                <a:lnTo>
                  <a:pt x="11050483" y="850075"/>
                </a:lnTo>
                <a:lnTo>
                  <a:pt x="11102307" y="850075"/>
                </a:lnTo>
                <a:lnTo>
                  <a:pt x="11102307" y="746373"/>
                </a:lnTo>
                <a:lnTo>
                  <a:pt x="11128301" y="746373"/>
                </a:lnTo>
                <a:lnTo>
                  <a:pt x="11128301" y="850075"/>
                </a:lnTo>
                <a:lnTo>
                  <a:pt x="11180179" y="850075"/>
                </a:lnTo>
                <a:lnTo>
                  <a:pt x="11180179" y="746373"/>
                </a:lnTo>
                <a:lnTo>
                  <a:pt x="11206064" y="746373"/>
                </a:lnTo>
                <a:lnTo>
                  <a:pt x="11206064" y="815598"/>
                </a:lnTo>
                <a:lnTo>
                  <a:pt x="11223464" y="850075"/>
                </a:lnTo>
                <a:lnTo>
                  <a:pt x="11344567" y="850075"/>
                </a:lnTo>
                <a:lnTo>
                  <a:pt x="11344567" y="711842"/>
                </a:lnTo>
                <a:lnTo>
                  <a:pt x="11223464" y="711842"/>
                </a:lnTo>
                <a:lnTo>
                  <a:pt x="11206118" y="746266"/>
                </a:lnTo>
                <a:lnTo>
                  <a:pt x="11206118" y="711842"/>
                </a:lnTo>
                <a:lnTo>
                  <a:pt x="11180179" y="711842"/>
                </a:lnTo>
                <a:lnTo>
                  <a:pt x="11180179" y="677094"/>
                </a:lnTo>
                <a:lnTo>
                  <a:pt x="11128301" y="677094"/>
                </a:lnTo>
                <a:lnTo>
                  <a:pt x="11128301" y="711842"/>
                </a:lnTo>
                <a:lnTo>
                  <a:pt x="11102307" y="711842"/>
                </a:lnTo>
                <a:lnTo>
                  <a:pt x="11102307" y="677094"/>
                </a:lnTo>
                <a:lnTo>
                  <a:pt x="11050483" y="677094"/>
                </a:lnTo>
                <a:lnTo>
                  <a:pt x="11050483" y="711842"/>
                </a:lnTo>
                <a:lnTo>
                  <a:pt x="10972396" y="711842"/>
                </a:lnTo>
                <a:lnTo>
                  <a:pt x="10972396" y="815544"/>
                </a:lnTo>
                <a:lnTo>
                  <a:pt x="10937919" y="815544"/>
                </a:lnTo>
                <a:lnTo>
                  <a:pt x="10937919" y="711842"/>
                </a:lnTo>
                <a:lnTo>
                  <a:pt x="10851293" y="711842"/>
                </a:lnTo>
                <a:lnTo>
                  <a:pt x="10851293" y="677094"/>
                </a:lnTo>
                <a:lnTo>
                  <a:pt x="10937919" y="677094"/>
                </a:lnTo>
                <a:lnTo>
                  <a:pt x="10937919" y="642617"/>
                </a:lnTo>
                <a:lnTo>
                  <a:pt x="10799415" y="642617"/>
                </a:lnTo>
                <a:close/>
                <a:moveTo>
                  <a:pt x="10661074" y="642617"/>
                </a:moveTo>
                <a:lnTo>
                  <a:pt x="10661074" y="850075"/>
                </a:lnTo>
                <a:lnTo>
                  <a:pt x="10712952" y="850075"/>
                </a:lnTo>
                <a:lnTo>
                  <a:pt x="10712952" y="642617"/>
                </a:lnTo>
                <a:close/>
                <a:moveTo>
                  <a:pt x="10539971" y="642617"/>
                </a:moveTo>
                <a:lnTo>
                  <a:pt x="10470746" y="850075"/>
                </a:lnTo>
                <a:lnTo>
                  <a:pt x="10522624" y="850075"/>
                </a:lnTo>
                <a:lnTo>
                  <a:pt x="10548563" y="781067"/>
                </a:lnTo>
                <a:lnTo>
                  <a:pt x="10583311" y="781067"/>
                </a:lnTo>
                <a:lnTo>
                  <a:pt x="10583311" y="850075"/>
                </a:lnTo>
                <a:lnTo>
                  <a:pt x="10635189" y="850075"/>
                </a:lnTo>
                <a:lnTo>
                  <a:pt x="10635189" y="642617"/>
                </a:lnTo>
                <a:close/>
                <a:moveTo>
                  <a:pt x="10159370" y="642563"/>
                </a:moveTo>
                <a:lnTo>
                  <a:pt x="10210978" y="694225"/>
                </a:lnTo>
                <a:lnTo>
                  <a:pt x="10159370" y="745995"/>
                </a:lnTo>
                <a:lnTo>
                  <a:pt x="10107763" y="694225"/>
                </a:lnTo>
                <a:close/>
                <a:moveTo>
                  <a:pt x="10159370" y="538699"/>
                </a:moveTo>
                <a:lnTo>
                  <a:pt x="9951588" y="746049"/>
                </a:lnTo>
                <a:lnTo>
                  <a:pt x="10003574" y="797927"/>
                </a:lnTo>
                <a:lnTo>
                  <a:pt x="10055722" y="746211"/>
                </a:lnTo>
                <a:lnTo>
                  <a:pt x="10107492" y="798198"/>
                </a:lnTo>
                <a:lnTo>
                  <a:pt x="10055398" y="850292"/>
                </a:lnTo>
                <a:lnTo>
                  <a:pt x="10107492" y="901846"/>
                </a:lnTo>
                <a:lnTo>
                  <a:pt x="10158398" y="850130"/>
                </a:lnTo>
                <a:lnTo>
                  <a:pt x="10211411" y="901846"/>
                </a:lnTo>
                <a:lnTo>
                  <a:pt x="10263073" y="850130"/>
                </a:lnTo>
                <a:lnTo>
                  <a:pt x="10211411" y="798468"/>
                </a:lnTo>
                <a:lnTo>
                  <a:pt x="10263613" y="746211"/>
                </a:lnTo>
                <a:lnTo>
                  <a:pt x="10315221" y="797927"/>
                </a:lnTo>
                <a:lnTo>
                  <a:pt x="10366937" y="74621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673821" y="6462506"/>
            <a:ext cx="63976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283C9C-18AC-49A3-9320-1071A1C8AA2A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E7DF76B-C887-78D9-DED9-9F1A8AD7D51E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3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55">
          <p15:clr>
            <a:srgbClr val="FBAE40"/>
          </p15:clr>
        </p15:guide>
        <p15:guide id="2" pos="5081">
          <p15:clr>
            <a:srgbClr val="FBAE40"/>
          </p15:clr>
        </p15:guide>
        <p15:guide id="3" orient="horz" pos="2330">
          <p15:clr>
            <a:srgbClr val="FBAE40"/>
          </p15:clr>
        </p15:guide>
        <p15:guide id="4" orient="horz" pos="250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Slide_ligh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3A519CC-A663-F358-9865-6872EB7A18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57942 w 12192000"/>
              <a:gd name="connsiteY0" fmla="*/ 746373 h 6858000"/>
              <a:gd name="connsiteX1" fmla="*/ 11292689 w 12192000"/>
              <a:gd name="connsiteY1" fmla="*/ 746373 h 6858000"/>
              <a:gd name="connsiteX2" fmla="*/ 11292689 w 12192000"/>
              <a:gd name="connsiteY2" fmla="*/ 815598 h 6858000"/>
              <a:gd name="connsiteX3" fmla="*/ 11257942 w 12192000"/>
              <a:gd name="connsiteY3" fmla="*/ 815598 h 6858000"/>
              <a:gd name="connsiteX4" fmla="*/ 11206118 w 12192000"/>
              <a:gd name="connsiteY4" fmla="*/ 746266 h 6858000"/>
              <a:gd name="connsiteX5" fmla="*/ 11206118 w 12192000"/>
              <a:gd name="connsiteY5" fmla="*/ 746373 h 6858000"/>
              <a:gd name="connsiteX6" fmla="*/ 11206064 w 12192000"/>
              <a:gd name="connsiteY6" fmla="*/ 746373 h 6858000"/>
              <a:gd name="connsiteX7" fmla="*/ 10730352 w 12192000"/>
              <a:gd name="connsiteY7" fmla="*/ 746103 h 6858000"/>
              <a:gd name="connsiteX8" fmla="*/ 10730352 w 12192000"/>
              <a:gd name="connsiteY8" fmla="*/ 780851 h 6858000"/>
              <a:gd name="connsiteX9" fmla="*/ 10782285 w 12192000"/>
              <a:gd name="connsiteY9" fmla="*/ 780851 h 6858000"/>
              <a:gd name="connsiteX10" fmla="*/ 10782285 w 12192000"/>
              <a:gd name="connsiteY10" fmla="*/ 746103 h 6858000"/>
              <a:gd name="connsiteX11" fmla="*/ 11448323 w 12192000"/>
              <a:gd name="connsiteY11" fmla="*/ 711842 h 6858000"/>
              <a:gd name="connsiteX12" fmla="*/ 11448323 w 12192000"/>
              <a:gd name="connsiteY12" fmla="*/ 850075 h 6858000"/>
              <a:gd name="connsiteX13" fmla="*/ 11500201 w 12192000"/>
              <a:gd name="connsiteY13" fmla="*/ 850075 h 6858000"/>
              <a:gd name="connsiteX14" fmla="*/ 11500201 w 12192000"/>
              <a:gd name="connsiteY14" fmla="*/ 746373 h 6858000"/>
              <a:gd name="connsiteX15" fmla="*/ 11526140 w 12192000"/>
              <a:gd name="connsiteY15" fmla="*/ 746373 h 6858000"/>
              <a:gd name="connsiteX16" fmla="*/ 11526140 w 12192000"/>
              <a:gd name="connsiteY16" fmla="*/ 850075 h 6858000"/>
              <a:gd name="connsiteX17" fmla="*/ 11578019 w 12192000"/>
              <a:gd name="connsiteY17" fmla="*/ 850075 h 6858000"/>
              <a:gd name="connsiteX18" fmla="*/ 11578019 w 12192000"/>
              <a:gd name="connsiteY18" fmla="*/ 746373 h 6858000"/>
              <a:gd name="connsiteX19" fmla="*/ 11604012 w 12192000"/>
              <a:gd name="connsiteY19" fmla="*/ 746373 h 6858000"/>
              <a:gd name="connsiteX20" fmla="*/ 11604012 w 12192000"/>
              <a:gd name="connsiteY20" fmla="*/ 850075 h 6858000"/>
              <a:gd name="connsiteX21" fmla="*/ 11655890 w 12192000"/>
              <a:gd name="connsiteY21" fmla="*/ 850075 h 6858000"/>
              <a:gd name="connsiteX22" fmla="*/ 11655890 w 12192000"/>
              <a:gd name="connsiteY22" fmla="*/ 746373 h 6858000"/>
              <a:gd name="connsiteX23" fmla="*/ 11638759 w 12192000"/>
              <a:gd name="connsiteY23" fmla="*/ 711842 h 6858000"/>
              <a:gd name="connsiteX24" fmla="*/ 11448377 w 12192000"/>
              <a:gd name="connsiteY24" fmla="*/ 711842 h 6858000"/>
              <a:gd name="connsiteX25" fmla="*/ 11370506 w 12192000"/>
              <a:gd name="connsiteY25" fmla="*/ 711626 h 6858000"/>
              <a:gd name="connsiteX26" fmla="*/ 11370506 w 12192000"/>
              <a:gd name="connsiteY26" fmla="*/ 850075 h 6858000"/>
              <a:gd name="connsiteX27" fmla="*/ 11422438 w 12192000"/>
              <a:gd name="connsiteY27" fmla="*/ 850075 h 6858000"/>
              <a:gd name="connsiteX28" fmla="*/ 11422438 w 12192000"/>
              <a:gd name="connsiteY28" fmla="*/ 711842 h 6858000"/>
              <a:gd name="connsiteX29" fmla="*/ 10583311 w 12192000"/>
              <a:gd name="connsiteY29" fmla="*/ 677094 h 6858000"/>
              <a:gd name="connsiteX30" fmla="*/ 10583311 w 12192000"/>
              <a:gd name="connsiteY30" fmla="*/ 746373 h 6858000"/>
              <a:gd name="connsiteX31" fmla="*/ 10557101 w 12192000"/>
              <a:gd name="connsiteY31" fmla="*/ 746373 h 6858000"/>
              <a:gd name="connsiteX32" fmla="*/ 11370506 w 12192000"/>
              <a:gd name="connsiteY32" fmla="*/ 642617 h 6858000"/>
              <a:gd name="connsiteX33" fmla="*/ 11370506 w 12192000"/>
              <a:gd name="connsiteY33" fmla="*/ 677094 h 6858000"/>
              <a:gd name="connsiteX34" fmla="*/ 11422438 w 12192000"/>
              <a:gd name="connsiteY34" fmla="*/ 677094 h 6858000"/>
              <a:gd name="connsiteX35" fmla="*/ 11422438 w 12192000"/>
              <a:gd name="connsiteY35" fmla="*/ 642617 h 6858000"/>
              <a:gd name="connsiteX36" fmla="*/ 10799361 w 12192000"/>
              <a:gd name="connsiteY36" fmla="*/ 642617 h 6858000"/>
              <a:gd name="connsiteX37" fmla="*/ 10799361 w 12192000"/>
              <a:gd name="connsiteY37" fmla="*/ 850075 h 6858000"/>
              <a:gd name="connsiteX38" fmla="*/ 10851239 w 12192000"/>
              <a:gd name="connsiteY38" fmla="*/ 850075 h 6858000"/>
              <a:gd name="connsiteX39" fmla="*/ 10851239 w 12192000"/>
              <a:gd name="connsiteY39" fmla="*/ 746373 h 6858000"/>
              <a:gd name="connsiteX40" fmla="*/ 10886041 w 12192000"/>
              <a:gd name="connsiteY40" fmla="*/ 746373 h 6858000"/>
              <a:gd name="connsiteX41" fmla="*/ 10886041 w 12192000"/>
              <a:gd name="connsiteY41" fmla="*/ 815598 h 6858000"/>
              <a:gd name="connsiteX42" fmla="*/ 10903387 w 12192000"/>
              <a:gd name="connsiteY42" fmla="*/ 850075 h 6858000"/>
              <a:gd name="connsiteX43" fmla="*/ 11024544 w 12192000"/>
              <a:gd name="connsiteY43" fmla="*/ 850075 h 6858000"/>
              <a:gd name="connsiteX44" fmla="*/ 11024544 w 12192000"/>
              <a:gd name="connsiteY44" fmla="*/ 746373 h 6858000"/>
              <a:gd name="connsiteX45" fmla="*/ 11050483 w 12192000"/>
              <a:gd name="connsiteY45" fmla="*/ 746373 h 6858000"/>
              <a:gd name="connsiteX46" fmla="*/ 11050483 w 12192000"/>
              <a:gd name="connsiteY46" fmla="*/ 850075 h 6858000"/>
              <a:gd name="connsiteX47" fmla="*/ 11102307 w 12192000"/>
              <a:gd name="connsiteY47" fmla="*/ 850075 h 6858000"/>
              <a:gd name="connsiteX48" fmla="*/ 11102307 w 12192000"/>
              <a:gd name="connsiteY48" fmla="*/ 746373 h 6858000"/>
              <a:gd name="connsiteX49" fmla="*/ 11128301 w 12192000"/>
              <a:gd name="connsiteY49" fmla="*/ 746373 h 6858000"/>
              <a:gd name="connsiteX50" fmla="*/ 11128301 w 12192000"/>
              <a:gd name="connsiteY50" fmla="*/ 850075 h 6858000"/>
              <a:gd name="connsiteX51" fmla="*/ 11180179 w 12192000"/>
              <a:gd name="connsiteY51" fmla="*/ 850075 h 6858000"/>
              <a:gd name="connsiteX52" fmla="*/ 11180179 w 12192000"/>
              <a:gd name="connsiteY52" fmla="*/ 746373 h 6858000"/>
              <a:gd name="connsiteX53" fmla="*/ 11206064 w 12192000"/>
              <a:gd name="connsiteY53" fmla="*/ 746373 h 6858000"/>
              <a:gd name="connsiteX54" fmla="*/ 11206064 w 12192000"/>
              <a:gd name="connsiteY54" fmla="*/ 815598 h 6858000"/>
              <a:gd name="connsiteX55" fmla="*/ 11223464 w 12192000"/>
              <a:gd name="connsiteY55" fmla="*/ 850075 h 6858000"/>
              <a:gd name="connsiteX56" fmla="*/ 11344567 w 12192000"/>
              <a:gd name="connsiteY56" fmla="*/ 850075 h 6858000"/>
              <a:gd name="connsiteX57" fmla="*/ 11344567 w 12192000"/>
              <a:gd name="connsiteY57" fmla="*/ 711842 h 6858000"/>
              <a:gd name="connsiteX58" fmla="*/ 11223464 w 12192000"/>
              <a:gd name="connsiteY58" fmla="*/ 711842 h 6858000"/>
              <a:gd name="connsiteX59" fmla="*/ 11206118 w 12192000"/>
              <a:gd name="connsiteY59" fmla="*/ 746266 h 6858000"/>
              <a:gd name="connsiteX60" fmla="*/ 11206118 w 12192000"/>
              <a:gd name="connsiteY60" fmla="*/ 711842 h 6858000"/>
              <a:gd name="connsiteX61" fmla="*/ 11180179 w 12192000"/>
              <a:gd name="connsiteY61" fmla="*/ 711842 h 6858000"/>
              <a:gd name="connsiteX62" fmla="*/ 11180179 w 12192000"/>
              <a:gd name="connsiteY62" fmla="*/ 677094 h 6858000"/>
              <a:gd name="connsiteX63" fmla="*/ 11128301 w 12192000"/>
              <a:gd name="connsiteY63" fmla="*/ 677094 h 6858000"/>
              <a:gd name="connsiteX64" fmla="*/ 11128301 w 12192000"/>
              <a:gd name="connsiteY64" fmla="*/ 711842 h 6858000"/>
              <a:gd name="connsiteX65" fmla="*/ 11102307 w 12192000"/>
              <a:gd name="connsiteY65" fmla="*/ 711842 h 6858000"/>
              <a:gd name="connsiteX66" fmla="*/ 11102307 w 12192000"/>
              <a:gd name="connsiteY66" fmla="*/ 677094 h 6858000"/>
              <a:gd name="connsiteX67" fmla="*/ 11050483 w 12192000"/>
              <a:gd name="connsiteY67" fmla="*/ 677094 h 6858000"/>
              <a:gd name="connsiteX68" fmla="*/ 11050483 w 12192000"/>
              <a:gd name="connsiteY68" fmla="*/ 711842 h 6858000"/>
              <a:gd name="connsiteX69" fmla="*/ 10972396 w 12192000"/>
              <a:gd name="connsiteY69" fmla="*/ 711842 h 6858000"/>
              <a:gd name="connsiteX70" fmla="*/ 10972396 w 12192000"/>
              <a:gd name="connsiteY70" fmla="*/ 815544 h 6858000"/>
              <a:gd name="connsiteX71" fmla="*/ 10937919 w 12192000"/>
              <a:gd name="connsiteY71" fmla="*/ 815544 h 6858000"/>
              <a:gd name="connsiteX72" fmla="*/ 10937919 w 12192000"/>
              <a:gd name="connsiteY72" fmla="*/ 711842 h 6858000"/>
              <a:gd name="connsiteX73" fmla="*/ 10851293 w 12192000"/>
              <a:gd name="connsiteY73" fmla="*/ 711842 h 6858000"/>
              <a:gd name="connsiteX74" fmla="*/ 10851293 w 12192000"/>
              <a:gd name="connsiteY74" fmla="*/ 677094 h 6858000"/>
              <a:gd name="connsiteX75" fmla="*/ 10937919 w 12192000"/>
              <a:gd name="connsiteY75" fmla="*/ 677094 h 6858000"/>
              <a:gd name="connsiteX76" fmla="*/ 10937919 w 12192000"/>
              <a:gd name="connsiteY76" fmla="*/ 642617 h 6858000"/>
              <a:gd name="connsiteX77" fmla="*/ 10799415 w 12192000"/>
              <a:gd name="connsiteY77" fmla="*/ 642617 h 6858000"/>
              <a:gd name="connsiteX78" fmla="*/ 10661074 w 12192000"/>
              <a:gd name="connsiteY78" fmla="*/ 642617 h 6858000"/>
              <a:gd name="connsiteX79" fmla="*/ 10661074 w 12192000"/>
              <a:gd name="connsiteY79" fmla="*/ 850075 h 6858000"/>
              <a:gd name="connsiteX80" fmla="*/ 10712952 w 12192000"/>
              <a:gd name="connsiteY80" fmla="*/ 850075 h 6858000"/>
              <a:gd name="connsiteX81" fmla="*/ 10712952 w 12192000"/>
              <a:gd name="connsiteY81" fmla="*/ 642617 h 6858000"/>
              <a:gd name="connsiteX82" fmla="*/ 10539971 w 12192000"/>
              <a:gd name="connsiteY82" fmla="*/ 642617 h 6858000"/>
              <a:gd name="connsiteX83" fmla="*/ 10470746 w 12192000"/>
              <a:gd name="connsiteY83" fmla="*/ 850075 h 6858000"/>
              <a:gd name="connsiteX84" fmla="*/ 10522624 w 12192000"/>
              <a:gd name="connsiteY84" fmla="*/ 850075 h 6858000"/>
              <a:gd name="connsiteX85" fmla="*/ 10548563 w 12192000"/>
              <a:gd name="connsiteY85" fmla="*/ 781067 h 6858000"/>
              <a:gd name="connsiteX86" fmla="*/ 10583311 w 12192000"/>
              <a:gd name="connsiteY86" fmla="*/ 781067 h 6858000"/>
              <a:gd name="connsiteX87" fmla="*/ 10583311 w 12192000"/>
              <a:gd name="connsiteY87" fmla="*/ 850075 h 6858000"/>
              <a:gd name="connsiteX88" fmla="*/ 10635189 w 12192000"/>
              <a:gd name="connsiteY88" fmla="*/ 850075 h 6858000"/>
              <a:gd name="connsiteX89" fmla="*/ 10635189 w 12192000"/>
              <a:gd name="connsiteY89" fmla="*/ 642617 h 6858000"/>
              <a:gd name="connsiteX90" fmla="*/ 10159370 w 12192000"/>
              <a:gd name="connsiteY90" fmla="*/ 642563 h 6858000"/>
              <a:gd name="connsiteX91" fmla="*/ 10210978 w 12192000"/>
              <a:gd name="connsiteY91" fmla="*/ 694225 h 6858000"/>
              <a:gd name="connsiteX92" fmla="*/ 10159370 w 12192000"/>
              <a:gd name="connsiteY92" fmla="*/ 745995 h 6858000"/>
              <a:gd name="connsiteX93" fmla="*/ 10107763 w 12192000"/>
              <a:gd name="connsiteY93" fmla="*/ 694225 h 6858000"/>
              <a:gd name="connsiteX94" fmla="*/ 10159370 w 12192000"/>
              <a:gd name="connsiteY94" fmla="*/ 538699 h 6858000"/>
              <a:gd name="connsiteX95" fmla="*/ 9951588 w 12192000"/>
              <a:gd name="connsiteY95" fmla="*/ 746049 h 6858000"/>
              <a:gd name="connsiteX96" fmla="*/ 10003574 w 12192000"/>
              <a:gd name="connsiteY96" fmla="*/ 797927 h 6858000"/>
              <a:gd name="connsiteX97" fmla="*/ 10055722 w 12192000"/>
              <a:gd name="connsiteY97" fmla="*/ 746211 h 6858000"/>
              <a:gd name="connsiteX98" fmla="*/ 10107492 w 12192000"/>
              <a:gd name="connsiteY98" fmla="*/ 798198 h 6858000"/>
              <a:gd name="connsiteX99" fmla="*/ 10055398 w 12192000"/>
              <a:gd name="connsiteY99" fmla="*/ 850292 h 6858000"/>
              <a:gd name="connsiteX100" fmla="*/ 10107492 w 12192000"/>
              <a:gd name="connsiteY100" fmla="*/ 901846 h 6858000"/>
              <a:gd name="connsiteX101" fmla="*/ 10158398 w 12192000"/>
              <a:gd name="connsiteY101" fmla="*/ 850130 h 6858000"/>
              <a:gd name="connsiteX102" fmla="*/ 10211411 w 12192000"/>
              <a:gd name="connsiteY102" fmla="*/ 901846 h 6858000"/>
              <a:gd name="connsiteX103" fmla="*/ 10263073 w 12192000"/>
              <a:gd name="connsiteY103" fmla="*/ 850130 h 6858000"/>
              <a:gd name="connsiteX104" fmla="*/ 10211411 w 12192000"/>
              <a:gd name="connsiteY104" fmla="*/ 798468 h 6858000"/>
              <a:gd name="connsiteX105" fmla="*/ 10263613 w 12192000"/>
              <a:gd name="connsiteY105" fmla="*/ 746211 h 6858000"/>
              <a:gd name="connsiteX106" fmla="*/ 10315221 w 12192000"/>
              <a:gd name="connsiteY106" fmla="*/ 797927 h 6858000"/>
              <a:gd name="connsiteX107" fmla="*/ 10366937 w 12192000"/>
              <a:gd name="connsiteY107" fmla="*/ 746211 h 6858000"/>
              <a:gd name="connsiteX108" fmla="*/ 0 w 12192000"/>
              <a:gd name="connsiteY108" fmla="*/ 0 h 6858000"/>
              <a:gd name="connsiteX109" fmla="*/ 12192000 w 12192000"/>
              <a:gd name="connsiteY109" fmla="*/ 0 h 6858000"/>
              <a:gd name="connsiteX110" fmla="*/ 12192000 w 12192000"/>
              <a:gd name="connsiteY110" fmla="*/ 6858000 h 6858000"/>
              <a:gd name="connsiteX111" fmla="*/ 0 w 12192000"/>
              <a:gd name="connsiteY1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12192000" h="6858000">
                <a:moveTo>
                  <a:pt x="11257942" y="746373"/>
                </a:moveTo>
                <a:lnTo>
                  <a:pt x="11292689" y="746373"/>
                </a:lnTo>
                <a:lnTo>
                  <a:pt x="11292689" y="815598"/>
                </a:lnTo>
                <a:lnTo>
                  <a:pt x="11257942" y="815598"/>
                </a:lnTo>
                <a:close/>
                <a:moveTo>
                  <a:pt x="11206118" y="746266"/>
                </a:moveTo>
                <a:lnTo>
                  <a:pt x="11206118" y="746373"/>
                </a:lnTo>
                <a:lnTo>
                  <a:pt x="11206064" y="746373"/>
                </a:lnTo>
                <a:close/>
                <a:moveTo>
                  <a:pt x="10730352" y="746103"/>
                </a:moveTo>
                <a:lnTo>
                  <a:pt x="10730352" y="780851"/>
                </a:lnTo>
                <a:lnTo>
                  <a:pt x="10782285" y="780851"/>
                </a:lnTo>
                <a:lnTo>
                  <a:pt x="10782285" y="746103"/>
                </a:lnTo>
                <a:close/>
                <a:moveTo>
                  <a:pt x="11448323" y="711842"/>
                </a:moveTo>
                <a:lnTo>
                  <a:pt x="11448323" y="850075"/>
                </a:lnTo>
                <a:lnTo>
                  <a:pt x="11500201" y="850075"/>
                </a:lnTo>
                <a:lnTo>
                  <a:pt x="11500201" y="746373"/>
                </a:lnTo>
                <a:lnTo>
                  <a:pt x="11526140" y="746373"/>
                </a:lnTo>
                <a:lnTo>
                  <a:pt x="11526140" y="850075"/>
                </a:lnTo>
                <a:lnTo>
                  <a:pt x="11578019" y="850075"/>
                </a:lnTo>
                <a:lnTo>
                  <a:pt x="11578019" y="746373"/>
                </a:lnTo>
                <a:lnTo>
                  <a:pt x="11604012" y="746373"/>
                </a:lnTo>
                <a:lnTo>
                  <a:pt x="11604012" y="850075"/>
                </a:lnTo>
                <a:lnTo>
                  <a:pt x="11655890" y="850075"/>
                </a:lnTo>
                <a:lnTo>
                  <a:pt x="11655890" y="746373"/>
                </a:lnTo>
                <a:lnTo>
                  <a:pt x="11638759" y="711842"/>
                </a:lnTo>
                <a:lnTo>
                  <a:pt x="11448377" y="711842"/>
                </a:lnTo>
                <a:close/>
                <a:moveTo>
                  <a:pt x="11370506" y="711626"/>
                </a:moveTo>
                <a:lnTo>
                  <a:pt x="11370506" y="850075"/>
                </a:lnTo>
                <a:lnTo>
                  <a:pt x="11422438" y="850075"/>
                </a:lnTo>
                <a:lnTo>
                  <a:pt x="11422438" y="711842"/>
                </a:lnTo>
                <a:close/>
                <a:moveTo>
                  <a:pt x="10583311" y="677094"/>
                </a:moveTo>
                <a:lnTo>
                  <a:pt x="10583311" y="746373"/>
                </a:lnTo>
                <a:lnTo>
                  <a:pt x="10557101" y="746373"/>
                </a:lnTo>
                <a:close/>
                <a:moveTo>
                  <a:pt x="11370506" y="642617"/>
                </a:moveTo>
                <a:lnTo>
                  <a:pt x="11370506" y="677094"/>
                </a:lnTo>
                <a:lnTo>
                  <a:pt x="11422438" y="677094"/>
                </a:lnTo>
                <a:lnTo>
                  <a:pt x="11422438" y="642617"/>
                </a:lnTo>
                <a:close/>
                <a:moveTo>
                  <a:pt x="10799361" y="642617"/>
                </a:moveTo>
                <a:lnTo>
                  <a:pt x="10799361" y="850075"/>
                </a:lnTo>
                <a:lnTo>
                  <a:pt x="10851239" y="850075"/>
                </a:lnTo>
                <a:lnTo>
                  <a:pt x="10851239" y="746373"/>
                </a:lnTo>
                <a:lnTo>
                  <a:pt x="10886041" y="746373"/>
                </a:lnTo>
                <a:lnTo>
                  <a:pt x="10886041" y="815598"/>
                </a:lnTo>
                <a:lnTo>
                  <a:pt x="10903387" y="850075"/>
                </a:lnTo>
                <a:lnTo>
                  <a:pt x="11024544" y="850075"/>
                </a:lnTo>
                <a:lnTo>
                  <a:pt x="11024544" y="746373"/>
                </a:lnTo>
                <a:lnTo>
                  <a:pt x="11050483" y="746373"/>
                </a:lnTo>
                <a:lnTo>
                  <a:pt x="11050483" y="850075"/>
                </a:lnTo>
                <a:lnTo>
                  <a:pt x="11102307" y="850075"/>
                </a:lnTo>
                <a:lnTo>
                  <a:pt x="11102307" y="746373"/>
                </a:lnTo>
                <a:lnTo>
                  <a:pt x="11128301" y="746373"/>
                </a:lnTo>
                <a:lnTo>
                  <a:pt x="11128301" y="850075"/>
                </a:lnTo>
                <a:lnTo>
                  <a:pt x="11180179" y="850075"/>
                </a:lnTo>
                <a:lnTo>
                  <a:pt x="11180179" y="746373"/>
                </a:lnTo>
                <a:lnTo>
                  <a:pt x="11206064" y="746373"/>
                </a:lnTo>
                <a:lnTo>
                  <a:pt x="11206064" y="815598"/>
                </a:lnTo>
                <a:lnTo>
                  <a:pt x="11223464" y="850075"/>
                </a:lnTo>
                <a:lnTo>
                  <a:pt x="11344567" y="850075"/>
                </a:lnTo>
                <a:lnTo>
                  <a:pt x="11344567" y="711842"/>
                </a:lnTo>
                <a:lnTo>
                  <a:pt x="11223464" y="711842"/>
                </a:lnTo>
                <a:lnTo>
                  <a:pt x="11206118" y="746266"/>
                </a:lnTo>
                <a:lnTo>
                  <a:pt x="11206118" y="711842"/>
                </a:lnTo>
                <a:lnTo>
                  <a:pt x="11180179" y="711842"/>
                </a:lnTo>
                <a:lnTo>
                  <a:pt x="11180179" y="677094"/>
                </a:lnTo>
                <a:lnTo>
                  <a:pt x="11128301" y="677094"/>
                </a:lnTo>
                <a:lnTo>
                  <a:pt x="11128301" y="711842"/>
                </a:lnTo>
                <a:lnTo>
                  <a:pt x="11102307" y="711842"/>
                </a:lnTo>
                <a:lnTo>
                  <a:pt x="11102307" y="677094"/>
                </a:lnTo>
                <a:lnTo>
                  <a:pt x="11050483" y="677094"/>
                </a:lnTo>
                <a:lnTo>
                  <a:pt x="11050483" y="711842"/>
                </a:lnTo>
                <a:lnTo>
                  <a:pt x="10972396" y="711842"/>
                </a:lnTo>
                <a:lnTo>
                  <a:pt x="10972396" y="815544"/>
                </a:lnTo>
                <a:lnTo>
                  <a:pt x="10937919" y="815544"/>
                </a:lnTo>
                <a:lnTo>
                  <a:pt x="10937919" y="711842"/>
                </a:lnTo>
                <a:lnTo>
                  <a:pt x="10851293" y="711842"/>
                </a:lnTo>
                <a:lnTo>
                  <a:pt x="10851293" y="677094"/>
                </a:lnTo>
                <a:lnTo>
                  <a:pt x="10937919" y="677094"/>
                </a:lnTo>
                <a:lnTo>
                  <a:pt x="10937919" y="642617"/>
                </a:lnTo>
                <a:lnTo>
                  <a:pt x="10799415" y="642617"/>
                </a:lnTo>
                <a:close/>
                <a:moveTo>
                  <a:pt x="10661074" y="642617"/>
                </a:moveTo>
                <a:lnTo>
                  <a:pt x="10661074" y="850075"/>
                </a:lnTo>
                <a:lnTo>
                  <a:pt x="10712952" y="850075"/>
                </a:lnTo>
                <a:lnTo>
                  <a:pt x="10712952" y="642617"/>
                </a:lnTo>
                <a:close/>
                <a:moveTo>
                  <a:pt x="10539971" y="642617"/>
                </a:moveTo>
                <a:lnTo>
                  <a:pt x="10470746" y="850075"/>
                </a:lnTo>
                <a:lnTo>
                  <a:pt x="10522624" y="850075"/>
                </a:lnTo>
                <a:lnTo>
                  <a:pt x="10548563" y="781067"/>
                </a:lnTo>
                <a:lnTo>
                  <a:pt x="10583311" y="781067"/>
                </a:lnTo>
                <a:lnTo>
                  <a:pt x="10583311" y="850075"/>
                </a:lnTo>
                <a:lnTo>
                  <a:pt x="10635189" y="850075"/>
                </a:lnTo>
                <a:lnTo>
                  <a:pt x="10635189" y="642617"/>
                </a:lnTo>
                <a:close/>
                <a:moveTo>
                  <a:pt x="10159370" y="642563"/>
                </a:moveTo>
                <a:lnTo>
                  <a:pt x="10210978" y="694225"/>
                </a:lnTo>
                <a:lnTo>
                  <a:pt x="10159370" y="745995"/>
                </a:lnTo>
                <a:lnTo>
                  <a:pt x="10107763" y="694225"/>
                </a:lnTo>
                <a:close/>
                <a:moveTo>
                  <a:pt x="10159370" y="538699"/>
                </a:moveTo>
                <a:lnTo>
                  <a:pt x="9951588" y="746049"/>
                </a:lnTo>
                <a:lnTo>
                  <a:pt x="10003574" y="797927"/>
                </a:lnTo>
                <a:lnTo>
                  <a:pt x="10055722" y="746211"/>
                </a:lnTo>
                <a:lnTo>
                  <a:pt x="10107492" y="798198"/>
                </a:lnTo>
                <a:lnTo>
                  <a:pt x="10055398" y="850292"/>
                </a:lnTo>
                <a:lnTo>
                  <a:pt x="10107492" y="901846"/>
                </a:lnTo>
                <a:lnTo>
                  <a:pt x="10158398" y="850130"/>
                </a:lnTo>
                <a:lnTo>
                  <a:pt x="10211411" y="901846"/>
                </a:lnTo>
                <a:lnTo>
                  <a:pt x="10263073" y="850130"/>
                </a:lnTo>
                <a:lnTo>
                  <a:pt x="10211411" y="798468"/>
                </a:lnTo>
                <a:lnTo>
                  <a:pt x="10263613" y="746211"/>
                </a:lnTo>
                <a:lnTo>
                  <a:pt x="10315221" y="797927"/>
                </a:lnTo>
                <a:lnTo>
                  <a:pt x="10366937" y="74621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 dirty="0"/>
              <a:t>Click to insert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673821" y="6462506"/>
            <a:ext cx="639762" cy="12311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77B2C5-B9FB-4179-A32B-441701212ECA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E7DF76B-C887-78D9-DED9-9F1A8AD7D51E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864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55">
          <p15:clr>
            <a:srgbClr val="FBAE40"/>
          </p15:clr>
        </p15:guide>
        <p15:guide id="2" pos="5081">
          <p15:clr>
            <a:srgbClr val="FBAE40"/>
          </p15:clr>
        </p15:guide>
        <p15:guide id="3" orient="horz" pos="2330">
          <p15:clr>
            <a:srgbClr val="FBAE40"/>
          </p15:clr>
        </p15:guide>
        <p15:guide id="4" orient="horz" pos="250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1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CEEBBA-95E2-434B-8200-C75ACA2B87F7}" type="datetime1">
              <a:rPr lang="en-US" smtClean="0"/>
              <a:t>8/11/2026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848EE5-4927-B646-F0A3-D86C20D6C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000" y="1344385"/>
            <a:ext cx="8289001" cy="276999"/>
          </a:xfrm>
        </p:spPr>
        <p:txBody>
          <a:bodyPr wrap="square" anchor="b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– Speaker Name, Company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05DEA34-11DA-DDDC-A148-9FF11F3A5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1000" y="2160588"/>
            <a:ext cx="10171250" cy="388461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a Quote </a:t>
            </a:r>
            <a:br>
              <a:rPr lang="en-US" dirty="0"/>
            </a:br>
            <a:r>
              <a:rPr lang="en-US" dirty="0"/>
              <a:t>or a Statement!</a:t>
            </a:r>
          </a:p>
        </p:txBody>
      </p:sp>
    </p:spTree>
    <p:extLst>
      <p:ext uri="{BB962C8B-B14F-4D97-AF65-F5344CB8AC3E}">
        <p14:creationId xmlns:p14="http://schemas.microsoft.com/office/powerpoint/2010/main" val="4156699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1">
          <p15:clr>
            <a:srgbClr val="FBAE40"/>
          </p15:clr>
        </p15:guide>
        <p15:guide id="2" orient="horz" pos="136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653094-B9B0-4180-B3B8-F13B479551B5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848EE5-4927-B646-F0A3-D86C20D6C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000" y="1344385"/>
            <a:ext cx="8289001" cy="276999"/>
          </a:xfrm>
        </p:spPr>
        <p:txBody>
          <a:bodyPr wrap="square" anchor="b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– Speaker Name, Company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05DEA34-11DA-DDDC-A148-9FF11F3A5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1000" y="2160588"/>
            <a:ext cx="10171250" cy="388461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a Quote </a:t>
            </a:r>
            <a:br>
              <a:rPr lang="en-US" dirty="0"/>
            </a:br>
            <a:r>
              <a:rPr lang="en-US" dirty="0"/>
              <a:t>or a Statement!</a:t>
            </a:r>
          </a:p>
        </p:txBody>
      </p:sp>
    </p:spTree>
    <p:extLst>
      <p:ext uri="{BB962C8B-B14F-4D97-AF65-F5344CB8AC3E}">
        <p14:creationId xmlns:p14="http://schemas.microsoft.com/office/powerpoint/2010/main" val="327779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1">
          <p15:clr>
            <a:srgbClr val="FBAE40"/>
          </p15:clr>
        </p15:guide>
        <p15:guide id="2" orient="horz" pos="136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2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2">
            <a:extLst>
              <a:ext uri="{FF2B5EF4-FFF2-40B4-BE49-F238E27FC236}">
                <a16:creationId xmlns:a16="http://schemas.microsoft.com/office/drawing/2014/main" id="{D2A87101-705A-4EF9-CF45-5EFDF6609B7C}"/>
              </a:ext>
            </a:extLst>
          </p:cNvPr>
          <p:cNvSpPr>
            <a:spLocks/>
          </p:cNvSpPr>
          <p:nvPr userDrawn="1"/>
        </p:nvSpPr>
        <p:spPr>
          <a:xfrm flipH="1">
            <a:off x="538161" y="1"/>
            <a:ext cx="11653838" cy="6039772"/>
          </a:xfrm>
          <a:custGeom>
            <a:avLst/>
            <a:gdLst>
              <a:gd name="connsiteX0" fmla="*/ 11682411 w 11682412"/>
              <a:gd name="connsiteY0" fmla="*/ 5459452 h 6089650"/>
              <a:gd name="connsiteX1" fmla="*/ 11052213 w 11682412"/>
              <a:gd name="connsiteY1" fmla="*/ 5459452 h 6089650"/>
              <a:gd name="connsiteX2" fmla="*/ 11682411 w 11682412"/>
              <a:gd name="connsiteY2" fmla="*/ 6089650 h 6089650"/>
              <a:gd name="connsiteX3" fmla="*/ 11682412 w 11682412"/>
              <a:gd name="connsiteY3" fmla="*/ 0 h 6089650"/>
              <a:gd name="connsiteX4" fmla="*/ 0 w 11682412"/>
              <a:gd name="connsiteY4" fmla="*/ 0 h 6089650"/>
              <a:gd name="connsiteX5" fmla="*/ 0 w 11682412"/>
              <a:gd name="connsiteY5" fmla="*/ 5459451 h 6089650"/>
              <a:gd name="connsiteX6" fmla="*/ 11682412 w 11682412"/>
              <a:gd name="connsiteY6" fmla="*/ 5459451 h 608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2412" h="6089650">
                <a:moveTo>
                  <a:pt x="11682411" y="5459452"/>
                </a:moveTo>
                <a:lnTo>
                  <a:pt x="11052213" y="5459452"/>
                </a:lnTo>
                <a:lnTo>
                  <a:pt x="11682411" y="6089650"/>
                </a:lnTo>
                <a:close/>
                <a:moveTo>
                  <a:pt x="11682412" y="0"/>
                </a:moveTo>
                <a:lnTo>
                  <a:pt x="0" y="0"/>
                </a:lnTo>
                <a:lnTo>
                  <a:pt x="0" y="5459451"/>
                </a:lnTo>
                <a:lnTo>
                  <a:pt x="11682412" y="545945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57BA6B-E016-4F9C-885B-A260C3A8695F}" type="datetime1">
              <a:rPr lang="en-US" smtClean="0"/>
              <a:t>8/11/2026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848EE5-4927-B646-F0A3-D86C20D6C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481000" y="4596549"/>
            <a:ext cx="8289001" cy="276999"/>
          </a:xfrm>
        </p:spPr>
        <p:txBody>
          <a:bodyPr wrap="square" anchor="b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– Speaker Name, Company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05DEA34-11DA-DDDC-A148-9FF11F3A5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1481000" y="539028"/>
            <a:ext cx="8286884" cy="355879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a Quote </a:t>
            </a:r>
            <a:br>
              <a:rPr lang="en-US" dirty="0"/>
            </a:br>
            <a:r>
              <a:rPr lang="en-US" dirty="0"/>
              <a:t>or a Statement!</a:t>
            </a:r>
          </a:p>
        </p:txBody>
      </p:sp>
    </p:spTree>
    <p:extLst>
      <p:ext uri="{BB962C8B-B14F-4D97-AF65-F5344CB8AC3E}">
        <p14:creationId xmlns:p14="http://schemas.microsoft.com/office/powerpoint/2010/main" val="486176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1">
          <p15:clr>
            <a:srgbClr val="FBAE40"/>
          </p15:clr>
        </p15:guide>
        <p15:guide id="2" orient="horz" pos="307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2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2">
            <a:extLst>
              <a:ext uri="{FF2B5EF4-FFF2-40B4-BE49-F238E27FC236}">
                <a16:creationId xmlns:a16="http://schemas.microsoft.com/office/drawing/2014/main" id="{D2A87101-705A-4EF9-CF45-5EFDF6609B7C}"/>
              </a:ext>
            </a:extLst>
          </p:cNvPr>
          <p:cNvSpPr>
            <a:spLocks/>
          </p:cNvSpPr>
          <p:nvPr userDrawn="1"/>
        </p:nvSpPr>
        <p:spPr>
          <a:xfrm flipH="1">
            <a:off x="538161" y="1"/>
            <a:ext cx="11653838" cy="6039772"/>
          </a:xfrm>
          <a:custGeom>
            <a:avLst/>
            <a:gdLst>
              <a:gd name="connsiteX0" fmla="*/ 11682411 w 11682412"/>
              <a:gd name="connsiteY0" fmla="*/ 5459452 h 6089650"/>
              <a:gd name="connsiteX1" fmla="*/ 11052213 w 11682412"/>
              <a:gd name="connsiteY1" fmla="*/ 5459452 h 6089650"/>
              <a:gd name="connsiteX2" fmla="*/ 11682411 w 11682412"/>
              <a:gd name="connsiteY2" fmla="*/ 6089650 h 6089650"/>
              <a:gd name="connsiteX3" fmla="*/ 11682412 w 11682412"/>
              <a:gd name="connsiteY3" fmla="*/ 0 h 6089650"/>
              <a:gd name="connsiteX4" fmla="*/ 0 w 11682412"/>
              <a:gd name="connsiteY4" fmla="*/ 0 h 6089650"/>
              <a:gd name="connsiteX5" fmla="*/ 0 w 11682412"/>
              <a:gd name="connsiteY5" fmla="*/ 5459451 h 6089650"/>
              <a:gd name="connsiteX6" fmla="*/ 11682412 w 11682412"/>
              <a:gd name="connsiteY6" fmla="*/ 5459451 h 608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2412" h="6089650">
                <a:moveTo>
                  <a:pt x="11682411" y="5459452"/>
                </a:moveTo>
                <a:lnTo>
                  <a:pt x="11052213" y="5459452"/>
                </a:lnTo>
                <a:lnTo>
                  <a:pt x="11682411" y="6089650"/>
                </a:lnTo>
                <a:close/>
                <a:moveTo>
                  <a:pt x="11682412" y="0"/>
                </a:moveTo>
                <a:lnTo>
                  <a:pt x="0" y="0"/>
                </a:lnTo>
                <a:lnTo>
                  <a:pt x="0" y="5459451"/>
                </a:lnTo>
                <a:lnTo>
                  <a:pt x="11682412" y="545945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1B8B-D6CA-BCE6-71B4-5C8A439C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2DAD-1AFC-2023-BB91-5E7F5BD2C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6E644E-0E25-4F80-8E72-6C2F1F01A126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848EE5-4927-B646-F0A3-D86C20D6C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000" y="4596549"/>
            <a:ext cx="8289001" cy="276999"/>
          </a:xfrm>
        </p:spPr>
        <p:txBody>
          <a:bodyPr wrap="square" anchor="b">
            <a:sp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– Speaker Name, Company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05DEA34-11DA-DDDC-A148-9FF11F3A5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1000" y="539028"/>
            <a:ext cx="8286884" cy="355879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a Quote </a:t>
            </a:r>
            <a:br>
              <a:rPr lang="en-US" dirty="0"/>
            </a:br>
            <a:r>
              <a:rPr lang="en-US" dirty="0"/>
              <a:t>or a Statement!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986D47-DDBD-CF8D-5D24-F34387F3EDC8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A1F987F-F688-441E-3BA8-3F1CD4881513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solidFill>
              <a:srgbClr val="004F9F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A2ECA4-B178-EC9C-089B-F475B51F1D2C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993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1">
          <p15:clr>
            <a:srgbClr val="FBAE40"/>
          </p15:clr>
        </p15:guide>
        <p15:guide id="2" orient="horz" pos="307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B7E7AC-F61D-BAAD-21A2-FF6105310ED7}"/>
              </a:ext>
            </a:extLst>
          </p:cNvPr>
          <p:cNvSpPr>
            <a:spLocks/>
          </p:cNvSpPr>
          <p:nvPr userDrawn="1"/>
        </p:nvSpPr>
        <p:spPr>
          <a:xfrm>
            <a:off x="7709066" y="0"/>
            <a:ext cx="448293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81001" y="6463427"/>
            <a:ext cx="5868065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06CEE7-7789-CB91-EF4D-3B100C9CE898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5AA8AB-2619-D1A1-94A8-5450D8107697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6180B-1850-72D4-B81C-33C05B2769E8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848EE5-4927-B646-F0A3-D86C20D6C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001" y="2991585"/>
            <a:ext cx="5868065" cy="430887"/>
          </a:xfrm>
        </p:spPr>
        <p:txBody>
          <a:bodyPr wrap="square" anchor="t">
            <a:sp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05DEA34-11DA-DDDC-A148-9FF11F3A5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1001" y="2160588"/>
            <a:ext cx="5868065" cy="830997"/>
          </a:xfrm>
        </p:spPr>
        <p:txBody>
          <a:bodyPr wrap="square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3ECE5AC-E1D5-54E6-0C6B-6999C3FC13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8064500" y="3422472"/>
            <a:ext cx="3587751" cy="26227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name Last name</a:t>
            </a:r>
            <a:br>
              <a:rPr lang="en-US" dirty="0"/>
            </a:br>
            <a:r>
              <a:rPr lang="en-US" dirty="0"/>
              <a:t>Job title</a:t>
            </a:r>
            <a:br>
              <a:rPr lang="en-US" dirty="0"/>
            </a:br>
            <a:r>
              <a:rPr lang="en-US" dirty="0"/>
              <a:t>Group / Region / Department XY </a:t>
            </a:r>
            <a:br>
              <a:rPr lang="en-US" dirty="0"/>
            </a:br>
            <a:r>
              <a:rPr lang="en-US" dirty="0"/>
              <a:t>Street 123, 12345 City</a:t>
            </a:r>
            <a:br>
              <a:rPr lang="en-US" dirty="0"/>
            </a:br>
            <a:r>
              <a:rPr lang="en-US" dirty="0"/>
              <a:t>Country</a:t>
            </a:r>
            <a:br>
              <a:rPr lang="en-US" dirty="0"/>
            </a:br>
            <a:r>
              <a:rPr lang="en-US" dirty="0"/>
              <a:t>Phone: +49 123 45 67 89</a:t>
            </a:r>
            <a:br>
              <a:rPr lang="en-US" dirty="0"/>
            </a:br>
            <a:r>
              <a:rPr lang="en-US" dirty="0"/>
              <a:t>Mobile: +49 123 45 67 89 0</a:t>
            </a:r>
            <a:br>
              <a:rPr lang="en-US" dirty="0"/>
            </a:br>
            <a:r>
              <a:rPr lang="en-US" dirty="0"/>
              <a:t>Web: Al-Futtaim.com</a:t>
            </a:r>
            <a:br>
              <a:rPr lang="en-US" dirty="0"/>
            </a:br>
            <a:r>
              <a:rPr lang="en-US" dirty="0"/>
              <a:t>E-mail: firstname.lastname@Al-Futtaim.com</a:t>
            </a:r>
          </a:p>
        </p:txBody>
      </p:sp>
    </p:spTree>
    <p:extLst>
      <p:ext uri="{BB962C8B-B14F-4D97-AF65-F5344CB8AC3E}">
        <p14:creationId xmlns:p14="http://schemas.microsoft.com/office/powerpoint/2010/main" val="2106700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1">
          <p15:clr>
            <a:srgbClr val="FBAE40"/>
          </p15:clr>
        </p15:guide>
        <p15:guide id="2" orient="horz" pos="1361">
          <p15:clr>
            <a:srgbClr val="FBAE40"/>
          </p15:clr>
        </p15:guide>
        <p15:guide id="3" pos="4852">
          <p15:clr>
            <a:srgbClr val="FBAE40"/>
          </p15:clr>
        </p15:guide>
        <p15:guide id="4" pos="508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B7E7AC-F61D-BAAD-21A2-FF6105310ED7}"/>
              </a:ext>
            </a:extLst>
          </p:cNvPr>
          <p:cNvSpPr>
            <a:spLocks/>
          </p:cNvSpPr>
          <p:nvPr userDrawn="1"/>
        </p:nvSpPr>
        <p:spPr>
          <a:xfrm>
            <a:off x="7709066" y="0"/>
            <a:ext cx="4482934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BAA35-1304-A3EC-A9C3-854E14C46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81001" y="6463427"/>
            <a:ext cx="5868065" cy="12311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848EE5-4927-B646-F0A3-D86C20D6C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001" y="2991585"/>
            <a:ext cx="5868065" cy="430887"/>
          </a:xfrm>
        </p:spPr>
        <p:txBody>
          <a:bodyPr wrap="square" anchor="t">
            <a:spAutoFit/>
          </a:bodyPr>
          <a:lstStyle>
            <a:lvl1pPr>
              <a:defRPr sz="2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05DEA34-11DA-DDDC-A148-9FF11F3A5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1001" y="2160588"/>
            <a:ext cx="5868065" cy="830997"/>
          </a:xfrm>
        </p:spPr>
        <p:txBody>
          <a:bodyPr wrap="square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Thank you!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F4CB8E-5DE9-089C-9A08-DA75CE75D5AD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FA34CD5-5FE5-EB73-EC58-D315B6E14E3F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solidFill>
              <a:srgbClr val="004F9F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5E918FF-2F14-E241-8D2D-C551F3E19631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889EB29-6E0E-9C3E-3959-D63C68AA69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4500" y="3422472"/>
            <a:ext cx="3587751" cy="26227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name Last name</a:t>
            </a:r>
            <a:br>
              <a:rPr lang="en-US" dirty="0"/>
            </a:br>
            <a:r>
              <a:rPr lang="en-US" dirty="0"/>
              <a:t>Job title</a:t>
            </a:r>
            <a:br>
              <a:rPr lang="en-US" dirty="0"/>
            </a:br>
            <a:r>
              <a:rPr lang="en-US" dirty="0"/>
              <a:t>Group / Region / Department XY </a:t>
            </a:r>
            <a:br>
              <a:rPr lang="en-US" dirty="0"/>
            </a:br>
            <a:r>
              <a:rPr lang="en-US" dirty="0"/>
              <a:t>Street 123, 12345 City</a:t>
            </a:r>
            <a:br>
              <a:rPr lang="en-US" dirty="0"/>
            </a:br>
            <a:r>
              <a:rPr lang="en-US" dirty="0"/>
              <a:t>Country</a:t>
            </a:r>
            <a:br>
              <a:rPr lang="en-US" dirty="0"/>
            </a:br>
            <a:r>
              <a:rPr lang="en-US" dirty="0"/>
              <a:t>Phone: +49 123 45 67 89</a:t>
            </a:r>
            <a:br>
              <a:rPr lang="en-US" dirty="0"/>
            </a:br>
            <a:r>
              <a:rPr lang="en-US" dirty="0"/>
              <a:t>Mobile: +49 123 45 67 89 0</a:t>
            </a:r>
            <a:br>
              <a:rPr lang="en-US" dirty="0"/>
            </a:br>
            <a:r>
              <a:rPr lang="en-US" dirty="0"/>
              <a:t>Web: Al-Futtaim.com</a:t>
            </a:r>
            <a:br>
              <a:rPr lang="en-US" dirty="0"/>
            </a:br>
            <a:r>
              <a:rPr lang="en-US" dirty="0"/>
              <a:t>E-mail: firstname.lastname@Al-Futtaim.com</a:t>
            </a:r>
          </a:p>
        </p:txBody>
      </p:sp>
    </p:spTree>
    <p:extLst>
      <p:ext uri="{BB962C8B-B14F-4D97-AF65-F5344CB8AC3E}">
        <p14:creationId xmlns:p14="http://schemas.microsoft.com/office/powerpoint/2010/main" val="4274874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31">
          <p15:clr>
            <a:srgbClr val="FBAE40"/>
          </p15:clr>
        </p15:guide>
        <p15:guide id="2" orient="horz" pos="1361">
          <p15:clr>
            <a:srgbClr val="FBAE40"/>
          </p15:clr>
        </p15:guide>
        <p15:guide id="3" pos="4852">
          <p15:clr>
            <a:srgbClr val="FBAE40"/>
          </p15:clr>
        </p15:guide>
        <p15:guide id="4" pos="50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oleObject" Target="../embeddings/oleObject2.bin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tags" Target="../tags/tag2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FDADF5F-7A5D-D28D-7D10-000EAFC3F3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27944107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8" imgW="473" imgH="473" progId="TCLayout.ActiveDocument.1">
                  <p:embed/>
                </p:oleObj>
              </mc:Choice>
              <mc:Fallback>
                <p:oleObj name="think-cell Folie" r:id="rId38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DADF5F-7A5D-D28D-7D10-000EAFC3F3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C974D-9AA5-C8CA-9908-5381067CB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Please insert a 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2503D-348A-882A-9F38-8CF38555C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49" y="1618720"/>
            <a:ext cx="11112499" cy="442648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First Layer</a:t>
            </a:r>
          </a:p>
          <a:p>
            <a:pPr lvl="1"/>
            <a:r>
              <a:rPr lang="en-GB" dirty="0"/>
              <a:t>Second Layer</a:t>
            </a:r>
          </a:p>
          <a:p>
            <a:pPr lvl="2"/>
            <a:r>
              <a:rPr lang="en-GB" dirty="0"/>
              <a:t>Third Layer</a:t>
            </a:r>
          </a:p>
          <a:p>
            <a:pPr lvl="3"/>
            <a:r>
              <a:rPr lang="en-GB" dirty="0"/>
              <a:t>Fourth Layer</a:t>
            </a:r>
          </a:p>
          <a:p>
            <a:pPr lvl="4"/>
            <a:r>
              <a:rPr lang="en-GB" dirty="0"/>
              <a:t>Fifth Layer</a:t>
            </a:r>
          </a:p>
          <a:p>
            <a:pPr lvl="5"/>
            <a:r>
              <a:rPr lang="en-GB" dirty="0"/>
              <a:t>Sixth Layer </a:t>
            </a:r>
          </a:p>
          <a:p>
            <a:pPr lvl="6"/>
            <a:r>
              <a:rPr lang="en-GB" dirty="0"/>
              <a:t>Seventh Layer</a:t>
            </a:r>
          </a:p>
          <a:p>
            <a:pPr lvl="7"/>
            <a:r>
              <a:rPr lang="en-GB" dirty="0"/>
              <a:t>Eighth Layer</a:t>
            </a:r>
          </a:p>
          <a:p>
            <a:pPr lvl="8"/>
            <a:r>
              <a:rPr lang="en-GB" dirty="0"/>
              <a:t>Ninth Layer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D30EE-C27B-F1EB-0D0C-7637FA8B3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48" y="6462506"/>
            <a:ext cx="5556251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Al-Futtaim Template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089DC-5C10-B6FD-155A-16A1CCEA3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1533" y="6462506"/>
            <a:ext cx="230714" cy="12311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74B4B1E-A977-A2F9-4589-C8AB3DB3C544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68FDAA8-BDEC-4693-9617-B7B51B6340E7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solidFill>
              <a:srgbClr val="004F9F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F63A898-AD69-8BA5-07D1-AAA07974F88E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0" name="Date Placeholder 3">
            <a:extLst>
              <a:ext uri="{FF2B5EF4-FFF2-40B4-BE49-F238E27FC236}">
                <a16:creationId xmlns:a16="http://schemas.microsoft.com/office/drawing/2014/main" id="{6A634AEF-4759-25B2-1BC2-9C7D670CB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73821" y="6462506"/>
            <a:ext cx="639762" cy="123111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7A73966E-DFB7-4DCB-A1EA-76F84F839E11}" type="datetime1">
              <a:rPr lang="en-GB" smtClean="0"/>
              <a:t>11/08/2026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769141-537E-C1CF-DF34-324B93D441E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38750" y="6642100"/>
            <a:ext cx="17430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External Al-Futtaim</a:t>
            </a:r>
          </a:p>
        </p:txBody>
      </p:sp>
    </p:spTree>
    <p:extLst>
      <p:ext uri="{BB962C8B-B14F-4D97-AF65-F5344CB8AC3E}">
        <p14:creationId xmlns:p14="http://schemas.microsoft.com/office/powerpoint/2010/main" val="370253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64" r:id="rId7"/>
    <p:sldLayoutId id="2147483663" r:id="rId8"/>
    <p:sldLayoutId id="2147483656" r:id="rId9"/>
    <p:sldLayoutId id="2147483650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71" r:id="rId17"/>
    <p:sldLayoutId id="2147483672" r:id="rId18"/>
    <p:sldLayoutId id="2147483673" r:id="rId19"/>
    <p:sldLayoutId id="2147483680" r:id="rId20"/>
    <p:sldLayoutId id="2147483674" r:id="rId21"/>
    <p:sldLayoutId id="2147483675" r:id="rId22"/>
    <p:sldLayoutId id="2147483681" r:id="rId23"/>
    <p:sldLayoutId id="2147483676" r:id="rId24"/>
    <p:sldLayoutId id="2147483677" r:id="rId25"/>
    <p:sldLayoutId id="2147483665" r:id="rId26"/>
    <p:sldLayoutId id="2147483682" r:id="rId27"/>
    <p:sldLayoutId id="2147483666" r:id="rId28"/>
    <p:sldLayoutId id="2147483667" r:id="rId29"/>
    <p:sldLayoutId id="2147483668" r:id="rId30"/>
    <p:sldLayoutId id="2147483669" r:id="rId31"/>
    <p:sldLayoutId id="2147483670" r:id="rId32"/>
    <p:sldLayoutId id="2147483678" r:id="rId33"/>
    <p:sldLayoutId id="2147483679" r:id="rId34"/>
    <p:sldLayoutId id="2147483718" r:id="rId3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2575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260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0" userDrawn="1">
          <p15:clr>
            <a:srgbClr val="F26B43"/>
          </p15:clr>
        </p15:guide>
        <p15:guide id="3" pos="339" userDrawn="1">
          <p15:clr>
            <a:srgbClr val="F26B43"/>
          </p15:clr>
        </p15:guide>
        <p15:guide id="4" pos="7340" userDrawn="1">
          <p15:clr>
            <a:srgbClr val="F26B43"/>
          </p15:clr>
        </p15:guide>
        <p15:guide id="5" orient="horz" pos="1019" userDrawn="1">
          <p15:clr>
            <a:srgbClr val="F26B43"/>
          </p15:clr>
        </p15:guide>
        <p15:guide id="6" orient="horz" pos="339" userDrawn="1">
          <p15:clr>
            <a:srgbClr val="F26B43"/>
          </p15:clr>
        </p15:guide>
        <p15:guide id="7" orient="horz" pos="851" userDrawn="1">
          <p15:clr>
            <a:srgbClr val="F26B43"/>
          </p15:clr>
        </p15:guide>
        <p15:guide id="8" orient="horz" pos="4149" userDrawn="1">
          <p15:clr>
            <a:srgbClr val="F26B43"/>
          </p15:clr>
        </p15:guide>
        <p15:guide id="9" orient="horz" pos="380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FDADF5F-7A5D-D28D-7D10-000EAFC3F3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2911239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7" imgW="473" imgH="473" progId="TCLayout.ActiveDocument.1">
                  <p:embed/>
                </p:oleObj>
              </mc:Choice>
              <mc:Fallback>
                <p:oleObj name="think-cell Folie" r:id="rId37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DADF5F-7A5D-D28D-7D10-000EAFC3F3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C974D-9AA5-C8CA-9908-5381067CB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Please insert a 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2503D-348A-882A-9F38-8CF38555C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49" y="1618720"/>
            <a:ext cx="11112499" cy="442648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First Layer</a:t>
            </a:r>
          </a:p>
          <a:p>
            <a:pPr lvl="1"/>
            <a:r>
              <a:rPr lang="en-US" dirty="0"/>
              <a:t>Second Layer</a:t>
            </a:r>
          </a:p>
          <a:p>
            <a:pPr lvl="2"/>
            <a:r>
              <a:rPr lang="en-US" dirty="0"/>
              <a:t>Third Layer</a:t>
            </a:r>
          </a:p>
          <a:p>
            <a:pPr lvl="3"/>
            <a:r>
              <a:rPr lang="en-US" dirty="0"/>
              <a:t>Fourth Layer</a:t>
            </a:r>
          </a:p>
          <a:p>
            <a:pPr lvl="4"/>
            <a:r>
              <a:rPr lang="en-US" dirty="0"/>
              <a:t>Fifth Layer</a:t>
            </a:r>
          </a:p>
          <a:p>
            <a:pPr lvl="5"/>
            <a:r>
              <a:rPr lang="en-US" dirty="0"/>
              <a:t>Sixth Layer </a:t>
            </a:r>
          </a:p>
          <a:p>
            <a:pPr lvl="6"/>
            <a:r>
              <a:rPr lang="en-US" dirty="0"/>
              <a:t>Seventh Layer</a:t>
            </a:r>
          </a:p>
          <a:p>
            <a:pPr lvl="7"/>
            <a:r>
              <a:rPr lang="en-US" dirty="0"/>
              <a:t>Eighth Layer</a:t>
            </a:r>
          </a:p>
          <a:p>
            <a:pPr lvl="8"/>
            <a:r>
              <a:rPr lang="en-US" dirty="0"/>
              <a:t>Ninth Layer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D30EE-C27B-F1EB-0D0C-7637FA8B3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48" y="6462506"/>
            <a:ext cx="5556251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 – External Al-Futtaim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089DC-5C10-B6FD-155A-16A1CCEA3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1533" y="6462506"/>
            <a:ext cx="230714" cy="12311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83109594-1B45-46DB-8A0B-416F125317D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74B4B1E-A977-A2F9-4589-C8AB3DB3C544}"/>
              </a:ext>
            </a:extLst>
          </p:cNvPr>
          <p:cNvGrpSpPr/>
          <p:nvPr userDrawn="1"/>
        </p:nvGrpSpPr>
        <p:grpSpPr>
          <a:xfrm>
            <a:off x="9951588" y="538699"/>
            <a:ext cx="1704301" cy="363146"/>
            <a:chOff x="9951588" y="538699"/>
            <a:chExt cx="1704301" cy="363146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68FDAA8-BDEC-4693-9617-B7B51B6340E7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solidFill>
              <a:srgbClr val="004F9F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F63A898-AD69-8BA5-07D1-AAA07974F88E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0" name="Date Placeholder 3">
            <a:extLst>
              <a:ext uri="{FF2B5EF4-FFF2-40B4-BE49-F238E27FC236}">
                <a16:creationId xmlns:a16="http://schemas.microsoft.com/office/drawing/2014/main" id="{6A634AEF-4759-25B2-1BC2-9C7D670CB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73821" y="6462506"/>
            <a:ext cx="639762" cy="123111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DE6AEF8E-6961-4C83-B4A1-A7BCD728B34D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18AF6-2BDF-B6E8-B72F-4E654C81C56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38750" y="6642100"/>
            <a:ext cx="17430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External Al-Futtaim</a:t>
            </a:r>
          </a:p>
        </p:txBody>
      </p:sp>
    </p:spTree>
    <p:extLst>
      <p:ext uri="{BB962C8B-B14F-4D97-AF65-F5344CB8AC3E}">
        <p14:creationId xmlns:p14="http://schemas.microsoft.com/office/powerpoint/2010/main" val="2260543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2575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260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0">
          <p15:clr>
            <a:srgbClr val="F26B43"/>
          </p15:clr>
        </p15:guide>
        <p15:guide id="3" pos="339">
          <p15:clr>
            <a:srgbClr val="F26B43"/>
          </p15:clr>
        </p15:guide>
        <p15:guide id="4" pos="7340">
          <p15:clr>
            <a:srgbClr val="F26B43"/>
          </p15:clr>
        </p15:guide>
        <p15:guide id="5" orient="horz" pos="1019">
          <p15:clr>
            <a:srgbClr val="F26B43"/>
          </p15:clr>
        </p15:guide>
        <p15:guide id="6" orient="horz" pos="339">
          <p15:clr>
            <a:srgbClr val="F26B43"/>
          </p15:clr>
        </p15:guide>
        <p15:guide id="7" orient="horz" pos="851">
          <p15:clr>
            <a:srgbClr val="F26B43"/>
          </p15:clr>
        </p15:guide>
        <p15:guide id="8" orient="horz" pos="4149">
          <p15:clr>
            <a:srgbClr val="F26B43"/>
          </p15:clr>
        </p15:guide>
        <p15:guide id="9" orient="horz" pos="38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Relationship Id="rId5" Type="http://schemas.openxmlformats.org/officeDocument/2006/relationships/image" Target="../media/image10.jpeg"/><Relationship Id="rId4" Type="http://schemas.openxmlformats.org/officeDocument/2006/relationships/image" Target="../media/image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Relationship Id="rId6" Type="http://schemas.openxmlformats.org/officeDocument/2006/relationships/image" Target="../media/image11.jpeg"/><Relationship Id="rId5" Type="http://schemas.openxmlformats.org/officeDocument/2006/relationships/image" Target="../media/image9.emf"/><Relationship Id="rId4" Type="http://schemas.openxmlformats.org/officeDocument/2006/relationships/oleObject" Target="../embeddings/oleObject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9.xml"/><Relationship Id="rId5" Type="http://schemas.openxmlformats.org/officeDocument/2006/relationships/image" Target="../media/image13.jpeg"/><Relationship Id="rId4" Type="http://schemas.openxmlformats.org/officeDocument/2006/relationships/image" Target="../media/image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0.xml"/><Relationship Id="rId5" Type="http://schemas.openxmlformats.org/officeDocument/2006/relationships/image" Target="../media/image14.jpeg"/><Relationship Id="rId4" Type="http://schemas.openxmlformats.org/officeDocument/2006/relationships/image" Target="../media/image9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1.xml"/><Relationship Id="rId5" Type="http://schemas.openxmlformats.org/officeDocument/2006/relationships/image" Target="../media/image15.svg"/><Relationship Id="rId4" Type="http://schemas.openxmlformats.org/officeDocument/2006/relationships/image" Target="../media/image9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2.xml"/><Relationship Id="rId5" Type="http://schemas.openxmlformats.org/officeDocument/2006/relationships/image" Target="../media/image15.svg"/><Relationship Id="rId4" Type="http://schemas.openxmlformats.org/officeDocument/2006/relationships/image" Target="../media/image9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.xml"/><Relationship Id="rId6" Type="http://schemas.openxmlformats.org/officeDocument/2006/relationships/image" Target="../media/image15.svg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Relationship Id="rId6" Type="http://schemas.openxmlformats.org/officeDocument/2006/relationships/image" Target="../media/image15.svg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3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Relationship Id="rId4" Type="http://schemas.openxmlformats.org/officeDocument/2006/relationships/image" Target="../media/image1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Relationship Id="rId4" Type="http://schemas.openxmlformats.org/officeDocument/2006/relationships/image" Target="../media/image1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Relationship Id="rId5" Type="http://schemas.openxmlformats.org/officeDocument/2006/relationships/image" Target="../media/image19.svg"/><Relationship Id="rId4" Type="http://schemas.openxmlformats.org/officeDocument/2006/relationships/image" Target="../media/image1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Relationship Id="rId5" Type="http://schemas.openxmlformats.org/officeDocument/2006/relationships/image" Target="../media/image19.svg"/><Relationship Id="rId4" Type="http://schemas.openxmlformats.org/officeDocument/2006/relationships/image" Target="../media/image18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Relationship Id="rId5" Type="http://schemas.openxmlformats.org/officeDocument/2006/relationships/image" Target="../media/image15.svg"/><Relationship Id="rId4" Type="http://schemas.openxmlformats.org/officeDocument/2006/relationships/image" Target="../media/image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Relationship Id="rId6" Type="http://schemas.openxmlformats.org/officeDocument/2006/relationships/image" Target="../media/image20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Relationship Id="rId4" Type="http://schemas.openxmlformats.org/officeDocument/2006/relationships/image" Target="../media/image22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8.xml"/><Relationship Id="rId4" Type="http://schemas.openxmlformats.org/officeDocument/2006/relationships/image" Target="../media/image22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4.xml"/><Relationship Id="rId4" Type="http://schemas.openxmlformats.org/officeDocument/2006/relationships/image" Target="../media/image1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5.xml"/><Relationship Id="rId4" Type="http://schemas.openxmlformats.org/officeDocument/2006/relationships/image" Target="../media/image1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6.xml"/><Relationship Id="rId5" Type="http://schemas.openxmlformats.org/officeDocument/2006/relationships/image" Target="../media/image21.svg"/><Relationship Id="rId4" Type="http://schemas.openxmlformats.org/officeDocument/2006/relationships/image" Target="../media/image22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7.xml"/><Relationship Id="rId5" Type="http://schemas.openxmlformats.org/officeDocument/2006/relationships/image" Target="../media/image19.svg"/><Relationship Id="rId4" Type="http://schemas.openxmlformats.org/officeDocument/2006/relationships/image" Target="../media/image1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8.xml"/><Relationship Id="rId6" Type="http://schemas.openxmlformats.org/officeDocument/2006/relationships/image" Target="../media/image21.svg"/><Relationship Id="rId5" Type="http://schemas.openxmlformats.org/officeDocument/2006/relationships/image" Target="../media/image15.svg"/><Relationship Id="rId4" Type="http://schemas.openxmlformats.org/officeDocument/2006/relationships/image" Target="../media/image17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9.xml"/><Relationship Id="rId6" Type="http://schemas.openxmlformats.org/officeDocument/2006/relationships/image" Target="../media/image21.svg"/><Relationship Id="rId5" Type="http://schemas.openxmlformats.org/officeDocument/2006/relationships/image" Target="../media/image15.svg"/><Relationship Id="rId4" Type="http://schemas.openxmlformats.org/officeDocument/2006/relationships/image" Target="../media/image17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0.xml"/><Relationship Id="rId6" Type="http://schemas.openxmlformats.org/officeDocument/2006/relationships/image" Target="../media/image21.svg"/><Relationship Id="rId5" Type="http://schemas.openxmlformats.org/officeDocument/2006/relationships/image" Target="../media/image9.emf"/><Relationship Id="rId4" Type="http://schemas.openxmlformats.org/officeDocument/2006/relationships/oleObject" Target="../embeddings/oleObject36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1.xml"/><Relationship Id="rId6" Type="http://schemas.openxmlformats.org/officeDocument/2006/relationships/image" Target="../media/image21.svg"/><Relationship Id="rId5" Type="http://schemas.openxmlformats.org/officeDocument/2006/relationships/image" Target="../media/image9.emf"/><Relationship Id="rId4" Type="http://schemas.openxmlformats.org/officeDocument/2006/relationships/oleObject" Target="../embeddings/oleObject37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2.xml"/><Relationship Id="rId6" Type="http://schemas.openxmlformats.org/officeDocument/2006/relationships/image" Target="../media/image21.svg"/><Relationship Id="rId5" Type="http://schemas.openxmlformats.org/officeDocument/2006/relationships/image" Target="../media/image9.emf"/><Relationship Id="rId4" Type="http://schemas.openxmlformats.org/officeDocument/2006/relationships/oleObject" Target="../embeddings/oleObject38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43.xml"/><Relationship Id="rId4" Type="http://schemas.openxmlformats.org/officeDocument/2006/relationships/image" Target="../media/image23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40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5.xml"/><Relationship Id="rId5" Type="http://schemas.openxmlformats.org/officeDocument/2006/relationships/image" Target="../media/image24.jpeg"/><Relationship Id="rId4" Type="http://schemas.openxmlformats.org/officeDocument/2006/relationships/image" Target="../media/image1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6.xml"/><Relationship Id="rId6" Type="http://schemas.openxmlformats.org/officeDocument/2006/relationships/image" Target="../media/image25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2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47.xml"/><Relationship Id="rId5" Type="http://schemas.openxmlformats.org/officeDocument/2006/relationships/image" Target="../media/image26.jpeg"/><Relationship Id="rId4" Type="http://schemas.openxmlformats.org/officeDocument/2006/relationships/image" Target="../media/image1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48.xml"/><Relationship Id="rId5" Type="http://schemas.openxmlformats.org/officeDocument/2006/relationships/image" Target="../media/image26.jpeg"/><Relationship Id="rId4" Type="http://schemas.openxmlformats.org/officeDocument/2006/relationships/image" Target="../media/image1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49.xml"/><Relationship Id="rId5" Type="http://schemas.openxmlformats.org/officeDocument/2006/relationships/image" Target="../media/image26.jpeg"/><Relationship Id="rId4" Type="http://schemas.openxmlformats.org/officeDocument/2006/relationships/image" Target="../media/image1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0.xml"/><Relationship Id="rId5" Type="http://schemas.openxmlformats.org/officeDocument/2006/relationships/image" Target="../media/image27.jpeg"/><Relationship Id="rId4" Type="http://schemas.openxmlformats.org/officeDocument/2006/relationships/image" Target="../media/image1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1.xml"/><Relationship Id="rId5" Type="http://schemas.openxmlformats.org/officeDocument/2006/relationships/image" Target="../media/image28.jpeg"/><Relationship Id="rId4" Type="http://schemas.openxmlformats.org/officeDocument/2006/relationships/image" Target="../media/image1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2.xml"/><Relationship Id="rId5" Type="http://schemas.openxmlformats.org/officeDocument/2006/relationships/image" Target="../media/image29.jpeg"/><Relationship Id="rId4" Type="http://schemas.openxmlformats.org/officeDocument/2006/relationships/image" Target="../media/image1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3.xml"/><Relationship Id="rId6" Type="http://schemas.openxmlformats.org/officeDocument/2006/relationships/image" Target="../media/image30.jpeg"/><Relationship Id="rId5" Type="http://schemas.openxmlformats.org/officeDocument/2006/relationships/image" Target="../media/image9.emf"/><Relationship Id="rId4" Type="http://schemas.openxmlformats.org/officeDocument/2006/relationships/oleObject" Target="../embeddings/oleObject48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4.xml"/><Relationship Id="rId6" Type="http://schemas.openxmlformats.org/officeDocument/2006/relationships/image" Target="../media/image31.jpeg"/><Relationship Id="rId5" Type="http://schemas.openxmlformats.org/officeDocument/2006/relationships/image" Target="../media/image9.emf"/><Relationship Id="rId4" Type="http://schemas.openxmlformats.org/officeDocument/2006/relationships/oleObject" Target="../embeddings/oleObject49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5.xml"/><Relationship Id="rId6" Type="http://schemas.openxmlformats.org/officeDocument/2006/relationships/image" Target="../media/image32.jpeg"/><Relationship Id="rId5" Type="http://schemas.openxmlformats.org/officeDocument/2006/relationships/image" Target="../media/image9.emf"/><Relationship Id="rId4" Type="http://schemas.openxmlformats.org/officeDocument/2006/relationships/oleObject" Target="../embeddings/oleObject50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6.xml"/><Relationship Id="rId6" Type="http://schemas.openxmlformats.org/officeDocument/2006/relationships/image" Target="../media/image33.jpeg"/><Relationship Id="rId5" Type="http://schemas.openxmlformats.org/officeDocument/2006/relationships/image" Target="../media/image9.emf"/><Relationship Id="rId4" Type="http://schemas.openxmlformats.org/officeDocument/2006/relationships/oleObject" Target="../embeddings/oleObject51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7.xml"/><Relationship Id="rId4" Type="http://schemas.openxmlformats.org/officeDocument/2006/relationships/image" Target="../media/image1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8.xml"/><Relationship Id="rId4" Type="http://schemas.openxmlformats.org/officeDocument/2006/relationships/image" Target="../media/image1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9.xml"/><Relationship Id="rId4" Type="http://schemas.openxmlformats.org/officeDocument/2006/relationships/image" Target="../media/image1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0.xml"/><Relationship Id="rId4" Type="http://schemas.openxmlformats.org/officeDocument/2006/relationships/image" Target="../media/image1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1.xml"/><Relationship Id="rId4" Type="http://schemas.openxmlformats.org/officeDocument/2006/relationships/image" Target="../media/image1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2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3.xml"/><Relationship Id="rId4" Type="http://schemas.openxmlformats.org/officeDocument/2006/relationships/image" Target="../media/image1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4.xml"/><Relationship Id="rId4" Type="http://schemas.openxmlformats.org/officeDocument/2006/relationships/image" Target="../media/image1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5.xml"/><Relationship Id="rId5" Type="http://schemas.openxmlformats.org/officeDocument/2006/relationships/image" Target="../media/image34.jpeg"/><Relationship Id="rId4" Type="http://schemas.openxmlformats.org/officeDocument/2006/relationships/image" Target="../media/image1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1.jpe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6.xml"/><Relationship Id="rId6" Type="http://schemas.openxmlformats.org/officeDocument/2006/relationships/image" Target="../media/image12.jpeg"/><Relationship Id="rId5" Type="http://schemas.openxmlformats.org/officeDocument/2006/relationships/image" Target="../media/image9.emf"/><Relationship Id="rId4" Type="http://schemas.openxmlformats.org/officeDocument/2006/relationships/oleObject" Target="../embeddings/oleObject60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7.xml"/><Relationship Id="rId4" Type="http://schemas.openxmlformats.org/officeDocument/2006/relationships/image" Target="../media/image1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8.xml"/><Relationship Id="rId4" Type="http://schemas.openxmlformats.org/officeDocument/2006/relationships/image" Target="../media/image1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9.xml"/><Relationship Id="rId4" Type="http://schemas.openxmlformats.org/officeDocument/2006/relationships/image" Target="../media/image1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0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1.xml"/><Relationship Id="rId4" Type="http://schemas.openxmlformats.org/officeDocument/2006/relationships/image" Target="../media/image1.e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2.xml"/><Relationship Id="rId4" Type="http://schemas.openxmlformats.org/officeDocument/2006/relationships/image" Target="../media/image1.e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3.xml"/><Relationship Id="rId4" Type="http://schemas.openxmlformats.org/officeDocument/2006/relationships/image" Target="../media/image22.e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4.xml"/><Relationship Id="rId4" Type="http://schemas.openxmlformats.org/officeDocument/2006/relationships/image" Target="../media/image22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5.xml"/><Relationship Id="rId6" Type="http://schemas.openxmlformats.org/officeDocument/2006/relationships/image" Target="../media/image21.svg"/><Relationship Id="rId5" Type="http://schemas.openxmlformats.org/officeDocument/2006/relationships/image" Target="../media/image35.svg"/><Relationship Id="rId4" Type="http://schemas.openxmlformats.org/officeDocument/2006/relationships/image" Target="../media/image22.e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6.xml"/><Relationship Id="rId6" Type="http://schemas.openxmlformats.org/officeDocument/2006/relationships/image" Target="../media/image21.svg"/><Relationship Id="rId5" Type="http://schemas.openxmlformats.org/officeDocument/2006/relationships/image" Target="../media/image36.jpeg"/><Relationship Id="rId4" Type="http://schemas.openxmlformats.org/officeDocument/2006/relationships/image" Target="../media/image22.e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7.xml"/><Relationship Id="rId6" Type="http://schemas.openxmlformats.org/officeDocument/2006/relationships/image" Target="../media/image21.svg"/><Relationship Id="rId5" Type="http://schemas.openxmlformats.org/officeDocument/2006/relationships/image" Target="../media/image37.svg"/><Relationship Id="rId4" Type="http://schemas.openxmlformats.org/officeDocument/2006/relationships/image" Target="../media/image22.emf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8.xml"/><Relationship Id="rId5" Type="http://schemas.openxmlformats.org/officeDocument/2006/relationships/image" Target="../media/image21.svg"/><Relationship Id="rId4" Type="http://schemas.openxmlformats.org/officeDocument/2006/relationships/image" Target="../media/image22.emf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9.xml"/><Relationship Id="rId4" Type="http://schemas.openxmlformats.org/officeDocument/2006/relationships/image" Target="../media/image22.em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0.xml"/><Relationship Id="rId5" Type="http://schemas.openxmlformats.org/officeDocument/2006/relationships/chart" Target="../charts/chart1.xml"/><Relationship Id="rId4" Type="http://schemas.openxmlformats.org/officeDocument/2006/relationships/image" Target="../media/image22.emf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1.xml"/><Relationship Id="rId5" Type="http://schemas.openxmlformats.org/officeDocument/2006/relationships/image" Target="../media/image37.svg"/><Relationship Id="rId4" Type="http://schemas.openxmlformats.org/officeDocument/2006/relationships/image" Target="../media/image1.emf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2.xml"/><Relationship Id="rId4" Type="http://schemas.openxmlformats.org/officeDocument/2006/relationships/image" Target="../media/image1.emf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3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4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5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Title">
            <a:extLst>
              <a:ext uri="{FF2B5EF4-FFF2-40B4-BE49-F238E27FC236}">
                <a16:creationId xmlns:a16="http://schemas.microsoft.com/office/drawing/2014/main" id="{D3097811-FFDF-0D94-F3F2-C77967D53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48" y="1875367"/>
            <a:ext cx="11112502" cy="1821921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SlideSubtitle">
            <a:extLst>
              <a:ext uri="{FF2B5EF4-FFF2-40B4-BE49-F238E27FC236}">
                <a16:creationId xmlns:a16="http://schemas.microsoft.com/office/drawing/2014/main" id="{FFA44459-555F-305E-0924-F838831F6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748" y="3970338"/>
            <a:ext cx="11112502" cy="94202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Division/Trading Entity Name</a:t>
            </a:r>
          </a:p>
        </p:txBody>
      </p:sp>
      <p:sp>
        <p:nvSpPr>
          <p:cNvPr id="7" name="SlideDate">
            <a:extLst>
              <a:ext uri="{FF2B5EF4-FFF2-40B4-BE49-F238E27FC236}">
                <a16:creationId xmlns:a16="http://schemas.microsoft.com/office/drawing/2014/main" id="{98B54786-585B-286D-FDA5-658A362E34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749" y="5858230"/>
            <a:ext cx="5556251" cy="184666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72C48-021C-70C3-E8B2-F4AE40955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312"/>
            <a:ext cx="4496427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9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Heading">
            <a:extLst>
              <a:ext uri="{FF2B5EF4-FFF2-40B4-BE49-F238E27FC236}">
                <a16:creationId xmlns:a16="http://schemas.microsoft.com/office/drawing/2014/main" id="{6BB8458D-015F-510C-9048-D6774F224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48" y="1875367"/>
            <a:ext cx="11112502" cy="1821921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SlideSubheading">
            <a:extLst>
              <a:ext uri="{FF2B5EF4-FFF2-40B4-BE49-F238E27FC236}">
                <a16:creationId xmlns:a16="http://schemas.microsoft.com/office/drawing/2014/main" id="{C78474A9-4F14-D7EB-399A-32A12FF21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748" y="3970338"/>
            <a:ext cx="11112502" cy="942022"/>
          </a:xfrm>
        </p:spPr>
        <p:txBody>
          <a:bodyPr/>
          <a:lstStyle/>
          <a:p>
            <a:r>
              <a:rPr lang="en-US" dirty="0"/>
              <a:t>Division/Trading Entity Name</a:t>
            </a:r>
          </a:p>
        </p:txBody>
      </p:sp>
      <p:sp>
        <p:nvSpPr>
          <p:cNvPr id="7" name="SlideDate">
            <a:extLst>
              <a:ext uri="{FF2B5EF4-FFF2-40B4-BE49-F238E27FC236}">
                <a16:creationId xmlns:a16="http://schemas.microsoft.com/office/drawing/2014/main" id="{2C0CC9BE-8548-2A02-C9ED-415B2D1315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749" y="5858230"/>
            <a:ext cx="5556251" cy="184666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F2585F7-2D14-A5EF-1E56-761BDCA04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60" y="365886"/>
            <a:ext cx="4515480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094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3A7CAA-81BD-CDBE-F712-C2589A959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48" y="4332800"/>
            <a:ext cx="11112502" cy="498598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SlideSubtitle">
            <a:extLst>
              <a:ext uri="{FF2B5EF4-FFF2-40B4-BE49-F238E27FC236}">
                <a16:creationId xmlns:a16="http://schemas.microsoft.com/office/drawing/2014/main" id="{B30A307E-8D4A-D54E-CAC0-1A5A1AC4F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748" y="4831398"/>
            <a:ext cx="11112502" cy="276999"/>
          </a:xfrm>
        </p:spPr>
        <p:txBody>
          <a:bodyPr/>
          <a:lstStyle/>
          <a:p>
            <a:r>
              <a:rPr lang="en-US" dirty="0"/>
              <a:t>Division/Trading Entity Name</a:t>
            </a:r>
          </a:p>
        </p:txBody>
      </p:sp>
      <p:sp>
        <p:nvSpPr>
          <p:cNvPr id="7" name="SlideDate">
            <a:extLst>
              <a:ext uri="{FF2B5EF4-FFF2-40B4-BE49-F238E27FC236}">
                <a16:creationId xmlns:a16="http://schemas.microsoft.com/office/drawing/2014/main" id="{FF6C6810-579D-CB13-5CB4-C30A3D836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749" y="5858230"/>
            <a:ext cx="5556251" cy="184666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  <p:sp>
        <p:nvSpPr>
          <p:cNvPr id="9" name="Graph/ Icon Place holder">
            <a:extLst>
              <a:ext uri="{FF2B5EF4-FFF2-40B4-BE49-F238E27FC236}">
                <a16:creationId xmlns:a16="http://schemas.microsoft.com/office/drawing/2014/main" id="{0EB6D289-D9D2-CB77-4F5C-EA0CA5BB48CA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0" y="0"/>
            <a:ext cx="12192000" cy="3423465"/>
          </a:xfrm>
        </p:spPr>
        <p:txBody>
          <a:bodyPr/>
          <a:lstStyle/>
          <a:p>
            <a:endParaRPr lang="en-US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54D7C70D-4ECD-BBCE-D61A-BE0466818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445625"/>
            <a:ext cx="2471415" cy="88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68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3B55-401E-A5A3-AEE4-8E15F2F19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B4538F-4D3D-5741-E524-0404B9473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48" y="4332800"/>
            <a:ext cx="11112502" cy="498598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0B108C9-8C0C-66F4-0F1E-F66A50024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748" y="4831398"/>
            <a:ext cx="11112502" cy="276999"/>
          </a:xfrm>
        </p:spPr>
        <p:txBody>
          <a:bodyPr/>
          <a:lstStyle/>
          <a:p>
            <a:r>
              <a:rPr lang="en-US" dirty="0"/>
              <a:t>Division/Trading Entity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439BA0-E25F-50B2-899B-7C681C89DC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749" y="5858230"/>
            <a:ext cx="5556251" cy="184666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903531-1233-56E8-662F-4A49AD07AB2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CBB212-D188-3065-29E1-6890588F7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0387"/>
            <a:ext cx="2429214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72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0F92-8F50-8DA2-7D1E-A9E4CEC2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Title">
            <a:extLst>
              <a:ext uri="{FF2B5EF4-FFF2-40B4-BE49-F238E27FC236}">
                <a16:creationId xmlns:a16="http://schemas.microsoft.com/office/drawing/2014/main" id="{051B0275-B893-B934-23CA-70C9D01B8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48" y="1875367"/>
            <a:ext cx="11112502" cy="1821921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SlideSubtitle">
            <a:extLst>
              <a:ext uri="{FF2B5EF4-FFF2-40B4-BE49-F238E27FC236}">
                <a16:creationId xmlns:a16="http://schemas.microsoft.com/office/drawing/2014/main" id="{D9A89B0A-EC0B-BBE4-2AC1-369CA4C05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748" y="3970338"/>
            <a:ext cx="11112502" cy="942022"/>
          </a:xfrm>
        </p:spPr>
        <p:txBody>
          <a:bodyPr/>
          <a:lstStyle/>
          <a:p>
            <a:r>
              <a:rPr lang="en-US" dirty="0"/>
              <a:t>Division/Trading Entity Name</a:t>
            </a:r>
          </a:p>
        </p:txBody>
      </p:sp>
      <p:sp>
        <p:nvSpPr>
          <p:cNvPr id="7" name="SlideDate">
            <a:extLst>
              <a:ext uri="{FF2B5EF4-FFF2-40B4-BE49-F238E27FC236}">
                <a16:creationId xmlns:a16="http://schemas.microsoft.com/office/drawing/2014/main" id="{0A662120-C96A-82B0-CC35-46DBC0A97C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749" y="5858230"/>
            <a:ext cx="5556251" cy="184666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09584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38674-4CD4-F63D-E7B8-65982B55B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Heading">
            <a:extLst>
              <a:ext uri="{FF2B5EF4-FFF2-40B4-BE49-F238E27FC236}">
                <a16:creationId xmlns:a16="http://schemas.microsoft.com/office/drawing/2014/main" id="{BBB3D463-FBCE-EB1F-2EFA-C94BDA3A3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48" y="1875367"/>
            <a:ext cx="11112502" cy="1821921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SlideSubtitle">
            <a:extLst>
              <a:ext uri="{FF2B5EF4-FFF2-40B4-BE49-F238E27FC236}">
                <a16:creationId xmlns:a16="http://schemas.microsoft.com/office/drawing/2014/main" id="{9FCCB4C9-31F1-4B4D-E293-F787B8307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748" y="3970338"/>
            <a:ext cx="11112502" cy="942022"/>
          </a:xfrm>
        </p:spPr>
        <p:txBody>
          <a:bodyPr/>
          <a:lstStyle/>
          <a:p>
            <a:r>
              <a:rPr lang="en-US" dirty="0"/>
              <a:t>Division/Trading Entity Name</a:t>
            </a:r>
          </a:p>
        </p:txBody>
      </p:sp>
      <p:sp>
        <p:nvSpPr>
          <p:cNvPr id="7" name="SlideDate">
            <a:extLst>
              <a:ext uri="{FF2B5EF4-FFF2-40B4-BE49-F238E27FC236}">
                <a16:creationId xmlns:a16="http://schemas.microsoft.com/office/drawing/2014/main" id="{B1C4349A-5E5D-F16B-0DA3-A572758C2B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749" y="5858230"/>
            <a:ext cx="5556251" cy="184666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9602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>
            <a:extLst>
              <a:ext uri="{FF2B5EF4-FFF2-40B4-BE49-F238E27FC236}">
                <a16:creationId xmlns:a16="http://schemas.microsoft.com/office/drawing/2014/main" id="{154856AC-FA3B-A9CD-73FE-8B2BDE4763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>
                        <a:extLst>
                          <a:ext uri="{FF2B5EF4-FFF2-40B4-BE49-F238E27FC236}">
                            <a16:creationId xmlns:a16="http://schemas.microsoft.com/office/drawing/2014/main" id="{154856AC-FA3B-A9CD-73FE-8B2BDE4763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Title">
            <a:extLst>
              <a:ext uri="{FF2B5EF4-FFF2-40B4-BE49-F238E27FC236}">
                <a16:creationId xmlns:a16="http://schemas.microsoft.com/office/drawing/2014/main" id="{4F9501DA-BA2B-98BA-D983-3D5E50C58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002" y="3968750"/>
            <a:ext cx="3584248" cy="775597"/>
          </a:xfrm>
        </p:spPr>
        <p:txBody>
          <a:bodyPr vert="horz"/>
          <a:lstStyle/>
          <a:p>
            <a:r>
              <a:rPr lang="en-US" dirty="0"/>
              <a:t>Please insert</a:t>
            </a:r>
            <a:br>
              <a:rPr lang="en-US" dirty="0"/>
            </a:br>
            <a:r>
              <a:rPr lang="en-US" dirty="0"/>
              <a:t>Chapter name</a:t>
            </a:r>
          </a:p>
        </p:txBody>
      </p:sp>
      <p:sp>
        <p:nvSpPr>
          <p:cNvPr id="6" name="SlideSmallText">
            <a:extLst>
              <a:ext uri="{FF2B5EF4-FFF2-40B4-BE49-F238E27FC236}">
                <a16:creationId xmlns:a16="http://schemas.microsoft.com/office/drawing/2014/main" id="{5F34F7E8-7C22-22A3-43C9-4C073C3E63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8002" y="3267988"/>
            <a:ext cx="3584248" cy="430887"/>
          </a:xfrm>
        </p:spPr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4" name="PicturePlaceholder">
            <a:extLst>
              <a:ext uri="{FF2B5EF4-FFF2-40B4-BE49-F238E27FC236}">
                <a16:creationId xmlns:a16="http://schemas.microsoft.com/office/drawing/2014/main" id="{CC750E8A-7446-24FF-0481-076833AA59D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9486D80C-9786-7103-99C1-0C7D82F152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965"/>
          <a:stretch>
            <a:fillRect/>
          </a:stretch>
        </p:blipFill>
        <p:spPr>
          <a:xfrm>
            <a:off x="9583950" y="325821"/>
            <a:ext cx="2471415" cy="85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2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4081A-3DA9-A9C2-D119-8FF96662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20C24E6-0BD8-0757-27F2-B2D65B0775B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0C24E6-0BD8-0757-27F2-B2D65B0775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Title">
            <a:extLst>
              <a:ext uri="{FF2B5EF4-FFF2-40B4-BE49-F238E27FC236}">
                <a16:creationId xmlns:a16="http://schemas.microsoft.com/office/drawing/2014/main" id="{72B21004-6D3B-9277-6D51-3F6E2993E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002" y="3968750"/>
            <a:ext cx="3584248" cy="775597"/>
          </a:xfrm>
        </p:spPr>
        <p:txBody>
          <a:bodyPr vert="horz"/>
          <a:lstStyle/>
          <a:p>
            <a:r>
              <a:rPr lang="en-US" dirty="0"/>
              <a:t>Please insert</a:t>
            </a:r>
            <a:br>
              <a:rPr lang="en-US" dirty="0"/>
            </a:br>
            <a:r>
              <a:rPr lang="en-US" dirty="0"/>
              <a:t>Chapter name</a:t>
            </a:r>
          </a:p>
        </p:txBody>
      </p:sp>
      <p:sp>
        <p:nvSpPr>
          <p:cNvPr id="6" name="SlideSmallText">
            <a:extLst>
              <a:ext uri="{FF2B5EF4-FFF2-40B4-BE49-F238E27FC236}">
                <a16:creationId xmlns:a16="http://schemas.microsoft.com/office/drawing/2014/main" id="{4C7ECA8F-820F-4EA1-865A-20FDC48B90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8002" y="3267988"/>
            <a:ext cx="3584248" cy="430887"/>
          </a:xfrm>
        </p:spPr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A5F437C-8A76-BFAA-739D-FB08444952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707313" cy="685800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0A857BD-5D16-EFD8-AFC6-6EAD59CD23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1935" y="315374"/>
            <a:ext cx="2203942" cy="72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198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Heading">
            <a:extLst>
              <a:ext uri="{FF2B5EF4-FFF2-40B4-BE49-F238E27FC236}">
                <a16:creationId xmlns:a16="http://schemas.microsoft.com/office/drawing/2014/main" id="{345294FF-A1BF-258A-81D1-A798F447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/>
          <a:lstStyle/>
          <a:p>
            <a:r>
              <a:rPr lang="en-US" dirty="0"/>
              <a:t>Please insert a Headline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FDECA8E-E3E0-0E3B-E54E-00C33DFE98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/>
          <a:p>
            <a:r>
              <a:rPr lang="en-US" dirty="0"/>
              <a:t>Al-Futtaim Template 2025</a:t>
            </a:r>
          </a:p>
        </p:txBody>
      </p:sp>
      <p:sp>
        <p:nvSpPr>
          <p:cNvPr id="8" name="SlideNumber">
            <a:extLst>
              <a:ext uri="{FF2B5EF4-FFF2-40B4-BE49-F238E27FC236}">
                <a16:creationId xmlns:a16="http://schemas.microsoft.com/office/drawing/2014/main" id="{E7AA49F0-0947-AD4B-FD49-AB7F30D89D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SlideHeading">
            <a:extLst>
              <a:ext uri="{FF2B5EF4-FFF2-40B4-BE49-F238E27FC236}">
                <a16:creationId xmlns:a16="http://schemas.microsoft.com/office/drawing/2014/main" id="{E3A06C91-AE5E-B625-3932-CC97491F6C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6E87A42-76A1-E166-E4E8-C157B42BB9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65"/>
          <a:stretch>
            <a:fillRect/>
          </a:stretch>
        </p:blipFill>
        <p:spPr>
          <a:xfrm>
            <a:off x="9583950" y="325821"/>
            <a:ext cx="2471415" cy="85387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F0C5BA-BCBB-0B25-5194-A56AA0A1A44D}"/>
              </a:ext>
            </a:extLst>
          </p:cNvPr>
          <p:cNvSpPr txBox="1"/>
          <p:nvPr/>
        </p:nvSpPr>
        <p:spPr>
          <a:xfrm>
            <a:off x="620486" y="2017844"/>
            <a:ext cx="50618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 algn="l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Enter text here</a:t>
            </a:r>
          </a:p>
        </p:txBody>
      </p:sp>
    </p:spTree>
    <p:extLst>
      <p:ext uri="{BB962C8B-B14F-4D97-AF65-F5344CB8AC3E}">
        <p14:creationId xmlns:p14="http://schemas.microsoft.com/office/powerpoint/2010/main" val="2991930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AAC94-51FA-D5F5-20C0-1CC88F14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>
            <a:extLst>
              <a:ext uri="{FF2B5EF4-FFF2-40B4-BE49-F238E27FC236}">
                <a16:creationId xmlns:a16="http://schemas.microsoft.com/office/drawing/2014/main" id="{994278BB-F234-AA4D-3699-102427D114B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>
                        <a:extLst>
                          <a:ext uri="{FF2B5EF4-FFF2-40B4-BE49-F238E27FC236}">
                            <a16:creationId xmlns:a16="http://schemas.microsoft.com/office/drawing/2014/main" id="{994278BB-F234-AA4D-3699-102427D114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Header">
            <a:extLst>
              <a:ext uri="{FF2B5EF4-FFF2-40B4-BE49-F238E27FC236}">
                <a16:creationId xmlns:a16="http://schemas.microsoft.com/office/drawing/2014/main" id="{61ADD81F-9754-D8D6-9818-71A12420E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US" dirty="0"/>
              <a:t>Please insert a Headline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42776AAD-78FE-00DC-DD33-17E88CFBDA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/>
          <a:p>
            <a:r>
              <a:rPr lang="en-US" dirty="0"/>
              <a:t>Al-Futtaim Template 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9A3493-6A59-6A73-B558-15EC9D6417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SlideSubtitle">
            <a:extLst>
              <a:ext uri="{FF2B5EF4-FFF2-40B4-BE49-F238E27FC236}">
                <a16:creationId xmlns:a16="http://schemas.microsoft.com/office/drawing/2014/main" id="{C4C0B9A1-2F7D-E6A2-1695-1470CD687A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DBF10D4-AAFD-0F19-3253-0D8506CE18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1935" y="293602"/>
            <a:ext cx="2203942" cy="725348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3C298A-00A0-ED6F-6034-B7920FA33E01}"/>
              </a:ext>
            </a:extLst>
          </p:cNvPr>
          <p:cNvSpPr txBox="1"/>
          <p:nvPr/>
        </p:nvSpPr>
        <p:spPr>
          <a:xfrm>
            <a:off x="620486" y="2017844"/>
            <a:ext cx="50618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 algn="l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Enter text here</a:t>
            </a:r>
          </a:p>
        </p:txBody>
      </p:sp>
    </p:spTree>
    <p:extLst>
      <p:ext uri="{BB962C8B-B14F-4D97-AF65-F5344CB8AC3E}">
        <p14:creationId xmlns:p14="http://schemas.microsoft.com/office/powerpoint/2010/main" val="2805949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211CD-B91E-CC62-DA1A-A247043F2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0BCF1D-FC37-3FB1-FADD-BE2DA92BA82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5" name="SlideTitle">
            <a:extLst>
              <a:ext uri="{FF2B5EF4-FFF2-40B4-BE49-F238E27FC236}">
                <a16:creationId xmlns:a16="http://schemas.microsoft.com/office/drawing/2014/main" id="{8851F930-C395-4AFB-2614-B7E5734B8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5465999" cy="387798"/>
          </a:xfrm>
        </p:spPr>
        <p:txBody>
          <a:bodyPr/>
          <a:lstStyle/>
          <a:p>
            <a:r>
              <a:rPr lang="en-US" dirty="0"/>
              <a:t>Please insert a Headline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8C069E2-2802-064C-C167-08B9B8DEE7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/>
          <a:p>
            <a:r>
              <a:rPr lang="en-US" dirty="0"/>
              <a:t>Al-Futtaim Template 2025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01643D8-668B-C571-2A2B-D8A7A11687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SlideSubtitle">
            <a:extLst>
              <a:ext uri="{FF2B5EF4-FFF2-40B4-BE49-F238E27FC236}">
                <a16:creationId xmlns:a16="http://schemas.microsoft.com/office/drawing/2014/main" id="{1B4B61A9-6D60-E3C1-631E-3985AD7F43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1" y="927799"/>
            <a:ext cx="5465688" cy="388937"/>
          </a:xfrm>
        </p:spPr>
        <p:txBody>
          <a:bodyPr/>
          <a:lstStyle/>
          <a:p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1" name="SlideText">
            <a:extLst>
              <a:ext uri="{FF2B5EF4-FFF2-40B4-BE49-F238E27FC236}">
                <a16:creationId xmlns:a16="http://schemas.microsoft.com/office/drawing/2014/main" id="{29DF8F08-AD13-186E-8942-EE3D3F81B8F4}"/>
              </a:ext>
            </a:extLst>
          </p:cNvPr>
          <p:cNvSpPr txBox="1"/>
          <p:nvPr/>
        </p:nvSpPr>
        <p:spPr>
          <a:xfrm>
            <a:off x="620486" y="2017844"/>
            <a:ext cx="50618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 algn="l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Enter text here</a:t>
            </a:r>
          </a:p>
        </p:txBody>
      </p:sp>
    </p:spTree>
    <p:extLst>
      <p:ext uri="{BB962C8B-B14F-4D97-AF65-F5344CB8AC3E}">
        <p14:creationId xmlns:p14="http://schemas.microsoft.com/office/powerpoint/2010/main" val="2518584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BAED5-CF77-40CC-8A7E-8EAE050F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611F1D-7E6F-4A14-C503-C877E4B8C2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5" name="SlideTitle">
            <a:extLst>
              <a:ext uri="{FF2B5EF4-FFF2-40B4-BE49-F238E27FC236}">
                <a16:creationId xmlns:a16="http://schemas.microsoft.com/office/drawing/2014/main" id="{555DB4D8-2E0E-0547-576B-72619E0D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5465999" cy="387798"/>
          </a:xfrm>
        </p:spPr>
        <p:txBody>
          <a:bodyPr/>
          <a:lstStyle/>
          <a:p>
            <a:r>
              <a:rPr lang="en-US" dirty="0"/>
              <a:t>Please insert a Headline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60500C8-D2E3-84DF-7D8B-6F5DA2EF37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/>
          <a:p>
            <a:r>
              <a:rPr lang="en-US" dirty="0"/>
              <a:t>Al-Futtaim Template 2025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D48F54-E9B3-D077-7BB7-1F7259F339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SlideSubtitle">
            <a:extLst>
              <a:ext uri="{FF2B5EF4-FFF2-40B4-BE49-F238E27FC236}">
                <a16:creationId xmlns:a16="http://schemas.microsoft.com/office/drawing/2014/main" id="{62369965-446A-3F9F-2463-407FF8D897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1" y="927799"/>
            <a:ext cx="5465688" cy="388937"/>
          </a:xfrm>
        </p:spPr>
        <p:txBody>
          <a:bodyPr/>
          <a:lstStyle/>
          <a:p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1" name="SlideText">
            <a:extLst>
              <a:ext uri="{FF2B5EF4-FFF2-40B4-BE49-F238E27FC236}">
                <a16:creationId xmlns:a16="http://schemas.microsoft.com/office/drawing/2014/main" id="{890D3FF9-3CA1-B035-0A03-A8D31F7EC96B}"/>
              </a:ext>
            </a:extLst>
          </p:cNvPr>
          <p:cNvSpPr txBox="1"/>
          <p:nvPr/>
        </p:nvSpPr>
        <p:spPr>
          <a:xfrm>
            <a:off x="620486" y="2017844"/>
            <a:ext cx="50618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 algn="l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Enter text here</a:t>
            </a:r>
          </a:p>
        </p:txBody>
      </p:sp>
    </p:spTree>
    <p:extLst>
      <p:ext uri="{BB962C8B-B14F-4D97-AF65-F5344CB8AC3E}">
        <p14:creationId xmlns:p14="http://schemas.microsoft.com/office/powerpoint/2010/main" val="3523944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9A8F1-D297-543E-DD34-29945194E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5B0E58D-B621-D927-FE11-0889465DE9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5" name="SlideTitle">
            <a:extLst>
              <a:ext uri="{FF2B5EF4-FFF2-40B4-BE49-F238E27FC236}">
                <a16:creationId xmlns:a16="http://schemas.microsoft.com/office/drawing/2014/main" id="{44B22FD2-417C-6A94-3F2C-CF532272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5465999" cy="387798"/>
          </a:xfrm>
        </p:spPr>
        <p:txBody>
          <a:bodyPr/>
          <a:lstStyle/>
          <a:p>
            <a:r>
              <a:rPr lang="en-US" dirty="0"/>
              <a:t>Please insert a Headline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E77A1D7-8FDB-FF92-B169-86228A5B1D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/>
          <a:p>
            <a:r>
              <a:rPr lang="en-US" dirty="0"/>
              <a:t>Al-Futtaim Template 2025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D59B620-011F-63BE-EB3D-E85AEB5772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SlideSubtitle">
            <a:extLst>
              <a:ext uri="{FF2B5EF4-FFF2-40B4-BE49-F238E27FC236}">
                <a16:creationId xmlns:a16="http://schemas.microsoft.com/office/drawing/2014/main" id="{A444C56B-06EE-FAED-EFFF-2AAF347C88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1" y="927799"/>
            <a:ext cx="5465688" cy="388937"/>
          </a:xfrm>
        </p:spPr>
        <p:txBody>
          <a:bodyPr/>
          <a:lstStyle/>
          <a:p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4D596-5971-974E-1E4D-B1B5F8AD8680}"/>
              </a:ext>
            </a:extLst>
          </p:cNvPr>
          <p:cNvSpPr txBox="1"/>
          <p:nvPr/>
        </p:nvSpPr>
        <p:spPr>
          <a:xfrm>
            <a:off x="620486" y="2017844"/>
            <a:ext cx="50618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 algn="l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Enter text here</a:t>
            </a:r>
          </a:p>
        </p:txBody>
      </p:sp>
    </p:spTree>
    <p:extLst>
      <p:ext uri="{BB962C8B-B14F-4D97-AF65-F5344CB8AC3E}">
        <p14:creationId xmlns:p14="http://schemas.microsoft.com/office/powerpoint/2010/main" val="2516075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09DDF-A3C4-85C8-1EE2-BF8F578A1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>
            <a:extLst>
              <a:ext uri="{FF2B5EF4-FFF2-40B4-BE49-F238E27FC236}">
                <a16:creationId xmlns:a16="http://schemas.microsoft.com/office/drawing/2014/main" id="{270DDFD9-DB42-8E65-9D4B-EEF5DA4515F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5" name="think-cell data - do not delete">
                        <a:extLst>
                          <a:ext uri="{FF2B5EF4-FFF2-40B4-BE49-F238E27FC236}">
                            <a16:creationId xmlns:a16="http://schemas.microsoft.com/office/drawing/2014/main" id="{270DDFD9-DB42-8E65-9D4B-EEF5DA4515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Title">
            <a:extLst>
              <a:ext uri="{FF2B5EF4-FFF2-40B4-BE49-F238E27FC236}">
                <a16:creationId xmlns:a16="http://schemas.microsoft.com/office/drawing/2014/main" id="{1821F59F-0C63-99AC-3E10-223BA9FD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1" y="540001"/>
            <a:ext cx="5376612" cy="387798"/>
          </a:xfrm>
        </p:spPr>
        <p:txBody>
          <a:bodyPr vert="horz"/>
          <a:lstStyle/>
          <a:p>
            <a:r>
              <a:rPr lang="en-US" dirty="0"/>
              <a:t>Please insert a Headline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F423A5-E472-D837-07F6-96378B7DC1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39750" y="6461125"/>
            <a:ext cx="5376863" cy="123825"/>
          </a:xfrm>
        </p:spPr>
        <p:txBody>
          <a:bodyPr/>
          <a:lstStyle/>
          <a:p>
            <a:r>
              <a:rPr lang="en-US" dirty="0"/>
              <a:t>Al-Futtaim Template 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48D078-62BC-355D-75DD-28BC470966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2063" y="6462713"/>
            <a:ext cx="230187" cy="122237"/>
          </a:xfrm>
        </p:spPr>
        <p:txBody>
          <a:bodyPr/>
          <a:lstStyle/>
          <a:p>
            <a:fld id="{83109594-1B45-46DB-8A0B-416F125317D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SlideSubtitle">
            <a:extLst>
              <a:ext uri="{FF2B5EF4-FFF2-40B4-BE49-F238E27FC236}">
                <a16:creationId xmlns:a16="http://schemas.microsoft.com/office/drawing/2014/main" id="{45558504-00D8-06A8-2801-BF3357A16F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1" y="927799"/>
            <a:ext cx="5376306" cy="388937"/>
          </a:xfrm>
        </p:spPr>
        <p:txBody>
          <a:bodyPr/>
          <a:lstStyle/>
          <a:p>
            <a:r>
              <a:rPr lang="en-US" dirty="0"/>
              <a:t>Please insert a </a:t>
            </a:r>
            <a:r>
              <a:rPr lang="en-US" dirty="0" err="1"/>
              <a:t>Subheadline</a:t>
            </a:r>
            <a:endParaRPr lang="en-US" dirty="0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612EEE18-44DC-8481-FE1C-F969A8A72D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965"/>
          <a:stretch>
            <a:fillRect/>
          </a:stretch>
        </p:blipFill>
        <p:spPr>
          <a:xfrm>
            <a:off x="9478847" y="268391"/>
            <a:ext cx="2471415" cy="8538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F3D53D-34B8-6FD4-270A-0C49CC07598C}"/>
              </a:ext>
            </a:extLst>
          </p:cNvPr>
          <p:cNvSpPr txBox="1"/>
          <p:nvPr/>
        </p:nvSpPr>
        <p:spPr>
          <a:xfrm>
            <a:off x="539751" y="2017844"/>
            <a:ext cx="50618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 algn="l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Enter text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74402F-BCC1-A645-2412-BA3A853B554D}"/>
              </a:ext>
            </a:extLst>
          </p:cNvPr>
          <p:cNvSpPr txBox="1"/>
          <p:nvPr/>
        </p:nvSpPr>
        <p:spPr>
          <a:xfrm>
            <a:off x="6590393" y="2017844"/>
            <a:ext cx="50618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 algn="l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Enter text here</a:t>
            </a:r>
          </a:p>
        </p:txBody>
      </p:sp>
    </p:spTree>
    <p:extLst>
      <p:ext uri="{BB962C8B-B14F-4D97-AF65-F5344CB8AC3E}">
        <p14:creationId xmlns:p14="http://schemas.microsoft.com/office/powerpoint/2010/main" val="2901560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BDD68D4-4CCE-14D3-C973-623912291B9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E240A1-BC52-78C5-0922-826999BA08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085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BFDE3-95CE-E2A6-74DF-D9A82A04F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B085EE9-3B0D-A30A-7DC0-8F93BC7520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63C66C-9E73-627A-2E8F-07785359F6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51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953A1-BF65-474A-D99F-1DFC3E4B7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86A5D14-6F96-FAB7-4FDE-447AC62524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C81CBB-009A-960D-20FE-AD845724A8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043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EBBAF-C680-52A6-CFBE-4F8C2C721C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/>
          <a:p>
            <a:r>
              <a:rPr lang="en-US" dirty="0"/>
              <a:t>Al-Futtaim Template 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60C53F-785D-4129-8CD6-368D684033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SlideTextName">
            <a:extLst>
              <a:ext uri="{FF2B5EF4-FFF2-40B4-BE49-F238E27FC236}">
                <a16:creationId xmlns:a16="http://schemas.microsoft.com/office/drawing/2014/main" id="{8B286B6A-B054-3708-E82C-3E106FC6B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1000" y="1344385"/>
            <a:ext cx="8289001" cy="276999"/>
          </a:xfrm>
        </p:spPr>
        <p:txBody>
          <a:bodyPr/>
          <a:lstStyle/>
          <a:p>
            <a:pPr lvl="0"/>
            <a:r>
              <a:rPr lang="en-US" dirty="0"/>
              <a:t>– Speaker Name, Company</a:t>
            </a:r>
          </a:p>
        </p:txBody>
      </p:sp>
      <p:sp>
        <p:nvSpPr>
          <p:cNvPr id="6" name="SlideTextQuote">
            <a:extLst>
              <a:ext uri="{FF2B5EF4-FFF2-40B4-BE49-F238E27FC236}">
                <a16:creationId xmlns:a16="http://schemas.microsoft.com/office/drawing/2014/main" id="{11813383-CC30-42D9-C556-968E93D606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81000" y="2160588"/>
            <a:ext cx="10171250" cy="3884612"/>
          </a:xfrm>
        </p:spPr>
        <p:txBody>
          <a:bodyPr/>
          <a:lstStyle/>
          <a:p>
            <a:r>
              <a:rPr lang="en-US" dirty="0"/>
              <a:t>Please insert a Quote </a:t>
            </a:r>
            <a:br>
              <a:rPr lang="en-US" dirty="0"/>
            </a:br>
            <a:r>
              <a:rPr lang="en-US" dirty="0"/>
              <a:t>or a Statement!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0F5AA7D9-4353-6B4F-B698-15094A209A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65"/>
          <a:stretch>
            <a:fillRect/>
          </a:stretch>
        </p:blipFill>
        <p:spPr>
          <a:xfrm>
            <a:off x="9489357" y="281856"/>
            <a:ext cx="2471415" cy="85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29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06B2B-AA09-F7F7-F67E-11CFB9635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33B3F-47EF-6842-569A-9D14B001D0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/>
          <a:p>
            <a:r>
              <a:rPr lang="en-US" dirty="0"/>
              <a:t>Al-Futtaim Template 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39FEBC-BEF1-08B7-E663-F638C6678E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SlideTextName">
            <a:extLst>
              <a:ext uri="{FF2B5EF4-FFF2-40B4-BE49-F238E27FC236}">
                <a16:creationId xmlns:a16="http://schemas.microsoft.com/office/drawing/2014/main" id="{4C38690A-675F-4E3A-2D05-77756CB42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1000" y="1344385"/>
            <a:ext cx="8289001" cy="276999"/>
          </a:xfrm>
        </p:spPr>
        <p:txBody>
          <a:bodyPr/>
          <a:lstStyle/>
          <a:p>
            <a:pPr lvl="0"/>
            <a:r>
              <a:rPr lang="en-US" dirty="0"/>
              <a:t>– Speaker Name, Company</a:t>
            </a:r>
          </a:p>
        </p:txBody>
      </p:sp>
      <p:sp>
        <p:nvSpPr>
          <p:cNvPr id="6" name="SlideTextQuote">
            <a:extLst>
              <a:ext uri="{FF2B5EF4-FFF2-40B4-BE49-F238E27FC236}">
                <a16:creationId xmlns:a16="http://schemas.microsoft.com/office/drawing/2014/main" id="{52D7A352-E325-16E2-91D5-B78BED059B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81000" y="2160588"/>
            <a:ext cx="10171250" cy="3884612"/>
          </a:xfrm>
        </p:spPr>
        <p:txBody>
          <a:bodyPr/>
          <a:lstStyle/>
          <a:p>
            <a:r>
              <a:rPr lang="en-US" dirty="0"/>
              <a:t>Please insert a Quote </a:t>
            </a:r>
            <a:br>
              <a:rPr lang="en-US" dirty="0"/>
            </a:br>
            <a:r>
              <a:rPr lang="en-US" dirty="0"/>
              <a:t>or a Statement!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1A6658E7-3A63-E5DB-BF30-C4559A42C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935" y="293602"/>
            <a:ext cx="2203942" cy="7253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8815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6E842-0395-D9C1-6A16-ED414B94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68E8A-75AC-C53D-C4B6-34CE617757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/>
          <a:p>
            <a:r>
              <a:rPr lang="en-US" dirty="0"/>
              <a:t>Al-Futtaim Template 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F429E6-985C-6CEC-2A79-0339ED8C03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SlideTextName">
            <a:extLst>
              <a:ext uri="{FF2B5EF4-FFF2-40B4-BE49-F238E27FC236}">
                <a16:creationId xmlns:a16="http://schemas.microsoft.com/office/drawing/2014/main" id="{32A807A9-0639-554D-500F-AD42991ACB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1000" y="4596549"/>
            <a:ext cx="8289001" cy="276999"/>
          </a:xfrm>
        </p:spPr>
        <p:txBody>
          <a:bodyPr/>
          <a:lstStyle/>
          <a:p>
            <a:pPr lvl="0"/>
            <a:r>
              <a:rPr lang="en-US" dirty="0"/>
              <a:t>– Speaker Name, Company</a:t>
            </a:r>
          </a:p>
        </p:txBody>
      </p:sp>
      <p:sp>
        <p:nvSpPr>
          <p:cNvPr id="6" name="SlideTextQuote">
            <a:extLst>
              <a:ext uri="{FF2B5EF4-FFF2-40B4-BE49-F238E27FC236}">
                <a16:creationId xmlns:a16="http://schemas.microsoft.com/office/drawing/2014/main" id="{8EFC0552-C4E4-2955-CB5F-9260079D87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81000" y="539028"/>
            <a:ext cx="8286884" cy="3558797"/>
          </a:xfrm>
        </p:spPr>
        <p:txBody>
          <a:bodyPr/>
          <a:lstStyle/>
          <a:p>
            <a:r>
              <a:rPr lang="en-US" dirty="0"/>
              <a:t>Please insert a Quote </a:t>
            </a:r>
            <a:br>
              <a:rPr lang="en-US" dirty="0"/>
            </a:br>
            <a:r>
              <a:rPr lang="en-US" dirty="0"/>
              <a:t>or a Statement!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6F71F4D7-EF6D-D584-A02B-4002C4A42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123" y="400753"/>
            <a:ext cx="2339754" cy="84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303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9791A-591A-4218-3893-2D7C6DB40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094D8-3824-F02D-75EF-701D5B4933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39748" y="6462506"/>
            <a:ext cx="5556251" cy="123111"/>
          </a:xfrm>
        </p:spPr>
        <p:txBody>
          <a:bodyPr/>
          <a:lstStyle/>
          <a:p>
            <a:r>
              <a:rPr lang="en-US" dirty="0"/>
              <a:t>Al-Futtaim Template 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18BFDB-E88A-40B8-A92D-596585D7E3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SlideTextName">
            <a:extLst>
              <a:ext uri="{FF2B5EF4-FFF2-40B4-BE49-F238E27FC236}">
                <a16:creationId xmlns:a16="http://schemas.microsoft.com/office/drawing/2014/main" id="{BACFAF94-22B2-CCFD-8A2C-C5700C96FC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1000" y="4596549"/>
            <a:ext cx="8289001" cy="276999"/>
          </a:xfrm>
        </p:spPr>
        <p:txBody>
          <a:bodyPr/>
          <a:lstStyle/>
          <a:p>
            <a:pPr lvl="0"/>
            <a:r>
              <a:rPr lang="en-US" dirty="0"/>
              <a:t>– Speaker Name, Company</a:t>
            </a:r>
          </a:p>
        </p:txBody>
      </p:sp>
      <p:sp>
        <p:nvSpPr>
          <p:cNvPr id="6" name="SlideTextQuote">
            <a:extLst>
              <a:ext uri="{FF2B5EF4-FFF2-40B4-BE49-F238E27FC236}">
                <a16:creationId xmlns:a16="http://schemas.microsoft.com/office/drawing/2014/main" id="{FF3EC56A-6D09-802A-A4D5-19417BDD0D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81000" y="539028"/>
            <a:ext cx="8286884" cy="3558797"/>
          </a:xfrm>
        </p:spPr>
        <p:txBody>
          <a:bodyPr/>
          <a:lstStyle/>
          <a:p>
            <a:r>
              <a:rPr lang="en-US" dirty="0"/>
              <a:t>Please insert a Quote </a:t>
            </a:r>
            <a:br>
              <a:rPr lang="en-US" dirty="0"/>
            </a:br>
            <a:r>
              <a:rPr lang="en-US" dirty="0"/>
              <a:t>or a Statement!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EEB15798-4D59-4CD4-6DB3-E89309E77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830" y="272383"/>
            <a:ext cx="2216340" cy="72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656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6B0A8D-9473-2FAE-B3C2-5940FF40E1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Al-Futtaim Template 2025</a:t>
            </a:r>
            <a:endParaRPr lang="en-US" dirty="0"/>
          </a:p>
        </p:txBody>
      </p:sp>
      <p:sp>
        <p:nvSpPr>
          <p:cNvPr id="6" name="SlideText">
            <a:extLst>
              <a:ext uri="{FF2B5EF4-FFF2-40B4-BE49-F238E27FC236}">
                <a16:creationId xmlns:a16="http://schemas.microsoft.com/office/drawing/2014/main" id="{914D32B8-FC18-ABB9-2943-DC5D4C9D1E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See you next time!</a:t>
            </a:r>
            <a:endParaRPr lang="en-US" dirty="0"/>
          </a:p>
        </p:txBody>
      </p:sp>
      <p:sp>
        <p:nvSpPr>
          <p:cNvPr id="7" name="SlideTextThankYou">
            <a:extLst>
              <a:ext uri="{FF2B5EF4-FFF2-40B4-BE49-F238E27FC236}">
                <a16:creationId xmlns:a16="http://schemas.microsoft.com/office/drawing/2014/main" id="{ACB83679-4E9E-10DE-49BB-E96AE1D2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Thank you!</a:t>
            </a:r>
            <a:endParaRPr lang="en-US" dirty="0"/>
          </a:p>
        </p:txBody>
      </p:sp>
      <p:sp>
        <p:nvSpPr>
          <p:cNvPr id="8" name="SlideTextContactInfo">
            <a:extLst>
              <a:ext uri="{FF2B5EF4-FFF2-40B4-BE49-F238E27FC236}">
                <a16:creationId xmlns:a16="http://schemas.microsoft.com/office/drawing/2014/main" id="{92D75785-0C54-EEFA-56A5-19041821F2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Contact</a:t>
            </a:r>
          </a:p>
          <a:p>
            <a:pPr>
              <a:spcAft>
                <a:spcPts val="600"/>
              </a:spcAft>
            </a:pPr>
            <a:r>
              <a:rPr lang="en-US" b="1"/>
              <a:t>First name Last name</a:t>
            </a:r>
            <a:br>
              <a:rPr lang="en-US"/>
            </a:br>
            <a:r>
              <a:rPr lang="en-US"/>
              <a:t>Job title</a:t>
            </a:r>
          </a:p>
          <a:p>
            <a:pPr>
              <a:spcAft>
                <a:spcPts val="600"/>
              </a:spcAft>
            </a:pPr>
            <a:r>
              <a:rPr lang="en-US"/>
              <a:t>Street 123, 12345 City</a:t>
            </a:r>
            <a:br>
              <a:rPr lang="en-US"/>
            </a:br>
            <a:r>
              <a:rPr lang="en-US"/>
              <a:t>Country</a:t>
            </a:r>
          </a:p>
          <a:p>
            <a:pPr>
              <a:spcAft>
                <a:spcPts val="600"/>
              </a:spcAft>
            </a:pPr>
            <a:r>
              <a:rPr lang="en-US"/>
              <a:t>Phone: +49 123 45 67 89</a:t>
            </a:r>
            <a:br>
              <a:rPr lang="en-US"/>
            </a:br>
            <a:r>
              <a:rPr lang="en-US"/>
              <a:t>Mobile: +49 123 45 67 89 0</a:t>
            </a:r>
          </a:p>
          <a:p>
            <a:pPr>
              <a:spcAft>
                <a:spcPts val="600"/>
              </a:spcAft>
            </a:pPr>
            <a:r>
              <a:rPr lang="en-US"/>
              <a:t>Web: Al-Futtaim.com</a:t>
            </a:r>
            <a:br>
              <a:rPr lang="en-US"/>
            </a:br>
            <a:r>
              <a:rPr lang="en-US"/>
              <a:t>E-mail: firstname.lastname@Al-Futtaim.com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59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FF79-D31B-AB55-769B-0FA8AAE5A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D006E6-EBCC-C8FE-FE82-06FEB5B93B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Al-Futtaim Template 2025</a:t>
            </a:r>
          </a:p>
        </p:txBody>
      </p:sp>
      <p:sp>
        <p:nvSpPr>
          <p:cNvPr id="6" name="SlideText">
            <a:extLst>
              <a:ext uri="{FF2B5EF4-FFF2-40B4-BE49-F238E27FC236}">
                <a16:creationId xmlns:a16="http://schemas.microsoft.com/office/drawing/2014/main" id="{70FC848E-6287-27E4-7400-6921DF61EA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See you next time!</a:t>
            </a:r>
          </a:p>
        </p:txBody>
      </p:sp>
      <p:sp>
        <p:nvSpPr>
          <p:cNvPr id="7" name="SlideTextThankYou">
            <a:extLst>
              <a:ext uri="{FF2B5EF4-FFF2-40B4-BE49-F238E27FC236}">
                <a16:creationId xmlns:a16="http://schemas.microsoft.com/office/drawing/2014/main" id="{98C67618-9C79-671E-66BF-D80E1EB891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8" name="SlideTextContact">
            <a:extLst>
              <a:ext uri="{FF2B5EF4-FFF2-40B4-BE49-F238E27FC236}">
                <a16:creationId xmlns:a16="http://schemas.microsoft.com/office/drawing/2014/main" id="{33A74E67-21EB-5452-2978-2616575EFD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Contact</a:t>
            </a:r>
          </a:p>
          <a:p>
            <a:pPr>
              <a:spcAft>
                <a:spcPts val="600"/>
              </a:spcAft>
            </a:pPr>
            <a:r>
              <a:rPr lang="en-US" b="1" dirty="0"/>
              <a:t>First name Last name</a:t>
            </a:r>
            <a:br>
              <a:rPr lang="en-US" dirty="0"/>
            </a:br>
            <a:r>
              <a:rPr lang="en-US" dirty="0"/>
              <a:t>Job title</a:t>
            </a:r>
          </a:p>
          <a:p>
            <a:pPr>
              <a:spcAft>
                <a:spcPts val="600"/>
              </a:spcAft>
            </a:pPr>
            <a:r>
              <a:rPr lang="en-US" dirty="0"/>
              <a:t>Street 123, 12345 City</a:t>
            </a:r>
            <a:br>
              <a:rPr lang="en-US" dirty="0"/>
            </a:br>
            <a:r>
              <a:rPr lang="en-US" dirty="0"/>
              <a:t>Country</a:t>
            </a:r>
          </a:p>
          <a:p>
            <a:pPr>
              <a:spcAft>
                <a:spcPts val="600"/>
              </a:spcAft>
            </a:pPr>
            <a:r>
              <a:rPr lang="en-US" dirty="0"/>
              <a:t>Phone: +49 123 45 67 89</a:t>
            </a:r>
            <a:br>
              <a:rPr lang="en-US" dirty="0"/>
            </a:br>
            <a:r>
              <a:rPr lang="en-US" dirty="0"/>
              <a:t>Mobile: +49 123 45 67 89 0</a:t>
            </a:r>
          </a:p>
          <a:p>
            <a:pPr>
              <a:spcAft>
                <a:spcPts val="600"/>
              </a:spcAft>
            </a:pPr>
            <a:r>
              <a:rPr lang="en-US" dirty="0"/>
              <a:t>Web: Al-Futtaim.com</a:t>
            </a:r>
            <a:br>
              <a:rPr lang="en-US" dirty="0"/>
            </a:br>
            <a:r>
              <a:rPr lang="en-US" dirty="0"/>
              <a:t>E-mail: firstname.lastname@Al-Futtaim.com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69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6DC89-88BF-13E2-718C-E3F087ACF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B494825-D57F-4A49-61E3-DB7196F288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02761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494825-D57F-4A49-61E3-DB7196F288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>
            <a:extLst>
              <a:ext uri="{FF2B5EF4-FFF2-40B4-BE49-F238E27FC236}">
                <a16:creationId xmlns:a16="http://schemas.microsoft.com/office/drawing/2014/main" id="{92ABB8D7-924A-A087-6D9C-2F718E781F92}"/>
              </a:ext>
            </a:extLst>
          </p:cNvPr>
          <p:cNvSpPr>
            <a:spLocks/>
          </p:cNvSpPr>
          <p:nvPr/>
        </p:nvSpPr>
        <p:spPr>
          <a:xfrm>
            <a:off x="7149548" y="4631554"/>
            <a:ext cx="5042452" cy="16864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B1F4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4" name="Grafik 143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CCB67D53-8462-9ACD-7A43-268800DFFE00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6511" y="1700430"/>
            <a:ext cx="1552347" cy="580327"/>
          </a:xfrm>
          <a:prstGeom prst="rect">
            <a:avLst/>
          </a:prstGeom>
        </p:spPr>
      </p:pic>
      <p:pic>
        <p:nvPicPr>
          <p:cNvPr id="145" name="Grafik 144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94B2BBF0-8AE1-658D-7828-E716B7FFEB5A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34858" y="1675030"/>
            <a:ext cx="1552347" cy="580327"/>
          </a:xfrm>
          <a:prstGeom prst="rect">
            <a:avLst/>
          </a:prstGeom>
        </p:spPr>
      </p:pic>
      <p:pic>
        <p:nvPicPr>
          <p:cNvPr id="146" name="Grafik 145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9759A103-596C-229D-8735-E32DE0A96531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3205" y="1675030"/>
            <a:ext cx="1552347" cy="580327"/>
          </a:xfrm>
          <a:prstGeom prst="rect">
            <a:avLst/>
          </a:prstGeom>
        </p:spPr>
      </p:pic>
      <p:pic>
        <p:nvPicPr>
          <p:cNvPr id="147" name="Grafik 146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87A05883-49EC-8556-6FCC-BDC73DC34315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1552" y="1675030"/>
            <a:ext cx="1552347" cy="580327"/>
          </a:xfrm>
          <a:prstGeom prst="rect">
            <a:avLst/>
          </a:prstGeom>
        </p:spPr>
      </p:pic>
      <p:pic>
        <p:nvPicPr>
          <p:cNvPr id="148" name="Grafik 147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2EB72871-B8E3-D752-88E1-254934D3AE17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39899" y="1675030"/>
            <a:ext cx="1552347" cy="580327"/>
          </a:xfrm>
          <a:prstGeom prst="rect">
            <a:avLst/>
          </a:prstGeom>
        </p:spPr>
      </p:pic>
      <p:pic>
        <p:nvPicPr>
          <p:cNvPr id="149" name="Grafik 148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53EBD8A4-1E73-2A9A-FD6E-9247AA5DD73D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8164" y="3314497"/>
            <a:ext cx="1552347" cy="580327"/>
          </a:xfrm>
          <a:prstGeom prst="rect">
            <a:avLst/>
          </a:prstGeom>
        </p:spPr>
      </p:pic>
      <p:pic>
        <p:nvPicPr>
          <p:cNvPr id="150" name="Grafik 149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4E0FDFE7-FBCE-F798-BB14-DC60D11AAE2A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6511" y="3314497"/>
            <a:ext cx="1552347" cy="580327"/>
          </a:xfrm>
          <a:prstGeom prst="rect">
            <a:avLst/>
          </a:prstGeom>
        </p:spPr>
      </p:pic>
      <p:pic>
        <p:nvPicPr>
          <p:cNvPr id="151" name="Grafik 150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0DB13DCD-FB74-6614-F696-D52F06686DA2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34858" y="3314497"/>
            <a:ext cx="1552347" cy="580327"/>
          </a:xfrm>
          <a:prstGeom prst="rect">
            <a:avLst/>
          </a:prstGeom>
        </p:spPr>
      </p:pic>
      <p:pic>
        <p:nvPicPr>
          <p:cNvPr id="152" name="Grafik 151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4B3D08FD-78A1-3F36-EE7F-97F21F000AF0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3205" y="3314497"/>
            <a:ext cx="1552347" cy="580327"/>
          </a:xfrm>
          <a:prstGeom prst="rect">
            <a:avLst/>
          </a:prstGeom>
        </p:spPr>
      </p:pic>
      <p:pic>
        <p:nvPicPr>
          <p:cNvPr id="153" name="Grafik 152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A3DC3FFE-AFCD-AA18-2D98-80960F7C546D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1552" y="3314497"/>
            <a:ext cx="1552347" cy="580327"/>
          </a:xfrm>
          <a:prstGeom prst="rect">
            <a:avLst/>
          </a:prstGeom>
        </p:spPr>
      </p:pic>
      <p:pic>
        <p:nvPicPr>
          <p:cNvPr id="154" name="Grafik 153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09FBAFE3-FA90-2D3A-1A44-5B1D3B8426EC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39899" y="3314497"/>
            <a:ext cx="1552347" cy="580327"/>
          </a:xfrm>
          <a:prstGeom prst="rect">
            <a:avLst/>
          </a:prstGeom>
        </p:spPr>
      </p:pic>
      <p:pic>
        <p:nvPicPr>
          <p:cNvPr id="155" name="Grafik 154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B41E6872-035F-B639-A053-EEB832B5B7D6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8164" y="4874451"/>
            <a:ext cx="1552347" cy="580327"/>
          </a:xfrm>
          <a:prstGeom prst="rect">
            <a:avLst/>
          </a:prstGeom>
        </p:spPr>
      </p:pic>
      <p:pic>
        <p:nvPicPr>
          <p:cNvPr id="156" name="Grafik 155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59FF050B-6781-4091-BDC7-E965023EE11E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6511" y="4874451"/>
            <a:ext cx="1552347" cy="580327"/>
          </a:xfrm>
          <a:prstGeom prst="rect">
            <a:avLst/>
          </a:prstGeom>
        </p:spPr>
      </p:pic>
      <p:pic>
        <p:nvPicPr>
          <p:cNvPr id="157" name="Grafik 156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1682FD0A-4929-8657-A24B-79FB404C03D4}"/>
              </a:ext>
            </a:extLst>
          </p:cNvPr>
          <p:cNvPicPr>
            <a:picLocks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34858" y="4874451"/>
            <a:ext cx="1552347" cy="580327"/>
          </a:xfrm>
          <a:prstGeom prst="rect">
            <a:avLst/>
          </a:prstGeom>
        </p:spPr>
      </p:pic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B3C50E31-6237-E843-E7BD-F78E987A2B34}"/>
              </a:ext>
            </a:extLst>
          </p:cNvPr>
          <p:cNvGrpSpPr/>
          <p:nvPr/>
        </p:nvGrpSpPr>
        <p:grpSpPr>
          <a:xfrm>
            <a:off x="935559" y="1526080"/>
            <a:ext cx="8941585" cy="3207023"/>
            <a:chOff x="935559" y="1526080"/>
            <a:chExt cx="8941585" cy="3207023"/>
          </a:xfrm>
        </p:grpSpPr>
        <p:cxnSp>
          <p:nvCxnSpPr>
            <p:cNvPr id="94" name="Gerader Verbinder 93">
              <a:extLst>
                <a:ext uri="{FF2B5EF4-FFF2-40B4-BE49-F238E27FC236}">
                  <a16:creationId xmlns:a16="http://schemas.microsoft.com/office/drawing/2014/main" id="{1B6F51F8-4BD3-C3C3-7133-A2EE79445E0F}"/>
                </a:ext>
              </a:extLst>
            </p:cNvPr>
            <p:cNvCxnSpPr>
              <a:cxnSpLocks/>
            </p:cNvCxnSpPr>
            <p:nvPr/>
          </p:nvCxnSpPr>
          <p:spPr>
            <a:xfrm>
              <a:off x="2703906" y="1526080"/>
              <a:ext cx="7173238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r Verbinder 95">
              <a:extLst>
                <a:ext uri="{FF2B5EF4-FFF2-40B4-BE49-F238E27FC236}">
                  <a16:creationId xmlns:a16="http://schemas.microsoft.com/office/drawing/2014/main" id="{414FC574-B133-E6FA-ABF6-BE96C5E8C732}"/>
                </a:ext>
              </a:extLst>
            </p:cNvPr>
            <p:cNvCxnSpPr>
              <a:cxnSpLocks/>
              <a:stCxn id="74" idx="2"/>
              <a:endCxn id="71" idx="6"/>
            </p:cNvCxnSpPr>
            <p:nvPr/>
          </p:nvCxnSpPr>
          <p:spPr>
            <a:xfrm>
              <a:off x="935559" y="3169348"/>
              <a:ext cx="894158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r Verbinder 96">
              <a:extLst>
                <a:ext uri="{FF2B5EF4-FFF2-40B4-BE49-F238E27FC236}">
                  <a16:creationId xmlns:a16="http://schemas.microsoft.com/office/drawing/2014/main" id="{AB145747-64AD-6E70-B2C9-7D3221BCB4A6}"/>
                </a:ext>
              </a:extLst>
            </p:cNvPr>
            <p:cNvCxnSpPr>
              <a:cxnSpLocks/>
              <a:stCxn id="92" idx="2"/>
            </p:cNvCxnSpPr>
            <p:nvPr/>
          </p:nvCxnSpPr>
          <p:spPr>
            <a:xfrm>
              <a:off x="935559" y="4733103"/>
              <a:ext cx="5275339" cy="0"/>
            </a:xfrm>
            <a:prstGeom prst="line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Verbinder: gewinkelt 99">
              <a:extLst>
                <a:ext uri="{FF2B5EF4-FFF2-40B4-BE49-F238E27FC236}">
                  <a16:creationId xmlns:a16="http://schemas.microsoft.com/office/drawing/2014/main" id="{E9E88F41-4CC5-D538-56D8-42A90426FA5E}"/>
                </a:ext>
              </a:extLst>
            </p:cNvPr>
            <p:cNvCxnSpPr>
              <a:cxnSpLocks/>
              <a:stCxn id="74" idx="2"/>
              <a:endCxn id="92" idx="2"/>
            </p:cNvCxnSpPr>
            <p:nvPr/>
          </p:nvCxnSpPr>
          <p:spPr>
            <a:xfrm rot="10800000" flipV="1">
              <a:off x="935559" y="3169347"/>
              <a:ext cx="12700" cy="1563755"/>
            </a:xfrm>
            <a:prstGeom prst="bentConnector3">
              <a:avLst>
                <a:gd name="adj1" fmla="val 3243748"/>
              </a:avLst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Verbinder: gewinkelt 109">
              <a:extLst>
                <a:ext uri="{FF2B5EF4-FFF2-40B4-BE49-F238E27FC236}">
                  <a16:creationId xmlns:a16="http://schemas.microsoft.com/office/drawing/2014/main" id="{AC24E373-971A-F29D-605A-647726991043}"/>
                </a:ext>
              </a:extLst>
            </p:cNvPr>
            <p:cNvCxnSpPr>
              <a:cxnSpLocks/>
              <a:stCxn id="53" idx="2"/>
              <a:endCxn id="71" idx="2"/>
            </p:cNvCxnSpPr>
            <p:nvPr/>
          </p:nvCxnSpPr>
          <p:spPr>
            <a:xfrm rot="10800000" flipV="1">
              <a:off x="9777294" y="1526080"/>
              <a:ext cx="12700" cy="1643268"/>
            </a:xfrm>
            <a:prstGeom prst="bentConnector3">
              <a:avLst>
                <a:gd name="adj1" fmla="val -14675000"/>
              </a:avLst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el 5">
            <a:extLst>
              <a:ext uri="{FF2B5EF4-FFF2-40B4-BE49-F238E27FC236}">
                <a16:creationId xmlns:a16="http://schemas.microsoft.com/office/drawing/2014/main" id="{736A10CE-1042-F948-734E-8317193F8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Our Story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60E82D-3899-B6B6-D85C-EB32245A34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pPr lvl="0"/>
            <a:fld id="{83109594-1B45-46DB-8A0B-416F125317DC}" type="slidenum">
              <a:rPr lang="en-GB" noProof="0" smtClean="0"/>
              <a:pPr lvl="0"/>
              <a:t>24</a:t>
            </a:fld>
            <a:endParaRPr lang="en-GB" noProof="0" dirty="0"/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F45441FC-BCA9-C11C-D946-F4E4FB00EE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With placeholders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FB51CE2D-8EB0-F42B-EEA5-B6CDFBAAD607}"/>
              </a:ext>
            </a:extLst>
          </p:cNvPr>
          <p:cNvGrpSpPr>
            <a:grpSpLocks/>
          </p:cNvGrpSpPr>
          <p:nvPr/>
        </p:nvGrpSpPr>
        <p:grpSpPr>
          <a:xfrm>
            <a:off x="2666511" y="1438760"/>
            <a:ext cx="174640" cy="174640"/>
            <a:chOff x="2900441" y="1462045"/>
            <a:chExt cx="174640" cy="17464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817DFE85-165F-FA04-CE3C-AF312C26E039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F58D1A85-78A2-23B5-9DBD-83523873EE4E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1" name="Titel 5">
            <a:extLst>
              <a:ext uri="{FF2B5EF4-FFF2-40B4-BE49-F238E27FC236}">
                <a16:creationId xmlns:a16="http://schemas.microsoft.com/office/drawing/2014/main" id="{EFBC8275-FFC3-BF58-7F9B-95569E739884}"/>
              </a:ext>
            </a:extLst>
          </p:cNvPr>
          <p:cNvSpPr txBox="1">
            <a:spLocks/>
          </p:cNvSpPr>
          <p:nvPr/>
        </p:nvSpPr>
        <p:spPr>
          <a:xfrm>
            <a:off x="7480852" y="4907278"/>
            <a:ext cx="4171395" cy="9971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r">
              <a:defRPr/>
            </a:pPr>
            <a:r>
              <a:rPr lang="en-GB" b="0" dirty="0">
                <a:solidFill>
                  <a:prstClr val="white"/>
                </a:solidFill>
              </a:rPr>
              <a:t>Lorem ipsum </a:t>
            </a:r>
            <a:r>
              <a:rPr lang="en-GB" b="0" dirty="0" err="1">
                <a:solidFill>
                  <a:prstClr val="white"/>
                </a:solidFill>
              </a:rPr>
              <a:t>dolor</a:t>
            </a:r>
            <a:r>
              <a:rPr lang="en-GB" b="0" dirty="0">
                <a:solidFill>
                  <a:prstClr val="white"/>
                </a:solidFill>
              </a:rPr>
              <a:t> sit </a:t>
            </a:r>
          </a:p>
          <a:p>
            <a:pPr lvl="0" algn="r"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00AEEF"/>
                </a:solidFill>
                <a:effectLst/>
                <a:uLnTx/>
                <a:uFillTx/>
                <a:latin typeface="Arial"/>
              </a:rPr>
              <a:t>XX years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0BEA0AC7-CE8C-0CFB-1C7A-F5436D4EF0EC}"/>
              </a:ext>
            </a:extLst>
          </p:cNvPr>
          <p:cNvGrpSpPr>
            <a:grpSpLocks/>
          </p:cNvGrpSpPr>
          <p:nvPr/>
        </p:nvGrpSpPr>
        <p:grpSpPr>
          <a:xfrm>
            <a:off x="4434858" y="1438760"/>
            <a:ext cx="174640" cy="174640"/>
            <a:chOff x="2900441" y="1462045"/>
            <a:chExt cx="174640" cy="174640"/>
          </a:xfrm>
        </p:grpSpPr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B7FCACFA-CEA4-B8F2-B4D7-F47372EFF2A8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9EDD568F-6581-D71C-0861-6A9CD14BD236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441ED12C-6806-A418-667A-C2B51350AA34}"/>
              </a:ext>
            </a:extLst>
          </p:cNvPr>
          <p:cNvGrpSpPr>
            <a:grpSpLocks/>
          </p:cNvGrpSpPr>
          <p:nvPr/>
        </p:nvGrpSpPr>
        <p:grpSpPr>
          <a:xfrm>
            <a:off x="6203205" y="1438760"/>
            <a:ext cx="174640" cy="174640"/>
            <a:chOff x="2900441" y="1462045"/>
            <a:chExt cx="174640" cy="174640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0AFDA9F2-095A-A346-EC77-F593C749C33C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48E29F4D-48B2-A4E7-86B8-34C3E7560B8E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C23F9718-5BFF-C51F-D265-6454E743786B}"/>
              </a:ext>
            </a:extLst>
          </p:cNvPr>
          <p:cNvGrpSpPr>
            <a:grpSpLocks/>
          </p:cNvGrpSpPr>
          <p:nvPr/>
        </p:nvGrpSpPr>
        <p:grpSpPr>
          <a:xfrm>
            <a:off x="7971552" y="1438760"/>
            <a:ext cx="174640" cy="174640"/>
            <a:chOff x="2900441" y="1462045"/>
            <a:chExt cx="174640" cy="174640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38C55235-3482-6F72-D6D9-DC3740B2B028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126A9672-D0EE-2CB3-C4A2-AF5D56E06A79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87D770B0-A455-ACA3-ACE8-72C6169DA1CC}"/>
              </a:ext>
            </a:extLst>
          </p:cNvPr>
          <p:cNvGrpSpPr>
            <a:grpSpLocks/>
          </p:cNvGrpSpPr>
          <p:nvPr/>
        </p:nvGrpSpPr>
        <p:grpSpPr>
          <a:xfrm>
            <a:off x="9739899" y="1438760"/>
            <a:ext cx="174640" cy="174640"/>
            <a:chOff x="2900441" y="1462045"/>
            <a:chExt cx="174640" cy="174640"/>
          </a:xfrm>
        </p:grpSpPr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E6772FEF-A0C3-3A5B-68C1-046558B2FFFA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78C499A0-6669-20E6-0957-91AEC8A4BA88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F6CF75BE-0347-D4F0-C954-41841D68B711}"/>
              </a:ext>
            </a:extLst>
          </p:cNvPr>
          <p:cNvGrpSpPr>
            <a:grpSpLocks/>
          </p:cNvGrpSpPr>
          <p:nvPr/>
        </p:nvGrpSpPr>
        <p:grpSpPr>
          <a:xfrm>
            <a:off x="2666511" y="3082028"/>
            <a:ext cx="174640" cy="174640"/>
            <a:chOff x="2900441" y="1462045"/>
            <a:chExt cx="174640" cy="174640"/>
          </a:xfrm>
        </p:grpSpPr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CB065BF7-D692-C4D2-F4FE-05584EB55C9F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377610F6-4AE6-F596-D96A-053DE6D1D958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83D65D06-F6E5-7A38-1A9E-0F1DC1AC6A16}"/>
              </a:ext>
            </a:extLst>
          </p:cNvPr>
          <p:cNvGrpSpPr>
            <a:grpSpLocks/>
          </p:cNvGrpSpPr>
          <p:nvPr/>
        </p:nvGrpSpPr>
        <p:grpSpPr>
          <a:xfrm>
            <a:off x="4434858" y="3082028"/>
            <a:ext cx="174640" cy="174640"/>
            <a:chOff x="2900441" y="1462045"/>
            <a:chExt cx="174640" cy="174640"/>
          </a:xfrm>
        </p:grpSpPr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0D87F779-1FD2-DDBD-A8C6-2A27A6896816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5021915F-8D40-F882-7F03-FAE18553F972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09CEB3C2-7551-801B-1C49-27F9C634D57D}"/>
              </a:ext>
            </a:extLst>
          </p:cNvPr>
          <p:cNvGrpSpPr>
            <a:grpSpLocks/>
          </p:cNvGrpSpPr>
          <p:nvPr/>
        </p:nvGrpSpPr>
        <p:grpSpPr>
          <a:xfrm>
            <a:off x="6203205" y="3082028"/>
            <a:ext cx="174640" cy="174640"/>
            <a:chOff x="2900441" y="1462045"/>
            <a:chExt cx="174640" cy="174640"/>
          </a:xfrm>
        </p:grpSpPr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5B63B29E-46D8-CDBB-BFE8-26CB271BC385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F15FD85B-175C-7A15-E90D-F7590D9C4181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1F85EAC5-EFDB-DCD5-1DEC-A3D4A3D40CE5}"/>
              </a:ext>
            </a:extLst>
          </p:cNvPr>
          <p:cNvGrpSpPr>
            <a:grpSpLocks/>
          </p:cNvGrpSpPr>
          <p:nvPr/>
        </p:nvGrpSpPr>
        <p:grpSpPr>
          <a:xfrm>
            <a:off x="7971552" y="3082028"/>
            <a:ext cx="174640" cy="174640"/>
            <a:chOff x="2900441" y="1462045"/>
            <a:chExt cx="174640" cy="174640"/>
          </a:xfrm>
        </p:grpSpPr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E649EADE-EB91-50B7-D9D2-B19F68248DC4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D8BF74EA-CBF4-DA15-C758-1971B534262C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498E2D4F-3097-13D5-9458-F2534FFE7037}"/>
              </a:ext>
            </a:extLst>
          </p:cNvPr>
          <p:cNvGrpSpPr>
            <a:grpSpLocks/>
          </p:cNvGrpSpPr>
          <p:nvPr/>
        </p:nvGrpSpPr>
        <p:grpSpPr>
          <a:xfrm>
            <a:off x="9739899" y="3082028"/>
            <a:ext cx="174640" cy="174640"/>
            <a:chOff x="2900441" y="1462045"/>
            <a:chExt cx="174640" cy="174640"/>
          </a:xfrm>
        </p:grpSpPr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2992D9BF-E10C-CE50-F11F-9FF9418357E1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4C1CF396-311C-878E-5595-6DB885047928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38E21E64-EBDF-2831-D897-15463DF2837F}"/>
              </a:ext>
            </a:extLst>
          </p:cNvPr>
          <p:cNvGrpSpPr>
            <a:grpSpLocks/>
          </p:cNvGrpSpPr>
          <p:nvPr/>
        </p:nvGrpSpPr>
        <p:grpSpPr>
          <a:xfrm>
            <a:off x="898164" y="3082028"/>
            <a:ext cx="174640" cy="174640"/>
            <a:chOff x="2900441" y="1462045"/>
            <a:chExt cx="174640" cy="174640"/>
          </a:xfrm>
        </p:grpSpPr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82D8528A-95F7-FD6D-60C8-18EC2FE63B95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13423EC5-75ED-6327-870A-0E79AA04F374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FB06B64-FBFB-BB12-CB99-8A83B9F03827}"/>
              </a:ext>
            </a:extLst>
          </p:cNvPr>
          <p:cNvGrpSpPr>
            <a:grpSpLocks/>
          </p:cNvGrpSpPr>
          <p:nvPr/>
        </p:nvGrpSpPr>
        <p:grpSpPr>
          <a:xfrm>
            <a:off x="2666511" y="4645783"/>
            <a:ext cx="174640" cy="174640"/>
            <a:chOff x="2900441" y="1462045"/>
            <a:chExt cx="174640" cy="174640"/>
          </a:xfrm>
        </p:grpSpPr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AAD00604-98CC-9EA4-178C-C2E53BE48927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4119BC98-8A9B-1989-44F1-9CB93C09BC35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A99174EC-C85B-3E64-0E70-4ACFB87CA32A}"/>
              </a:ext>
            </a:extLst>
          </p:cNvPr>
          <p:cNvGrpSpPr>
            <a:grpSpLocks/>
          </p:cNvGrpSpPr>
          <p:nvPr/>
        </p:nvGrpSpPr>
        <p:grpSpPr>
          <a:xfrm>
            <a:off x="4434858" y="4645783"/>
            <a:ext cx="174640" cy="174640"/>
            <a:chOff x="2900441" y="1462045"/>
            <a:chExt cx="174640" cy="174640"/>
          </a:xfrm>
        </p:grpSpPr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4D2F5B20-F775-9C4D-3104-453126D22482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5045F561-2F62-944D-DC72-C1390A2D3BEE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B89FEC5C-C66B-E09C-0DC6-8DD6EF54D89A}"/>
              </a:ext>
            </a:extLst>
          </p:cNvPr>
          <p:cNvGrpSpPr>
            <a:grpSpLocks/>
          </p:cNvGrpSpPr>
          <p:nvPr/>
        </p:nvGrpSpPr>
        <p:grpSpPr>
          <a:xfrm>
            <a:off x="898164" y="4645783"/>
            <a:ext cx="174640" cy="174640"/>
            <a:chOff x="2900441" y="1462045"/>
            <a:chExt cx="174640" cy="174640"/>
          </a:xfrm>
        </p:grpSpPr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637AD78C-C9E0-30E8-A2AD-4C6523CDDD0E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58C702B9-78C6-AD7A-C3BD-2FE378031B7E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40EF9577-8853-0B9D-FFD5-9E179C53F12C}"/>
              </a:ext>
            </a:extLst>
          </p:cNvPr>
          <p:cNvGrpSpPr>
            <a:grpSpLocks/>
          </p:cNvGrpSpPr>
          <p:nvPr/>
        </p:nvGrpSpPr>
        <p:grpSpPr>
          <a:xfrm>
            <a:off x="2078532" y="1675030"/>
            <a:ext cx="346238" cy="377766"/>
            <a:chOff x="1793163" y="1887500"/>
            <a:chExt cx="466307" cy="508768"/>
          </a:xfrm>
        </p:grpSpPr>
        <p:sp>
          <p:nvSpPr>
            <p:cNvPr id="116" name="Grafik 114" descr="Caretzeichen nach unten Silhouette">
              <a:extLst>
                <a:ext uri="{FF2B5EF4-FFF2-40B4-BE49-F238E27FC236}">
                  <a16:creationId xmlns:a16="http://schemas.microsoft.com/office/drawing/2014/main" id="{15F4957B-7C71-0E90-3668-EAEA87DBCA0C}"/>
                </a:ext>
              </a:extLst>
            </p:cNvPr>
            <p:cNvSpPr/>
            <p:nvPr/>
          </p:nvSpPr>
          <p:spPr>
            <a:xfrm rot="16200000">
              <a:off x="1672705" y="2007958"/>
              <a:ext cx="508768" cy="267852"/>
            </a:xfrm>
            <a:custGeom>
              <a:avLst/>
              <a:gdLst>
                <a:gd name="connsiteX0" fmla="*/ 254384 w 508768"/>
                <a:gd name="connsiteY0" fmla="*/ 240916 h 267852"/>
                <a:gd name="connsiteX1" fmla="*/ 13468 w 508768"/>
                <a:gd name="connsiteY1" fmla="*/ 0 h 267852"/>
                <a:gd name="connsiteX2" fmla="*/ 0 w 508768"/>
                <a:gd name="connsiteY2" fmla="*/ 13468 h 267852"/>
                <a:gd name="connsiteX3" fmla="*/ 254384 w 508768"/>
                <a:gd name="connsiteY3" fmla="*/ 267853 h 267852"/>
                <a:gd name="connsiteX4" fmla="*/ 508768 w 508768"/>
                <a:gd name="connsiteY4" fmla="*/ 13468 h 267852"/>
                <a:gd name="connsiteX5" fmla="*/ 495300 w 508768"/>
                <a:gd name="connsiteY5" fmla="*/ 0 h 267852"/>
                <a:gd name="connsiteX6" fmla="*/ 254384 w 508768"/>
                <a:gd name="connsiteY6" fmla="*/ 240916 h 26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8768" h="267852">
                  <a:moveTo>
                    <a:pt x="254384" y="240916"/>
                  </a:moveTo>
                  <a:lnTo>
                    <a:pt x="13468" y="0"/>
                  </a:lnTo>
                  <a:lnTo>
                    <a:pt x="0" y="13468"/>
                  </a:lnTo>
                  <a:lnTo>
                    <a:pt x="254384" y="267853"/>
                  </a:lnTo>
                  <a:lnTo>
                    <a:pt x="508768" y="13468"/>
                  </a:lnTo>
                  <a:lnTo>
                    <a:pt x="495300" y="0"/>
                  </a:lnTo>
                  <a:lnTo>
                    <a:pt x="254384" y="240916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7" name="Grafik 113" descr="Caretzeichen nach unten Silhouette">
              <a:extLst>
                <a:ext uri="{FF2B5EF4-FFF2-40B4-BE49-F238E27FC236}">
                  <a16:creationId xmlns:a16="http://schemas.microsoft.com/office/drawing/2014/main" id="{14873D45-6CA8-38A0-CF45-1D9E0662A531}"/>
                </a:ext>
              </a:extLst>
            </p:cNvPr>
            <p:cNvSpPr/>
            <p:nvPr/>
          </p:nvSpPr>
          <p:spPr>
            <a:xfrm rot="16200000">
              <a:off x="1871160" y="2007958"/>
              <a:ext cx="508768" cy="267852"/>
            </a:xfrm>
            <a:custGeom>
              <a:avLst/>
              <a:gdLst>
                <a:gd name="connsiteX0" fmla="*/ 254384 w 508768"/>
                <a:gd name="connsiteY0" fmla="*/ 240916 h 267852"/>
                <a:gd name="connsiteX1" fmla="*/ 13468 w 508768"/>
                <a:gd name="connsiteY1" fmla="*/ 0 h 267852"/>
                <a:gd name="connsiteX2" fmla="*/ 0 w 508768"/>
                <a:gd name="connsiteY2" fmla="*/ 13468 h 267852"/>
                <a:gd name="connsiteX3" fmla="*/ 254384 w 508768"/>
                <a:gd name="connsiteY3" fmla="*/ 267853 h 267852"/>
                <a:gd name="connsiteX4" fmla="*/ 508768 w 508768"/>
                <a:gd name="connsiteY4" fmla="*/ 13468 h 267852"/>
                <a:gd name="connsiteX5" fmla="*/ 495300 w 508768"/>
                <a:gd name="connsiteY5" fmla="*/ 0 h 267852"/>
                <a:gd name="connsiteX6" fmla="*/ 254384 w 508768"/>
                <a:gd name="connsiteY6" fmla="*/ 240916 h 26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8768" h="267852">
                  <a:moveTo>
                    <a:pt x="254384" y="240916"/>
                  </a:moveTo>
                  <a:lnTo>
                    <a:pt x="13468" y="0"/>
                  </a:lnTo>
                  <a:lnTo>
                    <a:pt x="0" y="13468"/>
                  </a:lnTo>
                  <a:lnTo>
                    <a:pt x="254384" y="267853"/>
                  </a:lnTo>
                  <a:lnTo>
                    <a:pt x="508768" y="13468"/>
                  </a:lnTo>
                  <a:lnTo>
                    <a:pt x="495300" y="0"/>
                  </a:lnTo>
                  <a:lnTo>
                    <a:pt x="254384" y="240916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9452B4D8-F1B6-AA1F-475D-C7FA6784BB0A}"/>
              </a:ext>
            </a:extLst>
          </p:cNvPr>
          <p:cNvGrpSpPr>
            <a:grpSpLocks/>
          </p:cNvGrpSpPr>
          <p:nvPr/>
        </p:nvGrpSpPr>
        <p:grpSpPr>
          <a:xfrm>
            <a:off x="6517900" y="4631554"/>
            <a:ext cx="346238" cy="377766"/>
            <a:chOff x="1793163" y="1887500"/>
            <a:chExt cx="466307" cy="508768"/>
          </a:xfrm>
        </p:grpSpPr>
        <p:sp>
          <p:nvSpPr>
            <p:cNvPr id="140" name="Grafik 114" descr="Caretzeichen nach unten Silhouette">
              <a:extLst>
                <a:ext uri="{FF2B5EF4-FFF2-40B4-BE49-F238E27FC236}">
                  <a16:creationId xmlns:a16="http://schemas.microsoft.com/office/drawing/2014/main" id="{42DE0E98-558C-3B38-1A19-37EFCD470B81}"/>
                </a:ext>
              </a:extLst>
            </p:cNvPr>
            <p:cNvSpPr/>
            <p:nvPr/>
          </p:nvSpPr>
          <p:spPr>
            <a:xfrm rot="16200000">
              <a:off x="1672705" y="2007958"/>
              <a:ext cx="508768" cy="267852"/>
            </a:xfrm>
            <a:custGeom>
              <a:avLst/>
              <a:gdLst>
                <a:gd name="connsiteX0" fmla="*/ 254384 w 508768"/>
                <a:gd name="connsiteY0" fmla="*/ 240916 h 267852"/>
                <a:gd name="connsiteX1" fmla="*/ 13468 w 508768"/>
                <a:gd name="connsiteY1" fmla="*/ 0 h 267852"/>
                <a:gd name="connsiteX2" fmla="*/ 0 w 508768"/>
                <a:gd name="connsiteY2" fmla="*/ 13468 h 267852"/>
                <a:gd name="connsiteX3" fmla="*/ 254384 w 508768"/>
                <a:gd name="connsiteY3" fmla="*/ 267853 h 267852"/>
                <a:gd name="connsiteX4" fmla="*/ 508768 w 508768"/>
                <a:gd name="connsiteY4" fmla="*/ 13468 h 267852"/>
                <a:gd name="connsiteX5" fmla="*/ 495300 w 508768"/>
                <a:gd name="connsiteY5" fmla="*/ 0 h 267852"/>
                <a:gd name="connsiteX6" fmla="*/ 254384 w 508768"/>
                <a:gd name="connsiteY6" fmla="*/ 240916 h 26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8768" h="267852">
                  <a:moveTo>
                    <a:pt x="254384" y="240916"/>
                  </a:moveTo>
                  <a:lnTo>
                    <a:pt x="13468" y="0"/>
                  </a:lnTo>
                  <a:lnTo>
                    <a:pt x="0" y="13468"/>
                  </a:lnTo>
                  <a:lnTo>
                    <a:pt x="254384" y="267853"/>
                  </a:lnTo>
                  <a:lnTo>
                    <a:pt x="508768" y="13468"/>
                  </a:lnTo>
                  <a:lnTo>
                    <a:pt x="495300" y="0"/>
                  </a:lnTo>
                  <a:lnTo>
                    <a:pt x="254384" y="240916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1" name="Grafik 113" descr="Caretzeichen nach unten Silhouette">
              <a:extLst>
                <a:ext uri="{FF2B5EF4-FFF2-40B4-BE49-F238E27FC236}">
                  <a16:creationId xmlns:a16="http://schemas.microsoft.com/office/drawing/2014/main" id="{7141FDE1-818D-B216-0C4E-C8BDB4BFE27E}"/>
                </a:ext>
              </a:extLst>
            </p:cNvPr>
            <p:cNvSpPr/>
            <p:nvPr/>
          </p:nvSpPr>
          <p:spPr>
            <a:xfrm rot="16200000">
              <a:off x="1871160" y="2007958"/>
              <a:ext cx="508768" cy="267852"/>
            </a:xfrm>
            <a:custGeom>
              <a:avLst/>
              <a:gdLst>
                <a:gd name="connsiteX0" fmla="*/ 254384 w 508768"/>
                <a:gd name="connsiteY0" fmla="*/ 240916 h 267852"/>
                <a:gd name="connsiteX1" fmla="*/ 13468 w 508768"/>
                <a:gd name="connsiteY1" fmla="*/ 0 h 267852"/>
                <a:gd name="connsiteX2" fmla="*/ 0 w 508768"/>
                <a:gd name="connsiteY2" fmla="*/ 13468 h 267852"/>
                <a:gd name="connsiteX3" fmla="*/ 254384 w 508768"/>
                <a:gd name="connsiteY3" fmla="*/ 267853 h 267852"/>
                <a:gd name="connsiteX4" fmla="*/ 508768 w 508768"/>
                <a:gd name="connsiteY4" fmla="*/ 13468 h 267852"/>
                <a:gd name="connsiteX5" fmla="*/ 495300 w 508768"/>
                <a:gd name="connsiteY5" fmla="*/ 0 h 267852"/>
                <a:gd name="connsiteX6" fmla="*/ 254384 w 508768"/>
                <a:gd name="connsiteY6" fmla="*/ 240916 h 26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8768" h="267852">
                  <a:moveTo>
                    <a:pt x="254384" y="240916"/>
                  </a:moveTo>
                  <a:lnTo>
                    <a:pt x="13468" y="0"/>
                  </a:lnTo>
                  <a:lnTo>
                    <a:pt x="0" y="13468"/>
                  </a:lnTo>
                  <a:lnTo>
                    <a:pt x="254384" y="267853"/>
                  </a:lnTo>
                  <a:lnTo>
                    <a:pt x="508768" y="13468"/>
                  </a:lnTo>
                  <a:lnTo>
                    <a:pt x="495300" y="0"/>
                  </a:lnTo>
                  <a:lnTo>
                    <a:pt x="254384" y="240916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21" name="Textfeld 120">
            <a:extLst>
              <a:ext uri="{FF2B5EF4-FFF2-40B4-BE49-F238E27FC236}">
                <a16:creationId xmlns:a16="http://schemas.microsoft.com/office/drawing/2014/main" id="{181320D9-FC32-D10F-8967-DE23E45E8852}"/>
              </a:ext>
            </a:extLst>
          </p:cNvPr>
          <p:cNvSpPr txBox="1">
            <a:spLocks/>
          </p:cNvSpPr>
          <p:nvPr/>
        </p:nvSpPr>
        <p:spPr>
          <a:xfrm>
            <a:off x="2666511" y="1361482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r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00AEEF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CCE77108-C34C-00CF-5C9C-040A980A0BCB}"/>
              </a:ext>
            </a:extLst>
          </p:cNvPr>
          <p:cNvSpPr txBox="1">
            <a:spLocks/>
          </p:cNvSpPr>
          <p:nvPr/>
        </p:nvSpPr>
        <p:spPr>
          <a:xfrm>
            <a:off x="2666511" y="1675030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AEEF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9E289995-DDC5-F5AC-967C-FB036D209381}"/>
              </a:ext>
            </a:extLst>
          </p:cNvPr>
          <p:cNvSpPr txBox="1">
            <a:spLocks/>
          </p:cNvSpPr>
          <p:nvPr/>
        </p:nvSpPr>
        <p:spPr>
          <a:xfrm>
            <a:off x="2666511" y="2291357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kumimoji="0" lang="en-GB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kumimoji="0" lang="en-GB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85C1020F-36E9-855C-D382-3733B63B4715}"/>
              </a:ext>
            </a:extLst>
          </p:cNvPr>
          <p:cNvSpPr txBox="1">
            <a:spLocks/>
          </p:cNvSpPr>
          <p:nvPr/>
        </p:nvSpPr>
        <p:spPr>
          <a:xfrm>
            <a:off x="4434858" y="1361482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lvl="0" algn="r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04CCF42C-E1DA-3B12-C2F7-25B86FC0B346}"/>
              </a:ext>
            </a:extLst>
          </p:cNvPr>
          <p:cNvSpPr txBox="1">
            <a:spLocks/>
          </p:cNvSpPr>
          <p:nvPr/>
        </p:nvSpPr>
        <p:spPr>
          <a:xfrm>
            <a:off x="4434858" y="1675030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10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1FF28587-D511-517D-63C6-CB682E89A501}"/>
              </a:ext>
            </a:extLst>
          </p:cNvPr>
          <p:cNvSpPr txBox="1">
            <a:spLocks/>
          </p:cNvSpPr>
          <p:nvPr/>
        </p:nvSpPr>
        <p:spPr>
          <a:xfrm>
            <a:off x="4434858" y="2291357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6C810C41-7CE6-02B0-5688-895AD509358E}"/>
              </a:ext>
            </a:extLst>
          </p:cNvPr>
          <p:cNvSpPr txBox="1">
            <a:spLocks/>
          </p:cNvSpPr>
          <p:nvPr/>
        </p:nvSpPr>
        <p:spPr>
          <a:xfrm>
            <a:off x="6203205" y="1361482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lvl="0" algn="r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B630D510-A0C5-6ECB-6C1D-097847414CA6}"/>
              </a:ext>
            </a:extLst>
          </p:cNvPr>
          <p:cNvSpPr txBox="1">
            <a:spLocks/>
          </p:cNvSpPr>
          <p:nvPr/>
        </p:nvSpPr>
        <p:spPr>
          <a:xfrm>
            <a:off x="6203205" y="1675030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10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3BA8D3DD-5A57-0DFE-8BD9-4821464FF411}"/>
              </a:ext>
            </a:extLst>
          </p:cNvPr>
          <p:cNvSpPr txBox="1">
            <a:spLocks/>
          </p:cNvSpPr>
          <p:nvPr/>
        </p:nvSpPr>
        <p:spPr>
          <a:xfrm>
            <a:off x="6203205" y="2291357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97799787-A611-BF0C-E45B-A57E9153730A}"/>
              </a:ext>
            </a:extLst>
          </p:cNvPr>
          <p:cNvSpPr txBox="1">
            <a:spLocks/>
          </p:cNvSpPr>
          <p:nvPr/>
        </p:nvSpPr>
        <p:spPr>
          <a:xfrm>
            <a:off x="7971552" y="1361482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lvl="0" algn="r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B4C01814-5D6C-DD32-0D12-001742622A91}"/>
              </a:ext>
            </a:extLst>
          </p:cNvPr>
          <p:cNvSpPr txBox="1">
            <a:spLocks/>
          </p:cNvSpPr>
          <p:nvPr/>
        </p:nvSpPr>
        <p:spPr>
          <a:xfrm>
            <a:off x="7971552" y="1675030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10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3B3D6D92-6703-F6ED-021A-CE3FD73415EF}"/>
              </a:ext>
            </a:extLst>
          </p:cNvPr>
          <p:cNvSpPr txBox="1">
            <a:spLocks/>
          </p:cNvSpPr>
          <p:nvPr/>
        </p:nvSpPr>
        <p:spPr>
          <a:xfrm>
            <a:off x="7971552" y="2291357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25" name="Textfeld 124">
            <a:extLst>
              <a:ext uri="{FF2B5EF4-FFF2-40B4-BE49-F238E27FC236}">
                <a16:creationId xmlns:a16="http://schemas.microsoft.com/office/drawing/2014/main" id="{E12C250F-898C-E465-629A-8E73B06FD03B}"/>
              </a:ext>
            </a:extLst>
          </p:cNvPr>
          <p:cNvSpPr txBox="1">
            <a:spLocks/>
          </p:cNvSpPr>
          <p:nvPr/>
        </p:nvSpPr>
        <p:spPr>
          <a:xfrm>
            <a:off x="9739899" y="1361482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lvl="0" algn="r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DF311018-9D23-7B1B-EF0A-AA2142E3604B}"/>
              </a:ext>
            </a:extLst>
          </p:cNvPr>
          <p:cNvSpPr txBox="1">
            <a:spLocks/>
          </p:cNvSpPr>
          <p:nvPr/>
        </p:nvSpPr>
        <p:spPr>
          <a:xfrm>
            <a:off x="9739899" y="1675030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10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EEA02965-45BB-145F-AF6F-AEA673B2D87A}"/>
              </a:ext>
            </a:extLst>
          </p:cNvPr>
          <p:cNvSpPr txBox="1">
            <a:spLocks/>
          </p:cNvSpPr>
          <p:nvPr/>
        </p:nvSpPr>
        <p:spPr>
          <a:xfrm>
            <a:off x="9739899" y="2291357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30" name="Textfeld 129">
            <a:extLst>
              <a:ext uri="{FF2B5EF4-FFF2-40B4-BE49-F238E27FC236}">
                <a16:creationId xmlns:a16="http://schemas.microsoft.com/office/drawing/2014/main" id="{B0F2EBA6-34E9-7241-FB58-4FE491975B01}"/>
              </a:ext>
            </a:extLst>
          </p:cNvPr>
          <p:cNvSpPr txBox="1">
            <a:spLocks/>
          </p:cNvSpPr>
          <p:nvPr/>
        </p:nvSpPr>
        <p:spPr>
          <a:xfrm>
            <a:off x="898164" y="3000949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lvl="0" algn="r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493F07FA-A790-9870-BBE3-2FC398621D36}"/>
              </a:ext>
            </a:extLst>
          </p:cNvPr>
          <p:cNvSpPr txBox="1">
            <a:spLocks/>
          </p:cNvSpPr>
          <p:nvPr/>
        </p:nvSpPr>
        <p:spPr>
          <a:xfrm>
            <a:off x="898164" y="3314497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10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542905C1-4483-FB53-24D9-517E33311ECD}"/>
              </a:ext>
            </a:extLst>
          </p:cNvPr>
          <p:cNvSpPr txBox="1">
            <a:spLocks/>
          </p:cNvSpPr>
          <p:nvPr/>
        </p:nvSpPr>
        <p:spPr>
          <a:xfrm>
            <a:off x="898164" y="3966824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29" name="Textfeld 128">
            <a:extLst>
              <a:ext uri="{FF2B5EF4-FFF2-40B4-BE49-F238E27FC236}">
                <a16:creationId xmlns:a16="http://schemas.microsoft.com/office/drawing/2014/main" id="{3DCD16BE-8770-ECA3-1243-0AA320B55313}"/>
              </a:ext>
            </a:extLst>
          </p:cNvPr>
          <p:cNvSpPr txBox="1">
            <a:spLocks/>
          </p:cNvSpPr>
          <p:nvPr/>
        </p:nvSpPr>
        <p:spPr>
          <a:xfrm>
            <a:off x="2666511" y="3000949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lvl="0" algn="r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B91B722F-9185-13BE-8E43-E5CFDBF5405B}"/>
              </a:ext>
            </a:extLst>
          </p:cNvPr>
          <p:cNvSpPr txBox="1">
            <a:spLocks/>
          </p:cNvSpPr>
          <p:nvPr/>
        </p:nvSpPr>
        <p:spPr>
          <a:xfrm>
            <a:off x="2666511" y="3314497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10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1EE7B051-B3A6-D7C3-27B6-5B56B53F87D1}"/>
              </a:ext>
            </a:extLst>
          </p:cNvPr>
          <p:cNvSpPr txBox="1">
            <a:spLocks/>
          </p:cNvSpPr>
          <p:nvPr/>
        </p:nvSpPr>
        <p:spPr>
          <a:xfrm>
            <a:off x="2666511" y="3966824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28" name="Textfeld 127">
            <a:extLst>
              <a:ext uri="{FF2B5EF4-FFF2-40B4-BE49-F238E27FC236}">
                <a16:creationId xmlns:a16="http://schemas.microsoft.com/office/drawing/2014/main" id="{20611D6D-E739-BB92-30DF-EBF50960B973}"/>
              </a:ext>
            </a:extLst>
          </p:cNvPr>
          <p:cNvSpPr txBox="1">
            <a:spLocks/>
          </p:cNvSpPr>
          <p:nvPr/>
        </p:nvSpPr>
        <p:spPr>
          <a:xfrm>
            <a:off x="4434858" y="3000949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lvl="0" algn="r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3AF8EC31-2600-309F-5604-7BB6ECD760A0}"/>
              </a:ext>
            </a:extLst>
          </p:cNvPr>
          <p:cNvSpPr txBox="1">
            <a:spLocks/>
          </p:cNvSpPr>
          <p:nvPr/>
        </p:nvSpPr>
        <p:spPr>
          <a:xfrm>
            <a:off x="4434858" y="3314497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10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3FE39156-6541-577D-B633-F4F61E377BC2}"/>
              </a:ext>
            </a:extLst>
          </p:cNvPr>
          <p:cNvSpPr txBox="1">
            <a:spLocks/>
          </p:cNvSpPr>
          <p:nvPr/>
        </p:nvSpPr>
        <p:spPr>
          <a:xfrm>
            <a:off x="4434858" y="3966824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0F824971-A457-AABE-27FA-0621DACE4169}"/>
              </a:ext>
            </a:extLst>
          </p:cNvPr>
          <p:cNvSpPr txBox="1">
            <a:spLocks/>
          </p:cNvSpPr>
          <p:nvPr/>
        </p:nvSpPr>
        <p:spPr>
          <a:xfrm>
            <a:off x="6203205" y="3000949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lvl="0" algn="r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26CD8E69-50D1-307E-A655-44E62F4DCAAA}"/>
              </a:ext>
            </a:extLst>
          </p:cNvPr>
          <p:cNvSpPr txBox="1">
            <a:spLocks/>
          </p:cNvSpPr>
          <p:nvPr/>
        </p:nvSpPr>
        <p:spPr>
          <a:xfrm>
            <a:off x="6203205" y="3314497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10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35FD9BC9-35BD-F372-2FEC-8FF040C67BDF}"/>
              </a:ext>
            </a:extLst>
          </p:cNvPr>
          <p:cNvSpPr txBox="1">
            <a:spLocks/>
          </p:cNvSpPr>
          <p:nvPr/>
        </p:nvSpPr>
        <p:spPr>
          <a:xfrm>
            <a:off x="6203205" y="3966824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26" name="Textfeld 125">
            <a:extLst>
              <a:ext uri="{FF2B5EF4-FFF2-40B4-BE49-F238E27FC236}">
                <a16:creationId xmlns:a16="http://schemas.microsoft.com/office/drawing/2014/main" id="{E470AB00-4E77-D6C8-8ACA-4F83F7C288FE}"/>
              </a:ext>
            </a:extLst>
          </p:cNvPr>
          <p:cNvSpPr txBox="1">
            <a:spLocks/>
          </p:cNvSpPr>
          <p:nvPr/>
        </p:nvSpPr>
        <p:spPr>
          <a:xfrm>
            <a:off x="7971552" y="3000949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lvl="0" algn="r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7C8CD3A1-46A6-D0D4-13A5-1F05C1A3BC30}"/>
              </a:ext>
            </a:extLst>
          </p:cNvPr>
          <p:cNvSpPr txBox="1">
            <a:spLocks/>
          </p:cNvSpPr>
          <p:nvPr/>
        </p:nvSpPr>
        <p:spPr>
          <a:xfrm>
            <a:off x="7971552" y="3314497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10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C95B856E-50AE-A0AB-DB5A-18982D7ED537}"/>
              </a:ext>
            </a:extLst>
          </p:cNvPr>
          <p:cNvSpPr txBox="1">
            <a:spLocks/>
          </p:cNvSpPr>
          <p:nvPr/>
        </p:nvSpPr>
        <p:spPr>
          <a:xfrm>
            <a:off x="7971552" y="3966824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918A5E60-F9D2-55DB-4EFD-86AF8C53AD33}"/>
              </a:ext>
            </a:extLst>
          </p:cNvPr>
          <p:cNvSpPr txBox="1">
            <a:spLocks/>
          </p:cNvSpPr>
          <p:nvPr/>
        </p:nvSpPr>
        <p:spPr>
          <a:xfrm>
            <a:off x="9739899" y="3000949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lvl="0" algn="r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106" name="Textfeld 105">
            <a:extLst>
              <a:ext uri="{FF2B5EF4-FFF2-40B4-BE49-F238E27FC236}">
                <a16:creationId xmlns:a16="http://schemas.microsoft.com/office/drawing/2014/main" id="{FB0CE85A-E8A2-9C32-446D-83CA74AEF1D9}"/>
              </a:ext>
            </a:extLst>
          </p:cNvPr>
          <p:cNvSpPr txBox="1">
            <a:spLocks/>
          </p:cNvSpPr>
          <p:nvPr/>
        </p:nvSpPr>
        <p:spPr>
          <a:xfrm>
            <a:off x="9739899" y="3314497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10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A1FF716D-5CE1-2C34-09DC-B83FDB259092}"/>
              </a:ext>
            </a:extLst>
          </p:cNvPr>
          <p:cNvSpPr txBox="1">
            <a:spLocks/>
          </p:cNvSpPr>
          <p:nvPr/>
        </p:nvSpPr>
        <p:spPr>
          <a:xfrm>
            <a:off x="9739899" y="3966824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18326D09-0D32-FD3D-2802-ED790B589DAA}"/>
              </a:ext>
            </a:extLst>
          </p:cNvPr>
          <p:cNvSpPr txBox="1">
            <a:spLocks/>
          </p:cNvSpPr>
          <p:nvPr/>
        </p:nvSpPr>
        <p:spPr>
          <a:xfrm>
            <a:off x="898164" y="4573262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lvl="0" algn="r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F95F32AF-04C0-CA23-9197-BE47025BEAF3}"/>
              </a:ext>
            </a:extLst>
          </p:cNvPr>
          <p:cNvSpPr txBox="1">
            <a:spLocks/>
          </p:cNvSpPr>
          <p:nvPr/>
        </p:nvSpPr>
        <p:spPr>
          <a:xfrm>
            <a:off x="898164" y="4874451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10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E5DECA81-DA5D-70CA-4153-62C378081362}"/>
              </a:ext>
            </a:extLst>
          </p:cNvPr>
          <p:cNvSpPr txBox="1">
            <a:spLocks/>
          </p:cNvSpPr>
          <p:nvPr/>
        </p:nvSpPr>
        <p:spPr>
          <a:xfrm>
            <a:off x="898164" y="5526778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32" name="Textfeld 131">
            <a:extLst>
              <a:ext uri="{FF2B5EF4-FFF2-40B4-BE49-F238E27FC236}">
                <a16:creationId xmlns:a16="http://schemas.microsoft.com/office/drawing/2014/main" id="{FC8FC7DC-A0A9-40D9-798B-0A82B91EF500}"/>
              </a:ext>
            </a:extLst>
          </p:cNvPr>
          <p:cNvSpPr txBox="1">
            <a:spLocks/>
          </p:cNvSpPr>
          <p:nvPr/>
        </p:nvSpPr>
        <p:spPr>
          <a:xfrm>
            <a:off x="2666511" y="4573262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lvl="0" algn="r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329C4F15-E040-7387-9848-84A37A784D43}"/>
              </a:ext>
            </a:extLst>
          </p:cNvPr>
          <p:cNvSpPr txBox="1">
            <a:spLocks/>
          </p:cNvSpPr>
          <p:nvPr/>
        </p:nvSpPr>
        <p:spPr>
          <a:xfrm>
            <a:off x="2666511" y="4874451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10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3652E353-FF05-7EAE-6A3A-7B0DE4114512}"/>
              </a:ext>
            </a:extLst>
          </p:cNvPr>
          <p:cNvSpPr txBox="1">
            <a:spLocks/>
          </p:cNvSpPr>
          <p:nvPr/>
        </p:nvSpPr>
        <p:spPr>
          <a:xfrm>
            <a:off x="2666511" y="5526778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33" name="Textfeld 132">
            <a:extLst>
              <a:ext uri="{FF2B5EF4-FFF2-40B4-BE49-F238E27FC236}">
                <a16:creationId xmlns:a16="http://schemas.microsoft.com/office/drawing/2014/main" id="{A6BF74D2-E803-8BE5-AC00-3ACF2EB8E7ED}"/>
              </a:ext>
            </a:extLst>
          </p:cNvPr>
          <p:cNvSpPr txBox="1">
            <a:spLocks/>
          </p:cNvSpPr>
          <p:nvPr/>
        </p:nvSpPr>
        <p:spPr>
          <a:xfrm>
            <a:off x="4434858" y="4573262"/>
            <a:ext cx="155234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lvl="0" algn="r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AECCA1D1-FCBC-E3BF-F175-7059A2B6E633}"/>
              </a:ext>
            </a:extLst>
          </p:cNvPr>
          <p:cNvSpPr txBox="1">
            <a:spLocks/>
          </p:cNvSpPr>
          <p:nvPr/>
        </p:nvSpPr>
        <p:spPr>
          <a:xfrm>
            <a:off x="4434858" y="4874451"/>
            <a:ext cx="1552347" cy="226591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72000" tIns="36000" rIns="72000" bIns="3600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1000" dirty="0">
                <a:solidFill>
                  <a:srgbClr val="00AEEF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XXXX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1DC64343-ABE4-498E-6DD7-9F0541F6CED8}"/>
              </a:ext>
            </a:extLst>
          </p:cNvPr>
          <p:cNvSpPr txBox="1">
            <a:spLocks/>
          </p:cNvSpPr>
          <p:nvPr/>
        </p:nvSpPr>
        <p:spPr>
          <a:xfrm>
            <a:off x="4434858" y="5526778"/>
            <a:ext cx="15523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361950">
              <a:spcAft>
                <a:spcPts val="300"/>
              </a:spcAft>
              <a:defRPr/>
            </a:pP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800" dirty="0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800" dirty="0" err="1">
                <a:solidFill>
                  <a:prstClr val="white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endParaRPr lang="en-GB" sz="800" dirty="0">
              <a:solidFill>
                <a:prstClr val="white"/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77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500"/>
                            </p:stCondLst>
                            <p:childTnLst>
                              <p:par>
                                <p:cTn id="7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00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500"/>
                            </p:stCondLst>
                            <p:childTnLst>
                              <p:par>
                                <p:cTn id="8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90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1CC75-BA5B-8800-75DB-587272CED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C610C0E4-78AF-6E16-7A4D-21314B8954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12631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10C0E4-78AF-6E16-7A4D-21314B8954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Grafik 16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3F91E837-4D14-3934-0885-27AA38927556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06684" y="3883555"/>
            <a:ext cx="1085480" cy="1173115"/>
          </a:xfrm>
          <a:prstGeom prst="rect">
            <a:avLst/>
          </a:prstGeom>
        </p:spPr>
      </p:pic>
      <p:pic>
        <p:nvPicPr>
          <p:cNvPr id="18" name="Grafik 17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56293351-B5E5-48FF-AFA1-495AACDAA9A5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00164" y="3883555"/>
            <a:ext cx="1085480" cy="1173115"/>
          </a:xfrm>
          <a:prstGeom prst="rect">
            <a:avLst/>
          </a:prstGeom>
        </p:spPr>
      </p:pic>
      <p:pic>
        <p:nvPicPr>
          <p:cNvPr id="19" name="Grafik 18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69C0EBBB-0009-2FD8-AADF-88435EBA86FE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93644" y="3883555"/>
            <a:ext cx="1085480" cy="1173115"/>
          </a:xfrm>
          <a:prstGeom prst="rect">
            <a:avLst/>
          </a:prstGeom>
        </p:spPr>
      </p:pic>
      <p:pic>
        <p:nvPicPr>
          <p:cNvPr id="20" name="Grafik 19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4B364C9A-D23F-D5C5-DCFE-FE377A1C6F90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87125" y="3883555"/>
            <a:ext cx="1085480" cy="1173115"/>
          </a:xfrm>
          <a:prstGeom prst="rect">
            <a:avLst/>
          </a:prstGeom>
        </p:spPr>
      </p:pic>
      <p:pic>
        <p:nvPicPr>
          <p:cNvPr id="21" name="Grafik 20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60768B4E-CEC7-5A86-D864-99152B09E58C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80605" y="3883555"/>
            <a:ext cx="1085480" cy="1173115"/>
          </a:xfrm>
          <a:prstGeom prst="rect">
            <a:avLst/>
          </a:prstGeom>
        </p:spPr>
      </p:pic>
      <p:pic>
        <p:nvPicPr>
          <p:cNvPr id="22" name="Grafik 21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A75E54EC-7776-7D9F-23FD-8627E54EA6AF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74085" y="3883555"/>
            <a:ext cx="1085480" cy="1173115"/>
          </a:xfrm>
          <a:prstGeom prst="rect">
            <a:avLst/>
          </a:prstGeom>
        </p:spPr>
      </p:pic>
      <p:pic>
        <p:nvPicPr>
          <p:cNvPr id="23" name="Grafik 22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D8DBAE9D-A767-3365-CBA2-5C513FA4CB77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67565" y="3883555"/>
            <a:ext cx="1085480" cy="1173115"/>
          </a:xfrm>
          <a:prstGeom prst="rect">
            <a:avLst/>
          </a:prstGeom>
        </p:spPr>
      </p:pic>
      <p:sp>
        <p:nvSpPr>
          <p:cNvPr id="33" name="Rechteck 32">
            <a:extLst>
              <a:ext uri="{FF2B5EF4-FFF2-40B4-BE49-F238E27FC236}">
                <a16:creationId xmlns:a16="http://schemas.microsoft.com/office/drawing/2014/main" id="{C27BFA45-E78A-0589-2DD7-62C100A99E9E}"/>
              </a:ext>
            </a:extLst>
          </p:cNvPr>
          <p:cNvSpPr>
            <a:spLocks/>
          </p:cNvSpPr>
          <p:nvPr/>
        </p:nvSpPr>
        <p:spPr>
          <a:xfrm>
            <a:off x="0" y="1617662"/>
            <a:ext cx="3044021" cy="44275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9E1647E-2801-E84B-0DBB-FC5EFED8F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Leadership slide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9EF8563-C62B-888B-BB0C-54BF07E638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89A8DA4-A45D-545B-ABC7-A3C0AFA973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With placeholders</a:t>
            </a:r>
          </a:p>
        </p:txBody>
      </p:sp>
      <p:sp>
        <p:nvSpPr>
          <p:cNvPr id="32" name="TextBox 45">
            <a:extLst>
              <a:ext uri="{FF2B5EF4-FFF2-40B4-BE49-F238E27FC236}">
                <a16:creationId xmlns:a16="http://schemas.microsoft.com/office/drawing/2014/main" id="{C92046F3-F51F-9559-0DC2-AF0D22F60E57}"/>
              </a:ext>
            </a:extLst>
          </p:cNvPr>
          <p:cNvSpPr txBox="1">
            <a:spLocks/>
          </p:cNvSpPr>
          <p:nvPr/>
        </p:nvSpPr>
        <p:spPr>
          <a:xfrm>
            <a:off x="541339" y="4202561"/>
            <a:ext cx="2219613" cy="1015663"/>
          </a:xfrm>
          <a:prstGeom prst="rect">
            <a:avLst/>
          </a:prstGeom>
        </p:spPr>
        <p:txBody>
          <a:bodyPr vert="horz" wrap="square" lIns="144000" tIns="0" rIns="10800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dirty="0">
                <a:solidFill>
                  <a:schemeClr val="bg1"/>
                </a:solidFill>
              </a:rPr>
              <a:t>“Lorem ipsum </a:t>
            </a:r>
            <a:r>
              <a:rPr lang="en-GB" sz="1100" dirty="0" err="1">
                <a:solidFill>
                  <a:schemeClr val="bg1"/>
                </a:solidFill>
              </a:rPr>
              <a:t>dolor</a:t>
            </a:r>
            <a:r>
              <a:rPr lang="en-GB" sz="1100" dirty="0">
                <a:solidFill>
                  <a:schemeClr val="bg1"/>
                </a:solidFill>
              </a:rPr>
              <a:t> sit </a:t>
            </a:r>
            <a:r>
              <a:rPr lang="en-GB" sz="1100" dirty="0" err="1">
                <a:solidFill>
                  <a:schemeClr val="bg1"/>
                </a:solidFill>
              </a:rPr>
              <a:t>amet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dirty="0" err="1">
                <a:solidFill>
                  <a:schemeClr val="bg1"/>
                </a:solidFill>
              </a:rPr>
              <a:t>consetetur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sadipscing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elitr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dirty="0" err="1">
                <a:solidFill>
                  <a:schemeClr val="bg1"/>
                </a:solidFill>
              </a:rPr>
              <a:t>sed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diam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nonumy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eirmod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tempor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invidunt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ut</a:t>
            </a:r>
            <a:r>
              <a:rPr lang="en-GB" sz="1100" dirty="0">
                <a:solidFill>
                  <a:schemeClr val="bg1"/>
                </a:solidFill>
              </a:rPr>
              <a:t> labore et dolore magna </a:t>
            </a:r>
            <a:r>
              <a:rPr lang="en-GB" sz="1100" dirty="0" err="1">
                <a:solidFill>
                  <a:schemeClr val="bg1"/>
                </a:solidFill>
              </a:rPr>
              <a:t>aliquyam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erat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dirty="0" err="1">
                <a:solidFill>
                  <a:schemeClr val="bg1"/>
                </a:solidFill>
              </a:rPr>
              <a:t>sed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diam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voluptua</a:t>
            </a:r>
            <a:r>
              <a:rPr lang="en-GB" sz="1100" dirty="0">
                <a:solidFill>
                  <a:schemeClr val="bg1"/>
                </a:solidFill>
              </a:rPr>
              <a:t>.”</a:t>
            </a:r>
          </a:p>
        </p:txBody>
      </p:sp>
      <p:sp>
        <p:nvSpPr>
          <p:cNvPr id="35" name="TextBox 45">
            <a:extLst>
              <a:ext uri="{FF2B5EF4-FFF2-40B4-BE49-F238E27FC236}">
                <a16:creationId xmlns:a16="http://schemas.microsoft.com/office/drawing/2014/main" id="{708ED7F4-DF2A-903B-7FD8-CA3E77E02F29}"/>
              </a:ext>
            </a:extLst>
          </p:cNvPr>
          <p:cNvSpPr txBox="1">
            <a:spLocks/>
          </p:cNvSpPr>
          <p:nvPr/>
        </p:nvSpPr>
        <p:spPr>
          <a:xfrm>
            <a:off x="541339" y="3549952"/>
            <a:ext cx="221961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accent2"/>
                </a:solidFill>
              </a:rPr>
              <a:t>Lorem ipsum</a:t>
            </a:r>
          </a:p>
          <a:p>
            <a:r>
              <a:rPr lang="en-GB" dirty="0">
                <a:solidFill>
                  <a:schemeClr val="bg1"/>
                </a:solidFill>
              </a:rPr>
              <a:t>Lorem ipsum </a:t>
            </a:r>
            <a:r>
              <a:rPr lang="en-GB" dirty="0" err="1">
                <a:solidFill>
                  <a:schemeClr val="bg1"/>
                </a:solidFill>
              </a:rPr>
              <a:t>dolor</a:t>
            </a:r>
            <a:r>
              <a:rPr lang="en-GB" dirty="0">
                <a:solidFill>
                  <a:schemeClr val="bg1"/>
                </a:solidFill>
              </a:rPr>
              <a:t> sit </a:t>
            </a:r>
            <a:r>
              <a:rPr lang="en-GB" dirty="0" err="1">
                <a:solidFill>
                  <a:schemeClr val="bg1"/>
                </a:solidFill>
              </a:rPr>
              <a:t>amet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6" name="object 47">
            <a:extLst>
              <a:ext uri="{FF2B5EF4-FFF2-40B4-BE49-F238E27FC236}">
                <a16:creationId xmlns:a16="http://schemas.microsoft.com/office/drawing/2014/main" id="{F09AA7C6-92D5-0DCF-B3DF-6022512ED2C3}"/>
              </a:ext>
            </a:extLst>
          </p:cNvPr>
          <p:cNvSpPr txBox="1">
            <a:spLocks/>
          </p:cNvSpPr>
          <p:nvPr/>
        </p:nvSpPr>
        <p:spPr>
          <a:xfrm>
            <a:off x="3406684" y="2898777"/>
            <a:ext cx="10854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Graphik Semibold"/>
              </a:rPr>
              <a:t>Lorem ipsum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3" name="object 47">
            <a:extLst>
              <a:ext uri="{FF2B5EF4-FFF2-40B4-BE49-F238E27FC236}">
                <a16:creationId xmlns:a16="http://schemas.microsoft.com/office/drawing/2014/main" id="{5163534B-13AC-9EFE-7949-517D953F1F5C}"/>
              </a:ext>
            </a:extLst>
          </p:cNvPr>
          <p:cNvSpPr txBox="1">
            <a:spLocks/>
          </p:cNvSpPr>
          <p:nvPr/>
        </p:nvSpPr>
        <p:spPr>
          <a:xfrm>
            <a:off x="5793646" y="2898777"/>
            <a:ext cx="10854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Graphik Medium"/>
            </a:endParaRPr>
          </a:p>
        </p:txBody>
      </p:sp>
      <p:sp>
        <p:nvSpPr>
          <p:cNvPr id="105" name="object 47">
            <a:extLst>
              <a:ext uri="{FF2B5EF4-FFF2-40B4-BE49-F238E27FC236}">
                <a16:creationId xmlns:a16="http://schemas.microsoft.com/office/drawing/2014/main" id="{73526C44-540C-8570-21E9-BD1B009B0124}"/>
              </a:ext>
            </a:extLst>
          </p:cNvPr>
          <p:cNvSpPr txBox="1">
            <a:spLocks/>
          </p:cNvSpPr>
          <p:nvPr/>
        </p:nvSpPr>
        <p:spPr>
          <a:xfrm>
            <a:off x="6987125" y="2898777"/>
            <a:ext cx="10854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Graphik Medium"/>
            </a:endParaRPr>
          </a:p>
        </p:txBody>
      </p:sp>
      <p:sp>
        <p:nvSpPr>
          <p:cNvPr id="107" name="object 47">
            <a:extLst>
              <a:ext uri="{FF2B5EF4-FFF2-40B4-BE49-F238E27FC236}">
                <a16:creationId xmlns:a16="http://schemas.microsoft.com/office/drawing/2014/main" id="{08DFEB1A-5AE9-BEC6-CA70-1D29A14B7131}"/>
              </a:ext>
            </a:extLst>
          </p:cNvPr>
          <p:cNvSpPr txBox="1">
            <a:spLocks/>
          </p:cNvSpPr>
          <p:nvPr/>
        </p:nvSpPr>
        <p:spPr>
          <a:xfrm>
            <a:off x="8180606" y="2898777"/>
            <a:ext cx="10854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Graphik Medium"/>
            </a:endParaRPr>
          </a:p>
        </p:txBody>
      </p:sp>
      <p:sp>
        <p:nvSpPr>
          <p:cNvPr id="109" name="object 47">
            <a:extLst>
              <a:ext uri="{FF2B5EF4-FFF2-40B4-BE49-F238E27FC236}">
                <a16:creationId xmlns:a16="http://schemas.microsoft.com/office/drawing/2014/main" id="{843F71D4-1BC6-3D7C-7310-364E249B7A2F}"/>
              </a:ext>
            </a:extLst>
          </p:cNvPr>
          <p:cNvSpPr txBox="1">
            <a:spLocks/>
          </p:cNvSpPr>
          <p:nvPr/>
        </p:nvSpPr>
        <p:spPr>
          <a:xfrm>
            <a:off x="9374085" y="2898777"/>
            <a:ext cx="10854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1" name="object 47">
            <a:extLst>
              <a:ext uri="{FF2B5EF4-FFF2-40B4-BE49-F238E27FC236}">
                <a16:creationId xmlns:a16="http://schemas.microsoft.com/office/drawing/2014/main" id="{676EBD05-6418-8E57-B57C-C7FEB820239E}"/>
              </a:ext>
            </a:extLst>
          </p:cNvPr>
          <p:cNvSpPr txBox="1">
            <a:spLocks/>
          </p:cNvSpPr>
          <p:nvPr/>
        </p:nvSpPr>
        <p:spPr>
          <a:xfrm>
            <a:off x="3406684" y="5164670"/>
            <a:ext cx="1185585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3" name="object 47">
            <a:extLst>
              <a:ext uri="{FF2B5EF4-FFF2-40B4-BE49-F238E27FC236}">
                <a16:creationId xmlns:a16="http://schemas.microsoft.com/office/drawing/2014/main" id="{EC520509-B0E3-B9ED-726F-9A3564A97106}"/>
              </a:ext>
            </a:extLst>
          </p:cNvPr>
          <p:cNvSpPr txBox="1">
            <a:spLocks/>
          </p:cNvSpPr>
          <p:nvPr/>
        </p:nvSpPr>
        <p:spPr>
          <a:xfrm>
            <a:off x="10567564" y="2898777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5" name="object 47">
            <a:extLst>
              <a:ext uri="{FF2B5EF4-FFF2-40B4-BE49-F238E27FC236}">
                <a16:creationId xmlns:a16="http://schemas.microsoft.com/office/drawing/2014/main" id="{8F362BC5-F24C-2493-7C48-6DBCD2BD5820}"/>
              </a:ext>
            </a:extLst>
          </p:cNvPr>
          <p:cNvSpPr txBox="1">
            <a:spLocks/>
          </p:cNvSpPr>
          <p:nvPr/>
        </p:nvSpPr>
        <p:spPr>
          <a:xfrm>
            <a:off x="4600164" y="5164670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7" name="object 47">
            <a:extLst>
              <a:ext uri="{FF2B5EF4-FFF2-40B4-BE49-F238E27FC236}">
                <a16:creationId xmlns:a16="http://schemas.microsoft.com/office/drawing/2014/main" id="{1EC473C8-38E3-5813-48D9-07A3F87F1410}"/>
              </a:ext>
            </a:extLst>
          </p:cNvPr>
          <p:cNvSpPr txBox="1">
            <a:spLocks/>
          </p:cNvSpPr>
          <p:nvPr/>
        </p:nvSpPr>
        <p:spPr>
          <a:xfrm>
            <a:off x="5793644" y="5164670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9" name="object 47">
            <a:extLst>
              <a:ext uri="{FF2B5EF4-FFF2-40B4-BE49-F238E27FC236}">
                <a16:creationId xmlns:a16="http://schemas.microsoft.com/office/drawing/2014/main" id="{28A34C65-9884-B026-DF15-AA069A68ECA7}"/>
              </a:ext>
            </a:extLst>
          </p:cNvPr>
          <p:cNvSpPr txBox="1">
            <a:spLocks/>
          </p:cNvSpPr>
          <p:nvPr/>
        </p:nvSpPr>
        <p:spPr>
          <a:xfrm>
            <a:off x="6987125" y="5164670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21" name="object 47">
            <a:extLst>
              <a:ext uri="{FF2B5EF4-FFF2-40B4-BE49-F238E27FC236}">
                <a16:creationId xmlns:a16="http://schemas.microsoft.com/office/drawing/2014/main" id="{344A4401-FFEB-5105-F843-11F2115FCF28}"/>
              </a:ext>
            </a:extLst>
          </p:cNvPr>
          <p:cNvSpPr txBox="1">
            <a:spLocks/>
          </p:cNvSpPr>
          <p:nvPr/>
        </p:nvSpPr>
        <p:spPr>
          <a:xfrm>
            <a:off x="8180605" y="5164670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23" name="object 47">
            <a:extLst>
              <a:ext uri="{FF2B5EF4-FFF2-40B4-BE49-F238E27FC236}">
                <a16:creationId xmlns:a16="http://schemas.microsoft.com/office/drawing/2014/main" id="{54BBD66A-D759-49AE-C906-2084150D3CDE}"/>
              </a:ext>
            </a:extLst>
          </p:cNvPr>
          <p:cNvSpPr txBox="1">
            <a:spLocks/>
          </p:cNvSpPr>
          <p:nvPr/>
        </p:nvSpPr>
        <p:spPr>
          <a:xfrm>
            <a:off x="9374086" y="5164670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25" name="object 47">
            <a:extLst>
              <a:ext uri="{FF2B5EF4-FFF2-40B4-BE49-F238E27FC236}">
                <a16:creationId xmlns:a16="http://schemas.microsoft.com/office/drawing/2014/main" id="{3571D374-34CE-EA7C-FA9C-3EA2FC1D5D8A}"/>
              </a:ext>
            </a:extLst>
          </p:cNvPr>
          <p:cNvSpPr txBox="1">
            <a:spLocks/>
          </p:cNvSpPr>
          <p:nvPr/>
        </p:nvSpPr>
        <p:spPr>
          <a:xfrm>
            <a:off x="10567565" y="5164670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42" name="object 47">
            <a:extLst>
              <a:ext uri="{FF2B5EF4-FFF2-40B4-BE49-F238E27FC236}">
                <a16:creationId xmlns:a16="http://schemas.microsoft.com/office/drawing/2014/main" id="{2F0F8680-2CED-12A9-F2D0-D2FF1DA5A6B2}"/>
              </a:ext>
            </a:extLst>
          </p:cNvPr>
          <p:cNvSpPr txBox="1">
            <a:spLocks/>
          </p:cNvSpPr>
          <p:nvPr/>
        </p:nvSpPr>
        <p:spPr>
          <a:xfrm>
            <a:off x="4600166" y="2898777"/>
            <a:ext cx="10854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bg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1978732-097F-EDB6-2349-2FA9FCDAEAF9}"/>
              </a:ext>
            </a:extLst>
          </p:cNvPr>
          <p:cNvSpPr>
            <a:spLocks/>
          </p:cNvSpPr>
          <p:nvPr/>
        </p:nvSpPr>
        <p:spPr>
          <a:xfrm rot="5400000" flipV="1">
            <a:off x="814617" y="1531945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4069701-A3BF-C460-F052-16497F2BD2B0}"/>
              </a:ext>
            </a:extLst>
          </p:cNvPr>
          <p:cNvCxnSpPr>
            <a:cxnSpLocks/>
          </p:cNvCxnSpPr>
          <p:nvPr/>
        </p:nvCxnSpPr>
        <p:spPr>
          <a:xfrm>
            <a:off x="541339" y="4204907"/>
            <a:ext cx="0" cy="1467924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fik 3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898DBB8C-648C-1474-150F-E0CFF0159C0D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8166" y="1857952"/>
            <a:ext cx="1584000" cy="1584000"/>
          </a:xfrm>
          <a:prstGeom prst="rect">
            <a:avLst/>
          </a:prstGeom>
        </p:spPr>
      </p:pic>
      <p:pic>
        <p:nvPicPr>
          <p:cNvPr id="7" name="Grafik 6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C74B7FE7-7CE3-25C5-8B5D-44683B9AE23E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06684" y="1617662"/>
            <a:ext cx="1085480" cy="1173115"/>
          </a:xfrm>
          <a:prstGeom prst="rect">
            <a:avLst/>
          </a:prstGeom>
        </p:spPr>
      </p:pic>
      <p:pic>
        <p:nvPicPr>
          <p:cNvPr id="8" name="Grafik 7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B73E4FFF-0CE3-94D8-25BF-FAA782A1C52C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00164" y="1617662"/>
            <a:ext cx="1085480" cy="1173115"/>
          </a:xfrm>
          <a:prstGeom prst="rect">
            <a:avLst/>
          </a:prstGeom>
        </p:spPr>
      </p:pic>
      <p:pic>
        <p:nvPicPr>
          <p:cNvPr id="11" name="Grafik 10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5D2EA4F2-7BB2-E7CE-BEA9-7647A022C80D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93644" y="1617662"/>
            <a:ext cx="1085480" cy="1173115"/>
          </a:xfrm>
          <a:prstGeom prst="rect">
            <a:avLst/>
          </a:prstGeom>
        </p:spPr>
      </p:pic>
      <p:pic>
        <p:nvPicPr>
          <p:cNvPr id="12" name="Grafik 11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12310E2F-C55E-D10C-0F59-3CDBEA19D1CE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87125" y="1617662"/>
            <a:ext cx="1085480" cy="1173115"/>
          </a:xfrm>
          <a:prstGeom prst="rect">
            <a:avLst/>
          </a:prstGeom>
        </p:spPr>
      </p:pic>
      <p:pic>
        <p:nvPicPr>
          <p:cNvPr id="13" name="Grafik 12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FFEF3698-C80F-77D9-18C1-AABB74DC4B9D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80605" y="1617662"/>
            <a:ext cx="1085480" cy="1173115"/>
          </a:xfrm>
          <a:prstGeom prst="rect">
            <a:avLst/>
          </a:prstGeom>
        </p:spPr>
      </p:pic>
      <p:pic>
        <p:nvPicPr>
          <p:cNvPr id="15" name="Grafik 14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635B2FB5-9136-7343-4D3A-13379C414D72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74085" y="1617662"/>
            <a:ext cx="1085480" cy="1173115"/>
          </a:xfrm>
          <a:prstGeom prst="rect">
            <a:avLst/>
          </a:prstGeom>
        </p:spPr>
      </p:pic>
      <p:pic>
        <p:nvPicPr>
          <p:cNvPr id="16" name="Grafik 15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A6409B6C-AF64-2414-5AA8-037CF2A35750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67565" y="1617662"/>
            <a:ext cx="1085480" cy="117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61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65E07-7906-1938-60BF-15AF02F6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F229B6B-B322-D53C-A6C9-4E2D76E4F6D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229B6B-B322-D53C-A6C9-4E2D76E4F6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" name="Bildplatzhalter 27" descr="Ein Bild, das Kleidung, Mann, Person, Anzug enthält.&#10;&#10;KI-generierte Inhalte können fehlerhaft sein.">
            <a:extLst>
              <a:ext uri="{FF2B5EF4-FFF2-40B4-BE49-F238E27FC236}">
                <a16:creationId xmlns:a16="http://schemas.microsoft.com/office/drawing/2014/main" id="{9763E447-B305-F786-12CC-9E9F9416DBC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3C4EA6DD-E867-4C51-9697-ACE3EB9BDF56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00000">
                <a:schemeClr val="tx2">
                  <a:alpha val="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B1F4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501BDFB-653F-CFF2-EA8D-1894EFCD4562}"/>
              </a:ext>
            </a:extLst>
          </p:cNvPr>
          <p:cNvSpPr>
            <a:spLocks/>
          </p:cNvSpPr>
          <p:nvPr/>
        </p:nvSpPr>
        <p:spPr>
          <a:xfrm>
            <a:off x="538163" y="3483475"/>
            <a:ext cx="11114087" cy="22950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Lorem ipsum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919F3B3-0DDE-C8B2-FE1D-68AFF27E642E}"/>
              </a:ext>
            </a:extLst>
          </p:cNvPr>
          <p:cNvGrpSpPr>
            <a:grpSpLocks/>
          </p:cNvGrpSpPr>
          <p:nvPr/>
        </p:nvGrpSpPr>
        <p:grpSpPr>
          <a:xfrm>
            <a:off x="924538" y="4516897"/>
            <a:ext cx="3207640" cy="861775"/>
            <a:chOff x="538163" y="2488571"/>
            <a:chExt cx="3207640" cy="861775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9A941A14-9280-1C63-3D44-3E747D20F59D}"/>
                </a:ext>
              </a:extLst>
            </p:cNvPr>
            <p:cNvSpPr txBox="1">
              <a:spLocks/>
            </p:cNvSpPr>
            <p:nvPr/>
          </p:nvSpPr>
          <p:spPr>
            <a:xfrm>
              <a:off x="767720" y="2488572"/>
              <a:ext cx="2978083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AEE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Lorem ipsum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AEE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dolor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AEE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sit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AEE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amet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AEE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Lorem ipsum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dolor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sit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amet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consetetur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sadipscing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elitr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sed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diam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nonumy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eirmod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tempor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invidunt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8628A64A-3DBE-BE69-7E0F-0422673BA695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2488571"/>
              <a:ext cx="49556" cy="861774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D3423F45-A690-1593-D91C-15367633ABDB}"/>
              </a:ext>
            </a:extLst>
          </p:cNvPr>
          <p:cNvGrpSpPr>
            <a:grpSpLocks/>
          </p:cNvGrpSpPr>
          <p:nvPr/>
        </p:nvGrpSpPr>
        <p:grpSpPr>
          <a:xfrm>
            <a:off x="4492179" y="4516897"/>
            <a:ext cx="3207642" cy="861774"/>
            <a:chOff x="538163" y="3333864"/>
            <a:chExt cx="3207642" cy="861774"/>
          </a:xfrm>
        </p:grpSpPr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63FE1963-B561-6459-2428-1AC37CDF159C}"/>
                </a:ext>
              </a:extLst>
            </p:cNvPr>
            <p:cNvSpPr txBox="1">
              <a:spLocks/>
            </p:cNvSpPr>
            <p:nvPr/>
          </p:nvSpPr>
          <p:spPr>
            <a:xfrm>
              <a:off x="767720" y="3333864"/>
              <a:ext cx="2978085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>
                <a:defRPr/>
              </a:pPr>
              <a:r>
                <a:rPr lang="en-GB" sz="1400" dirty="0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400" dirty="0">
                <a:solidFill>
                  <a:srgbClr val="00AEE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lvl="0">
                <a:defRPr/>
              </a:pP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eirmod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invidunt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3A8B2967-6B9D-9F0A-6D98-1C870D0029C1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3333864"/>
              <a:ext cx="49556" cy="861774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6BEFF6CD-B70A-C8A8-2301-DB3E33A42549}"/>
              </a:ext>
            </a:extLst>
          </p:cNvPr>
          <p:cNvGrpSpPr>
            <a:grpSpLocks/>
          </p:cNvGrpSpPr>
          <p:nvPr/>
        </p:nvGrpSpPr>
        <p:grpSpPr>
          <a:xfrm>
            <a:off x="8059820" y="4516897"/>
            <a:ext cx="3207642" cy="861775"/>
            <a:chOff x="538163" y="4179155"/>
            <a:chExt cx="3207642" cy="861775"/>
          </a:xfrm>
        </p:grpSpPr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3F1747B0-42B4-E172-9A5B-01BE80A24755}"/>
                </a:ext>
              </a:extLst>
            </p:cNvPr>
            <p:cNvSpPr txBox="1">
              <a:spLocks/>
            </p:cNvSpPr>
            <p:nvPr/>
          </p:nvSpPr>
          <p:spPr>
            <a:xfrm>
              <a:off x="767720" y="4179156"/>
              <a:ext cx="2978085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>
                <a:defRPr/>
              </a:pPr>
              <a:r>
                <a:rPr lang="en-GB" sz="1400" dirty="0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400" dirty="0">
                <a:solidFill>
                  <a:srgbClr val="00AEE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lvl="0">
                <a:defRPr/>
              </a:pP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eirmod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invidunt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B5F91013-C9DF-8F2E-2BAD-FFA29EAC4161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4179155"/>
              <a:ext cx="49556" cy="861774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8" name="Group 5">
            <a:extLst>
              <a:ext uri="{FF2B5EF4-FFF2-40B4-BE49-F238E27FC236}">
                <a16:creationId xmlns:a16="http://schemas.microsoft.com/office/drawing/2014/main" id="{46DC63DB-BF8C-5610-15EC-DD02CB78FDB7}"/>
              </a:ext>
            </a:extLst>
          </p:cNvPr>
          <p:cNvGrpSpPr/>
          <p:nvPr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39" name="Freeform: Shape 7">
              <a:extLst>
                <a:ext uri="{FF2B5EF4-FFF2-40B4-BE49-F238E27FC236}">
                  <a16:creationId xmlns:a16="http://schemas.microsoft.com/office/drawing/2014/main" id="{EA57110C-9CC2-202F-23D5-CCFB11278806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">
              <a:extLst>
                <a:ext uri="{FF2B5EF4-FFF2-40B4-BE49-F238E27FC236}">
                  <a16:creationId xmlns:a16="http://schemas.microsoft.com/office/drawing/2014/main" id="{51948A39-FBE1-FA61-EFC8-8C72A5125945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1B417B-D418-4687-BF78-54BE4F0642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109594-1B45-46DB-8A0B-416F125317D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3985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7BD8B-7D20-C1A6-2E29-084A09F0C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665C7D2-019E-BFCF-90AD-A480B51FB4D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5305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665C7D2-019E-BFCF-90AD-A480B51FB4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" name="Bildplatzhalter 35" descr="Ein Bild, das Electric Blue (Farbe), Screenshot, Majorelle Blue, Kobaltblau enthält.&#10;&#10;KI-generierte Inhalte können fehlerhaft sein.">
            <a:extLst>
              <a:ext uri="{FF2B5EF4-FFF2-40B4-BE49-F238E27FC236}">
                <a16:creationId xmlns:a16="http://schemas.microsoft.com/office/drawing/2014/main" id="{0F51339F-ECAC-B9A5-B547-FE223FB5EBA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66399794-24D1-864E-2D7F-9FE17D2AD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Text and image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4FCF98E-F8EF-6DD5-D654-5C502B3953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109594-1B45-46DB-8A0B-416F125317DC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9101441-337C-2887-C8F8-64A327E81443}"/>
              </a:ext>
            </a:extLst>
          </p:cNvPr>
          <p:cNvSpPr txBox="1">
            <a:spLocks/>
          </p:cNvSpPr>
          <p:nvPr/>
        </p:nvSpPr>
        <p:spPr>
          <a:xfrm>
            <a:off x="701701" y="2632543"/>
            <a:ext cx="5303812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74DFC00-DC55-1280-6E1E-CDF88168BF61}"/>
              </a:ext>
            </a:extLst>
          </p:cNvPr>
          <p:cNvSpPr>
            <a:spLocks/>
          </p:cNvSpPr>
          <p:nvPr/>
        </p:nvSpPr>
        <p:spPr>
          <a:xfrm rot="10800000" flipV="1">
            <a:off x="544145" y="2632543"/>
            <a:ext cx="49556" cy="646331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429B890-8D6C-2516-B0BB-6D558E8913F5}"/>
              </a:ext>
            </a:extLst>
          </p:cNvPr>
          <p:cNvSpPr txBox="1">
            <a:spLocks/>
          </p:cNvSpPr>
          <p:nvPr/>
        </p:nvSpPr>
        <p:spPr>
          <a:xfrm>
            <a:off x="701701" y="3458874"/>
            <a:ext cx="5303812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EF619D9-D746-1EC9-A7EB-BB5FD2B8E1A3}"/>
              </a:ext>
            </a:extLst>
          </p:cNvPr>
          <p:cNvSpPr>
            <a:spLocks/>
          </p:cNvSpPr>
          <p:nvPr/>
        </p:nvSpPr>
        <p:spPr>
          <a:xfrm rot="10800000" flipV="1">
            <a:off x="544145" y="3458874"/>
            <a:ext cx="49556" cy="646331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5CC0944-81EA-F3FA-67A4-F20A5C30946E}"/>
              </a:ext>
            </a:extLst>
          </p:cNvPr>
          <p:cNvSpPr txBox="1">
            <a:spLocks/>
          </p:cNvSpPr>
          <p:nvPr/>
        </p:nvSpPr>
        <p:spPr>
          <a:xfrm>
            <a:off x="701701" y="4285205"/>
            <a:ext cx="5303812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B10BD42-6223-01CB-1EC5-B0D421ADE7B7}"/>
              </a:ext>
            </a:extLst>
          </p:cNvPr>
          <p:cNvSpPr>
            <a:spLocks/>
          </p:cNvSpPr>
          <p:nvPr/>
        </p:nvSpPr>
        <p:spPr>
          <a:xfrm rot="10800000" flipV="1">
            <a:off x="544145" y="4285205"/>
            <a:ext cx="49556" cy="646331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FB8FBAB-7C06-E532-95F5-5DA0CC2D070E}"/>
              </a:ext>
            </a:extLst>
          </p:cNvPr>
          <p:cNvSpPr txBox="1">
            <a:spLocks/>
          </p:cNvSpPr>
          <p:nvPr/>
        </p:nvSpPr>
        <p:spPr>
          <a:xfrm>
            <a:off x="701701" y="5111536"/>
            <a:ext cx="5303812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EBAA4EF-2773-1DBF-81ED-F06320F18185}"/>
              </a:ext>
            </a:extLst>
          </p:cNvPr>
          <p:cNvSpPr>
            <a:spLocks/>
          </p:cNvSpPr>
          <p:nvPr/>
        </p:nvSpPr>
        <p:spPr>
          <a:xfrm rot="10800000" flipV="1">
            <a:off x="544145" y="5111536"/>
            <a:ext cx="49556" cy="646331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43FA7D-6071-8D38-0FEA-05CFD0A9B151}"/>
              </a:ext>
            </a:extLst>
          </p:cNvPr>
          <p:cNvSpPr txBox="1">
            <a:spLocks/>
          </p:cNvSpPr>
          <p:nvPr/>
        </p:nvSpPr>
        <p:spPr>
          <a:xfrm>
            <a:off x="544145" y="1621546"/>
            <a:ext cx="5451133" cy="55399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/>
              <a:t>Lorem ipsum</a:t>
            </a:r>
            <a:r>
              <a:rPr lang="en-GB" sz="1800" dirty="0"/>
              <a:t> </a:t>
            </a:r>
            <a:r>
              <a:rPr lang="en-GB" sz="1800" dirty="0" err="1"/>
              <a:t>dolor</a:t>
            </a:r>
            <a:r>
              <a:rPr lang="en-GB" sz="1800" dirty="0"/>
              <a:t> sit </a:t>
            </a:r>
            <a:r>
              <a:rPr lang="en-GB" sz="1800" dirty="0" err="1"/>
              <a:t>amet</a:t>
            </a:r>
            <a:r>
              <a:rPr lang="en-GB" sz="1800" dirty="0"/>
              <a:t>, </a:t>
            </a:r>
            <a:r>
              <a:rPr lang="en-GB" sz="1800" dirty="0" err="1"/>
              <a:t>consetetur</a:t>
            </a:r>
            <a:r>
              <a:rPr lang="en-GB" sz="1800" dirty="0"/>
              <a:t> </a:t>
            </a:r>
            <a:r>
              <a:rPr lang="en-GB" sz="1800" dirty="0" err="1"/>
              <a:t>sadipscing</a:t>
            </a:r>
            <a:r>
              <a:rPr lang="en-GB" sz="1800" dirty="0"/>
              <a:t> </a:t>
            </a:r>
            <a:r>
              <a:rPr lang="en-GB" sz="1800" dirty="0" err="1"/>
              <a:t>elitr</a:t>
            </a:r>
            <a:r>
              <a:rPr lang="en-GB" sz="1800" dirty="0"/>
              <a:t>, </a:t>
            </a:r>
            <a:r>
              <a:rPr lang="en-GB" sz="1800" dirty="0" err="1"/>
              <a:t>sed</a:t>
            </a:r>
            <a:r>
              <a:rPr lang="en-GB" sz="1800" dirty="0"/>
              <a:t> </a:t>
            </a:r>
            <a:r>
              <a:rPr lang="en-GB" sz="1800" dirty="0" err="1"/>
              <a:t>diam</a:t>
            </a:r>
            <a:r>
              <a:rPr lang="en-GB" sz="1800" dirty="0"/>
              <a:t> </a:t>
            </a:r>
            <a:r>
              <a:rPr lang="en-GB" sz="1800" dirty="0" err="1"/>
              <a:t>nonumy</a:t>
            </a:r>
            <a:r>
              <a:rPr lang="en-GB" sz="1800" dirty="0"/>
              <a:t> </a:t>
            </a:r>
            <a:r>
              <a:rPr lang="en-GB" sz="1800" dirty="0" err="1"/>
              <a:t>eirmod</a:t>
            </a:r>
            <a:r>
              <a:rPr lang="en-GB" sz="1800" dirty="0"/>
              <a:t> </a:t>
            </a:r>
            <a:r>
              <a:rPr lang="en-GB" sz="1800" dirty="0" err="1"/>
              <a:t>tempor</a:t>
            </a:r>
            <a:r>
              <a:rPr lang="en-GB" sz="1800" dirty="0"/>
              <a:t> </a:t>
            </a:r>
            <a:r>
              <a:rPr lang="en-GB" sz="1800" dirty="0" err="1"/>
              <a:t>invidunt</a:t>
            </a:r>
            <a:r>
              <a:rPr lang="en-GB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2223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7DE5E-5570-8B28-BF38-4B5511A2C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046C6C0-3511-5447-8363-5667633B3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46C6C0-3511-5447-8363-5667633B3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AB4EA8-F7BF-4EEE-168D-33C79D2098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28</a:t>
            </a:fld>
            <a:endParaRPr lang="en-GB" dirty="0"/>
          </a:p>
        </p:txBody>
      </p:sp>
      <p:grpSp>
        <p:nvGrpSpPr>
          <p:cNvPr id="33" name="Group 5">
            <a:extLst>
              <a:ext uri="{FF2B5EF4-FFF2-40B4-BE49-F238E27FC236}">
                <a16:creationId xmlns:a16="http://schemas.microsoft.com/office/drawing/2014/main" id="{A0EEED64-6DAC-FAA1-A04D-0EAC3CA23B7E}"/>
              </a:ext>
            </a:extLst>
          </p:cNvPr>
          <p:cNvGrpSpPr/>
          <p:nvPr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34" name="Freeform: Shape 7">
              <a:extLst>
                <a:ext uri="{FF2B5EF4-FFF2-40B4-BE49-F238E27FC236}">
                  <a16:creationId xmlns:a16="http://schemas.microsoft.com/office/drawing/2014/main" id="{D8E07D57-6D62-964C-9463-A80E19C96DC7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8">
              <a:extLst>
                <a:ext uri="{FF2B5EF4-FFF2-40B4-BE49-F238E27FC236}">
                  <a16:creationId xmlns:a16="http://schemas.microsoft.com/office/drawing/2014/main" id="{5B201C42-445E-BA27-EB0A-91ACC17BDBF5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Titel 4">
            <a:extLst>
              <a:ext uri="{FF2B5EF4-FFF2-40B4-BE49-F238E27FC236}">
                <a16:creationId xmlns:a16="http://schemas.microsoft.com/office/drawing/2014/main" id="{03ACB70F-AB09-B233-A473-370B5CCD1AF5}"/>
              </a:ext>
            </a:extLst>
          </p:cNvPr>
          <p:cNvSpPr txBox="1">
            <a:spLocks/>
          </p:cNvSpPr>
          <p:nvPr/>
        </p:nvSpPr>
        <p:spPr>
          <a:xfrm>
            <a:off x="7301753" y="2930403"/>
            <a:ext cx="4350494" cy="997196"/>
          </a:xfrm>
          <a:prstGeom prst="rect">
            <a:avLst/>
          </a:prstGeom>
        </p:spPr>
        <p:txBody>
          <a:bodyPr vert="horz"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bg1"/>
                </a:solidFill>
              </a:rPr>
              <a:t>Lorem ipsum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b="0" dirty="0" err="1">
                <a:solidFill>
                  <a:schemeClr val="bg1"/>
                </a:solidFill>
              </a:rPr>
              <a:t>dolor</a:t>
            </a:r>
            <a:r>
              <a:rPr lang="en-GB" sz="3600" b="0" dirty="0">
                <a:solidFill>
                  <a:schemeClr val="bg1"/>
                </a:solidFill>
              </a:rPr>
              <a:t> sit </a:t>
            </a:r>
            <a:r>
              <a:rPr lang="en-GB" sz="3600" b="0" dirty="0" err="1">
                <a:solidFill>
                  <a:schemeClr val="bg1"/>
                </a:solidFill>
              </a:rPr>
              <a:t>amet</a:t>
            </a:r>
            <a:endParaRPr lang="en-GB" sz="3600" b="0" dirty="0">
              <a:solidFill>
                <a:schemeClr val="bg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D6D8A7-9FAE-80FB-09B9-B05372329223}"/>
              </a:ext>
            </a:extLst>
          </p:cNvPr>
          <p:cNvSpPr>
            <a:spLocks/>
          </p:cNvSpPr>
          <p:nvPr/>
        </p:nvSpPr>
        <p:spPr>
          <a:xfrm>
            <a:off x="4763372" y="546099"/>
            <a:ext cx="1910305" cy="1798034"/>
          </a:xfrm>
          <a:prstGeom prst="rect">
            <a:avLst/>
          </a:prstGeom>
          <a:solidFill>
            <a:srgbClr val="243754"/>
          </a:solidFill>
          <a:ln>
            <a:solidFill>
              <a:srgbClr val="2437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1B476AB-AB21-0A76-D322-1EC74A6D2CFD}"/>
              </a:ext>
            </a:extLst>
          </p:cNvPr>
          <p:cNvSpPr txBox="1">
            <a:spLocks/>
          </p:cNvSpPr>
          <p:nvPr/>
        </p:nvSpPr>
        <p:spPr>
          <a:xfrm>
            <a:off x="4763372" y="1267860"/>
            <a:ext cx="1910305" cy="36835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>
                <a:solidFill>
                  <a:srgbClr val="FFFFFF"/>
                </a:solidFill>
              </a:rPr>
              <a:t>Lorem ipsum </a:t>
            </a:r>
            <a:r>
              <a:rPr lang="en-GB" b="0" dirty="0" err="1">
                <a:solidFill>
                  <a:srgbClr val="FFFFFF"/>
                </a:solidFill>
              </a:rPr>
              <a:t>dolor</a:t>
            </a:r>
            <a:r>
              <a:rPr lang="en-GB" b="0" dirty="0">
                <a:solidFill>
                  <a:srgbClr val="FFFFFF"/>
                </a:solidFill>
              </a:rPr>
              <a:t> sit </a:t>
            </a:r>
            <a:r>
              <a:rPr lang="en-GB" b="0" dirty="0" err="1">
                <a:solidFill>
                  <a:srgbClr val="FFFFFF"/>
                </a:solidFill>
              </a:rPr>
              <a:t>amet</a:t>
            </a:r>
            <a:r>
              <a:rPr lang="en-GB" b="0" dirty="0">
                <a:solidFill>
                  <a:srgbClr val="FFFFFF"/>
                </a:solidFill>
              </a:rPr>
              <a:t>, </a:t>
            </a:r>
            <a:r>
              <a:rPr lang="en-GB" b="0" dirty="0" err="1">
                <a:solidFill>
                  <a:srgbClr val="FFFFFF"/>
                </a:solidFill>
              </a:rPr>
              <a:t>consetetur</a:t>
            </a:r>
            <a:endParaRPr lang="en-GB" b="0" dirty="0">
              <a:solidFill>
                <a:srgbClr val="FFFFFF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8517CAB-7094-597D-CE65-544DF2DD29DD}"/>
              </a:ext>
            </a:extLst>
          </p:cNvPr>
          <p:cNvSpPr>
            <a:spLocks/>
          </p:cNvSpPr>
          <p:nvPr/>
        </p:nvSpPr>
        <p:spPr>
          <a:xfrm>
            <a:off x="549542" y="546099"/>
            <a:ext cx="1910304" cy="1798034"/>
          </a:xfrm>
          <a:prstGeom prst="rect">
            <a:avLst/>
          </a:prstGeom>
          <a:solidFill>
            <a:srgbClr val="243754"/>
          </a:solidFill>
          <a:ln>
            <a:solidFill>
              <a:srgbClr val="2437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D341A03-A493-4F35-F24D-FC00DA3919B3}"/>
              </a:ext>
            </a:extLst>
          </p:cNvPr>
          <p:cNvSpPr txBox="1">
            <a:spLocks/>
          </p:cNvSpPr>
          <p:nvPr/>
        </p:nvSpPr>
        <p:spPr>
          <a:xfrm>
            <a:off x="549543" y="1267860"/>
            <a:ext cx="1910304" cy="36933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endParaRPr lang="en-GB" sz="1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5067BB9-0A54-57B7-7649-95DD992884E2}"/>
              </a:ext>
            </a:extLst>
          </p:cNvPr>
          <p:cNvSpPr>
            <a:spLocks/>
          </p:cNvSpPr>
          <p:nvPr/>
        </p:nvSpPr>
        <p:spPr>
          <a:xfrm>
            <a:off x="2656457" y="2529189"/>
            <a:ext cx="1910305" cy="1798034"/>
          </a:xfrm>
          <a:prstGeom prst="rect">
            <a:avLst/>
          </a:prstGeom>
          <a:solidFill>
            <a:srgbClr val="243754"/>
          </a:solidFill>
          <a:ln>
            <a:solidFill>
              <a:srgbClr val="2437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A2C6246-09E7-9CAA-7A7F-E3F4BD8DFBA5}"/>
              </a:ext>
            </a:extLst>
          </p:cNvPr>
          <p:cNvSpPr txBox="1">
            <a:spLocks/>
          </p:cNvSpPr>
          <p:nvPr/>
        </p:nvSpPr>
        <p:spPr>
          <a:xfrm>
            <a:off x="2656457" y="3250950"/>
            <a:ext cx="1910305" cy="36933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>
                <a:solidFill>
                  <a:srgbClr val="FFFFFF"/>
                </a:solidFill>
              </a:rPr>
              <a:t>Lorem ipsum </a:t>
            </a:r>
            <a:r>
              <a:rPr lang="en-GB" b="0" dirty="0" err="1">
                <a:solidFill>
                  <a:srgbClr val="FFFFFF"/>
                </a:solidFill>
              </a:rPr>
              <a:t>dolor</a:t>
            </a:r>
            <a:r>
              <a:rPr lang="en-GB" b="0" dirty="0">
                <a:solidFill>
                  <a:srgbClr val="FFFFFF"/>
                </a:solidFill>
              </a:rPr>
              <a:t> sit </a:t>
            </a:r>
            <a:r>
              <a:rPr lang="en-GB" b="0" dirty="0" err="1">
                <a:solidFill>
                  <a:srgbClr val="FFFFFF"/>
                </a:solidFill>
              </a:rPr>
              <a:t>amet</a:t>
            </a:r>
            <a:r>
              <a:rPr lang="en-GB" b="0" dirty="0">
                <a:solidFill>
                  <a:srgbClr val="FFFFFF"/>
                </a:solidFill>
              </a:rPr>
              <a:t>, </a:t>
            </a:r>
            <a:r>
              <a:rPr lang="en-GB" b="0" dirty="0" err="1">
                <a:solidFill>
                  <a:srgbClr val="FFFFFF"/>
                </a:solidFill>
              </a:rPr>
              <a:t>consetetur</a:t>
            </a:r>
            <a:endParaRPr lang="en-GB" b="0" dirty="0">
              <a:solidFill>
                <a:srgbClr val="FFFFFF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D6607F5-FC2C-85DA-46E2-B6793EED2F96}"/>
              </a:ext>
            </a:extLst>
          </p:cNvPr>
          <p:cNvSpPr>
            <a:spLocks/>
          </p:cNvSpPr>
          <p:nvPr/>
        </p:nvSpPr>
        <p:spPr>
          <a:xfrm>
            <a:off x="549542" y="4512279"/>
            <a:ext cx="1910304" cy="1798034"/>
          </a:xfrm>
          <a:prstGeom prst="rect">
            <a:avLst/>
          </a:prstGeom>
          <a:solidFill>
            <a:srgbClr val="243754"/>
          </a:solidFill>
          <a:ln>
            <a:solidFill>
              <a:srgbClr val="2437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0001BE3F-4D2C-A231-3D4B-4BC4823AE818}"/>
              </a:ext>
            </a:extLst>
          </p:cNvPr>
          <p:cNvSpPr txBox="1">
            <a:spLocks/>
          </p:cNvSpPr>
          <p:nvPr/>
        </p:nvSpPr>
        <p:spPr>
          <a:xfrm>
            <a:off x="549543" y="5234040"/>
            <a:ext cx="1910304" cy="36835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>
                <a:solidFill>
                  <a:srgbClr val="FFFFFF"/>
                </a:solidFill>
              </a:rPr>
              <a:t>Lorem ipsum </a:t>
            </a:r>
            <a:r>
              <a:rPr lang="en-GB" b="0" dirty="0" err="1">
                <a:solidFill>
                  <a:srgbClr val="FFFFFF"/>
                </a:solidFill>
              </a:rPr>
              <a:t>dolor</a:t>
            </a:r>
            <a:r>
              <a:rPr lang="en-GB" b="0" dirty="0">
                <a:solidFill>
                  <a:srgbClr val="FFFFFF"/>
                </a:solidFill>
              </a:rPr>
              <a:t> sit </a:t>
            </a:r>
            <a:r>
              <a:rPr lang="en-GB" b="0" dirty="0" err="1">
                <a:solidFill>
                  <a:srgbClr val="FFFFFF"/>
                </a:solidFill>
              </a:rPr>
              <a:t>amet</a:t>
            </a:r>
            <a:r>
              <a:rPr lang="en-GB" b="0" dirty="0">
                <a:solidFill>
                  <a:srgbClr val="FFFFFF"/>
                </a:solidFill>
              </a:rPr>
              <a:t>, </a:t>
            </a:r>
            <a:r>
              <a:rPr lang="en-GB" b="0" dirty="0" err="1">
                <a:solidFill>
                  <a:srgbClr val="FFFFFF"/>
                </a:solidFill>
              </a:rPr>
              <a:t>consetetur</a:t>
            </a:r>
            <a:endParaRPr lang="en-GB" b="0" dirty="0">
              <a:solidFill>
                <a:srgbClr val="FFFFFF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F46CCAE-F06C-437B-24D8-361144EFFDC3}"/>
              </a:ext>
            </a:extLst>
          </p:cNvPr>
          <p:cNvSpPr>
            <a:spLocks/>
          </p:cNvSpPr>
          <p:nvPr/>
        </p:nvSpPr>
        <p:spPr>
          <a:xfrm>
            <a:off x="549542" y="2529189"/>
            <a:ext cx="1910304" cy="1798034"/>
          </a:xfrm>
          <a:prstGeom prst="rect">
            <a:avLst/>
          </a:prstGeom>
          <a:solidFill>
            <a:srgbClr val="243754"/>
          </a:solidFill>
          <a:ln>
            <a:solidFill>
              <a:srgbClr val="2437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1427ABD-52CB-12AE-CFEE-BE3DB43AA5A3}"/>
              </a:ext>
            </a:extLst>
          </p:cNvPr>
          <p:cNvSpPr txBox="1">
            <a:spLocks/>
          </p:cNvSpPr>
          <p:nvPr/>
        </p:nvSpPr>
        <p:spPr>
          <a:xfrm>
            <a:off x="549543" y="3250950"/>
            <a:ext cx="1910304" cy="36835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>
                <a:solidFill>
                  <a:srgbClr val="FFFFFF"/>
                </a:solidFill>
              </a:rPr>
              <a:t>Lorem ipsum </a:t>
            </a:r>
            <a:r>
              <a:rPr lang="en-GB" b="0" dirty="0" err="1">
                <a:solidFill>
                  <a:srgbClr val="FFFFFF"/>
                </a:solidFill>
              </a:rPr>
              <a:t>dolor</a:t>
            </a:r>
            <a:r>
              <a:rPr lang="en-GB" b="0" dirty="0">
                <a:solidFill>
                  <a:srgbClr val="FFFFFF"/>
                </a:solidFill>
              </a:rPr>
              <a:t> sit </a:t>
            </a:r>
            <a:r>
              <a:rPr lang="en-GB" b="0" dirty="0" err="1">
                <a:solidFill>
                  <a:srgbClr val="FFFFFF"/>
                </a:solidFill>
              </a:rPr>
              <a:t>amet</a:t>
            </a:r>
            <a:r>
              <a:rPr lang="en-GB" b="0" dirty="0">
                <a:solidFill>
                  <a:srgbClr val="FFFFFF"/>
                </a:solidFill>
              </a:rPr>
              <a:t>, </a:t>
            </a:r>
            <a:r>
              <a:rPr lang="en-GB" b="0" dirty="0" err="1">
                <a:solidFill>
                  <a:srgbClr val="FFFFFF"/>
                </a:solidFill>
              </a:rPr>
              <a:t>consetetur</a:t>
            </a:r>
            <a:endParaRPr lang="en-GB" b="0" dirty="0">
              <a:solidFill>
                <a:srgbClr val="FFFFFF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0321097-F376-C2CF-6F66-7B31D4B00784}"/>
              </a:ext>
            </a:extLst>
          </p:cNvPr>
          <p:cNvSpPr>
            <a:spLocks/>
          </p:cNvSpPr>
          <p:nvPr/>
        </p:nvSpPr>
        <p:spPr>
          <a:xfrm>
            <a:off x="4763372" y="4512279"/>
            <a:ext cx="1910305" cy="1798034"/>
          </a:xfrm>
          <a:prstGeom prst="rect">
            <a:avLst/>
          </a:prstGeom>
          <a:solidFill>
            <a:srgbClr val="243754"/>
          </a:solidFill>
          <a:ln>
            <a:solidFill>
              <a:srgbClr val="2437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536B86B4-2397-BEFF-E09A-671994901C5E}"/>
              </a:ext>
            </a:extLst>
          </p:cNvPr>
          <p:cNvSpPr txBox="1">
            <a:spLocks/>
          </p:cNvSpPr>
          <p:nvPr/>
        </p:nvSpPr>
        <p:spPr>
          <a:xfrm>
            <a:off x="4763372" y="5234040"/>
            <a:ext cx="1910305" cy="36835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>
                <a:solidFill>
                  <a:srgbClr val="FFFFFF"/>
                </a:solidFill>
              </a:rPr>
              <a:t>Lorem ipsum </a:t>
            </a:r>
            <a:r>
              <a:rPr lang="en-GB" b="0" dirty="0" err="1">
                <a:solidFill>
                  <a:srgbClr val="FFFFFF"/>
                </a:solidFill>
              </a:rPr>
              <a:t>dolor</a:t>
            </a:r>
            <a:r>
              <a:rPr lang="en-GB" b="0" dirty="0">
                <a:solidFill>
                  <a:srgbClr val="FFFFFF"/>
                </a:solidFill>
              </a:rPr>
              <a:t> sit </a:t>
            </a:r>
            <a:r>
              <a:rPr lang="en-GB" b="0" dirty="0" err="1">
                <a:solidFill>
                  <a:srgbClr val="FFFFFF"/>
                </a:solidFill>
              </a:rPr>
              <a:t>amet</a:t>
            </a:r>
            <a:r>
              <a:rPr lang="en-GB" b="0" dirty="0">
                <a:solidFill>
                  <a:srgbClr val="FFFFFF"/>
                </a:solidFill>
              </a:rPr>
              <a:t>, </a:t>
            </a:r>
            <a:r>
              <a:rPr lang="en-GB" b="0" dirty="0" err="1">
                <a:solidFill>
                  <a:srgbClr val="FFFFFF"/>
                </a:solidFill>
              </a:rPr>
              <a:t>consetetur</a:t>
            </a:r>
            <a:endParaRPr lang="en-GB" b="0" dirty="0">
              <a:solidFill>
                <a:srgbClr val="FFFFFF"/>
              </a:solidFill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26FABEC-9803-0C8F-F420-95B75254769B}"/>
              </a:ext>
            </a:extLst>
          </p:cNvPr>
          <p:cNvSpPr>
            <a:spLocks/>
          </p:cNvSpPr>
          <p:nvPr/>
        </p:nvSpPr>
        <p:spPr>
          <a:xfrm>
            <a:off x="2656457" y="4512280"/>
            <a:ext cx="1910305" cy="1798034"/>
          </a:xfrm>
          <a:prstGeom prst="rect">
            <a:avLst/>
          </a:prstGeom>
          <a:solidFill>
            <a:srgbClr val="243754"/>
          </a:solidFill>
          <a:ln>
            <a:solidFill>
              <a:srgbClr val="2437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4690C3F-5ADC-113D-A929-9818FC56D07F}"/>
              </a:ext>
            </a:extLst>
          </p:cNvPr>
          <p:cNvSpPr txBox="1">
            <a:spLocks/>
          </p:cNvSpPr>
          <p:nvPr/>
        </p:nvSpPr>
        <p:spPr>
          <a:xfrm>
            <a:off x="2656457" y="5234040"/>
            <a:ext cx="1910305" cy="36835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>
                <a:solidFill>
                  <a:srgbClr val="FFFFFF"/>
                </a:solidFill>
              </a:rPr>
              <a:t>Lorem ipsum </a:t>
            </a:r>
            <a:r>
              <a:rPr lang="en-GB" b="0" dirty="0" err="1">
                <a:solidFill>
                  <a:srgbClr val="FFFFFF"/>
                </a:solidFill>
              </a:rPr>
              <a:t>dolor</a:t>
            </a:r>
            <a:r>
              <a:rPr lang="en-GB" b="0" dirty="0">
                <a:solidFill>
                  <a:srgbClr val="FFFFFF"/>
                </a:solidFill>
              </a:rPr>
              <a:t> sit </a:t>
            </a:r>
            <a:r>
              <a:rPr lang="en-GB" b="0" dirty="0" err="1">
                <a:solidFill>
                  <a:srgbClr val="FFFFFF"/>
                </a:solidFill>
              </a:rPr>
              <a:t>amet</a:t>
            </a:r>
            <a:r>
              <a:rPr lang="en-GB" b="0" dirty="0">
                <a:solidFill>
                  <a:srgbClr val="FFFFFF"/>
                </a:solidFill>
              </a:rPr>
              <a:t>, </a:t>
            </a:r>
            <a:r>
              <a:rPr lang="en-GB" b="0" dirty="0" err="1">
                <a:solidFill>
                  <a:srgbClr val="FFFFFF"/>
                </a:solidFill>
              </a:rPr>
              <a:t>consetetur</a:t>
            </a:r>
            <a:endParaRPr lang="en-GB" b="0" dirty="0">
              <a:solidFill>
                <a:srgbClr val="FFFFFF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5DFA26C-A98F-6B17-A9B8-3AFC37703545}"/>
              </a:ext>
            </a:extLst>
          </p:cNvPr>
          <p:cNvSpPr>
            <a:spLocks/>
          </p:cNvSpPr>
          <p:nvPr/>
        </p:nvSpPr>
        <p:spPr>
          <a:xfrm>
            <a:off x="2656457" y="546099"/>
            <a:ext cx="1910305" cy="1798034"/>
          </a:xfrm>
          <a:prstGeom prst="rect">
            <a:avLst/>
          </a:prstGeom>
          <a:solidFill>
            <a:srgbClr val="243754"/>
          </a:solidFill>
          <a:ln>
            <a:solidFill>
              <a:srgbClr val="2437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DD3AA36-8F92-4A79-3615-F57372DE1C65}"/>
              </a:ext>
            </a:extLst>
          </p:cNvPr>
          <p:cNvSpPr txBox="1">
            <a:spLocks/>
          </p:cNvSpPr>
          <p:nvPr/>
        </p:nvSpPr>
        <p:spPr>
          <a:xfrm>
            <a:off x="2656457" y="1267860"/>
            <a:ext cx="1910305" cy="36933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>
                <a:solidFill>
                  <a:srgbClr val="FFFFFF"/>
                </a:solidFill>
              </a:rPr>
              <a:t>Lorem ipsum </a:t>
            </a:r>
            <a:r>
              <a:rPr lang="en-GB" b="0" dirty="0" err="1">
                <a:solidFill>
                  <a:srgbClr val="FFFFFF"/>
                </a:solidFill>
              </a:rPr>
              <a:t>dolor</a:t>
            </a:r>
            <a:r>
              <a:rPr lang="en-GB" b="0" dirty="0">
                <a:solidFill>
                  <a:srgbClr val="FFFFFF"/>
                </a:solidFill>
              </a:rPr>
              <a:t> sit </a:t>
            </a:r>
            <a:r>
              <a:rPr lang="en-GB" b="0" dirty="0" err="1">
                <a:solidFill>
                  <a:srgbClr val="FFFFFF"/>
                </a:solidFill>
              </a:rPr>
              <a:t>amet</a:t>
            </a:r>
            <a:r>
              <a:rPr lang="en-GB" b="0" dirty="0">
                <a:solidFill>
                  <a:srgbClr val="FFFFFF"/>
                </a:solidFill>
              </a:rPr>
              <a:t>, </a:t>
            </a:r>
            <a:r>
              <a:rPr lang="en-GB" b="0" dirty="0" err="1">
                <a:solidFill>
                  <a:srgbClr val="FFFFFF"/>
                </a:solidFill>
              </a:rPr>
              <a:t>consetetur</a:t>
            </a:r>
            <a:endParaRPr lang="en-GB" b="0" dirty="0">
              <a:solidFill>
                <a:srgbClr val="FFFFFF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EF25089-4EDE-3A0D-B07F-4DE0BE24FC0C}"/>
              </a:ext>
            </a:extLst>
          </p:cNvPr>
          <p:cNvSpPr>
            <a:spLocks/>
          </p:cNvSpPr>
          <p:nvPr/>
        </p:nvSpPr>
        <p:spPr>
          <a:xfrm>
            <a:off x="4763372" y="2529189"/>
            <a:ext cx="1910305" cy="1798034"/>
          </a:xfrm>
          <a:prstGeom prst="rect">
            <a:avLst/>
          </a:prstGeom>
          <a:solidFill>
            <a:srgbClr val="243754"/>
          </a:solidFill>
          <a:ln>
            <a:solidFill>
              <a:srgbClr val="2437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79DF80F-AC58-4C00-382F-B5738C9D3D47}"/>
              </a:ext>
            </a:extLst>
          </p:cNvPr>
          <p:cNvSpPr txBox="1">
            <a:spLocks/>
          </p:cNvSpPr>
          <p:nvPr/>
        </p:nvSpPr>
        <p:spPr>
          <a:xfrm>
            <a:off x="4763372" y="3250950"/>
            <a:ext cx="1910305" cy="36835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>
                <a:solidFill>
                  <a:srgbClr val="FFFFFF"/>
                </a:solidFill>
              </a:rPr>
              <a:t>Lorem ipsum </a:t>
            </a:r>
            <a:r>
              <a:rPr lang="en-GB" b="0" dirty="0" err="1">
                <a:solidFill>
                  <a:srgbClr val="FFFFFF"/>
                </a:solidFill>
              </a:rPr>
              <a:t>dolor</a:t>
            </a:r>
            <a:r>
              <a:rPr lang="en-GB" b="0" dirty="0">
                <a:solidFill>
                  <a:srgbClr val="FFFFFF"/>
                </a:solidFill>
              </a:rPr>
              <a:t> sit </a:t>
            </a:r>
            <a:r>
              <a:rPr lang="en-GB" b="0" dirty="0" err="1">
                <a:solidFill>
                  <a:srgbClr val="FFFFFF"/>
                </a:solidFill>
              </a:rPr>
              <a:t>amet</a:t>
            </a:r>
            <a:r>
              <a:rPr lang="en-GB" b="0" dirty="0">
                <a:solidFill>
                  <a:srgbClr val="FFFFFF"/>
                </a:solidFill>
              </a:rPr>
              <a:t>, </a:t>
            </a:r>
            <a:r>
              <a:rPr lang="en-GB" b="0" dirty="0" err="1">
                <a:solidFill>
                  <a:srgbClr val="FFFFFF"/>
                </a:solidFill>
              </a:rPr>
              <a:t>consetetur</a:t>
            </a:r>
            <a:endParaRPr lang="en-GB" b="0" dirty="0">
              <a:solidFill>
                <a:srgbClr val="FFFFFF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2008D5A-2B7C-3B02-1BAF-6FFAFEF50D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551" y="546100"/>
            <a:ext cx="492126" cy="49212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94D3E5E-3882-0C31-C6BE-46465EB4C7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4635" y="546100"/>
            <a:ext cx="492126" cy="492126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CF52B85-126F-B3A7-D004-D7DC9D1E6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7720" y="546100"/>
            <a:ext cx="492126" cy="492126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1B98682F-F964-746D-9D36-F7BA6E30FB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551" y="2529189"/>
            <a:ext cx="492126" cy="492126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CA8CC050-C3C1-785F-571C-7D834E846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4635" y="2529189"/>
            <a:ext cx="492126" cy="492126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100E4F8E-3B65-67DA-0F1A-872480A9DE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7720" y="2529189"/>
            <a:ext cx="492126" cy="492126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2295C5CF-C044-2037-18ED-C13D870C6F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551" y="4512280"/>
            <a:ext cx="492126" cy="492126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B9134B19-2157-53CD-AB5B-4D8662AA2B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4635" y="4512280"/>
            <a:ext cx="492126" cy="492126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1FBD72C5-2122-C569-3FFE-0FA881995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7720" y="4512280"/>
            <a:ext cx="492126" cy="49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59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B6032-8A9C-453F-9CD6-5E2BCE54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8047256-EBC6-EE80-4229-A5C9CB4BAB1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047256-EBC6-EE80-4229-A5C9CB4BAB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05A9F2-E77A-9F80-31FC-B19146F0C0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29</a:t>
            </a:fld>
            <a:endParaRPr lang="en-GB" dirty="0"/>
          </a:p>
        </p:txBody>
      </p:sp>
      <p:grpSp>
        <p:nvGrpSpPr>
          <p:cNvPr id="33" name="Group 5">
            <a:extLst>
              <a:ext uri="{FF2B5EF4-FFF2-40B4-BE49-F238E27FC236}">
                <a16:creationId xmlns:a16="http://schemas.microsoft.com/office/drawing/2014/main" id="{C93B53FC-FFD4-D70A-BCED-E556A83BA029}"/>
              </a:ext>
            </a:extLst>
          </p:cNvPr>
          <p:cNvGrpSpPr/>
          <p:nvPr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34" name="Freeform: Shape 7">
              <a:extLst>
                <a:ext uri="{FF2B5EF4-FFF2-40B4-BE49-F238E27FC236}">
                  <a16:creationId xmlns:a16="http://schemas.microsoft.com/office/drawing/2014/main" id="{39AC2D63-CD8A-FC63-86FF-90FDBDB2AF5F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8">
              <a:extLst>
                <a:ext uri="{FF2B5EF4-FFF2-40B4-BE49-F238E27FC236}">
                  <a16:creationId xmlns:a16="http://schemas.microsoft.com/office/drawing/2014/main" id="{354F2D15-351D-5924-007B-6C5511CC20D6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Titel 4">
            <a:extLst>
              <a:ext uri="{FF2B5EF4-FFF2-40B4-BE49-F238E27FC236}">
                <a16:creationId xmlns:a16="http://schemas.microsoft.com/office/drawing/2014/main" id="{13053DBA-3C54-7CC4-016A-5B855CD904E8}"/>
              </a:ext>
            </a:extLst>
          </p:cNvPr>
          <p:cNvSpPr txBox="1">
            <a:spLocks/>
          </p:cNvSpPr>
          <p:nvPr/>
        </p:nvSpPr>
        <p:spPr>
          <a:xfrm>
            <a:off x="7301753" y="2930403"/>
            <a:ext cx="4350494" cy="997196"/>
          </a:xfrm>
          <a:prstGeom prst="rect">
            <a:avLst/>
          </a:prstGeom>
        </p:spPr>
        <p:txBody>
          <a:bodyPr vert="horz"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bg1"/>
                </a:solidFill>
              </a:rPr>
              <a:t>Lorem ipsum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b="0" dirty="0" err="1">
                <a:solidFill>
                  <a:schemeClr val="bg1"/>
                </a:solidFill>
              </a:rPr>
              <a:t>dolor</a:t>
            </a:r>
            <a:r>
              <a:rPr lang="en-GB" sz="3600" b="0" dirty="0">
                <a:solidFill>
                  <a:schemeClr val="bg1"/>
                </a:solidFill>
              </a:rPr>
              <a:t> sit </a:t>
            </a:r>
            <a:r>
              <a:rPr lang="en-GB" sz="3600" b="0" dirty="0" err="1">
                <a:solidFill>
                  <a:schemeClr val="bg1"/>
                </a:solidFill>
              </a:rPr>
              <a:t>amet</a:t>
            </a:r>
            <a:endParaRPr lang="en-GB" sz="3600" b="0" dirty="0">
              <a:solidFill>
                <a:schemeClr val="bg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4DF8FF-A174-F66E-A3E5-A941C9400051}"/>
              </a:ext>
            </a:extLst>
          </p:cNvPr>
          <p:cNvSpPr>
            <a:spLocks/>
          </p:cNvSpPr>
          <p:nvPr/>
        </p:nvSpPr>
        <p:spPr>
          <a:xfrm>
            <a:off x="4763372" y="546099"/>
            <a:ext cx="1910305" cy="17980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E19F456-25D9-9592-0766-84E0FCC6F53A}"/>
              </a:ext>
            </a:extLst>
          </p:cNvPr>
          <p:cNvSpPr txBox="1">
            <a:spLocks/>
          </p:cNvSpPr>
          <p:nvPr/>
        </p:nvSpPr>
        <p:spPr>
          <a:xfrm>
            <a:off x="4763372" y="1267860"/>
            <a:ext cx="1910305" cy="36835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/>
              <a:t>Lorem ipsum </a:t>
            </a:r>
            <a:r>
              <a:rPr lang="en-GB" b="0" dirty="0" err="1"/>
              <a:t>dolor</a:t>
            </a:r>
            <a:r>
              <a:rPr lang="en-GB" b="0" dirty="0"/>
              <a:t> sit </a:t>
            </a:r>
            <a:r>
              <a:rPr lang="en-GB" b="0" dirty="0" err="1"/>
              <a:t>amet</a:t>
            </a:r>
            <a:r>
              <a:rPr lang="en-GB" b="0" dirty="0"/>
              <a:t>, </a:t>
            </a:r>
            <a:r>
              <a:rPr lang="en-GB" b="0" dirty="0" err="1"/>
              <a:t>consetetur</a:t>
            </a:r>
            <a:endParaRPr lang="en-GB" b="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897232F-D168-B7CF-B655-4E8D2CDC78AD}"/>
              </a:ext>
            </a:extLst>
          </p:cNvPr>
          <p:cNvSpPr>
            <a:spLocks/>
          </p:cNvSpPr>
          <p:nvPr/>
        </p:nvSpPr>
        <p:spPr>
          <a:xfrm>
            <a:off x="549542" y="546099"/>
            <a:ext cx="1910304" cy="17980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879FA2F-DDFD-4E37-8A20-18719A14646D}"/>
              </a:ext>
            </a:extLst>
          </p:cNvPr>
          <p:cNvSpPr txBox="1">
            <a:spLocks/>
          </p:cNvSpPr>
          <p:nvPr/>
        </p:nvSpPr>
        <p:spPr>
          <a:xfrm>
            <a:off x="549543" y="1267860"/>
            <a:ext cx="1910304" cy="36933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endParaRPr lang="en-GB" sz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EBC20C1-AD05-7D7B-CDB3-893091168750}"/>
              </a:ext>
            </a:extLst>
          </p:cNvPr>
          <p:cNvSpPr>
            <a:spLocks/>
          </p:cNvSpPr>
          <p:nvPr/>
        </p:nvSpPr>
        <p:spPr>
          <a:xfrm>
            <a:off x="2656457" y="2529189"/>
            <a:ext cx="1910305" cy="17980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73DE4E6-8ED6-9AE1-818E-CC2327FEEA09}"/>
              </a:ext>
            </a:extLst>
          </p:cNvPr>
          <p:cNvSpPr txBox="1">
            <a:spLocks/>
          </p:cNvSpPr>
          <p:nvPr/>
        </p:nvSpPr>
        <p:spPr>
          <a:xfrm>
            <a:off x="2656457" y="3250950"/>
            <a:ext cx="1910305" cy="36933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/>
              <a:t>Lorem ipsum </a:t>
            </a:r>
            <a:r>
              <a:rPr lang="en-GB" b="0" dirty="0" err="1"/>
              <a:t>dolor</a:t>
            </a:r>
            <a:r>
              <a:rPr lang="en-GB" b="0" dirty="0"/>
              <a:t> sit </a:t>
            </a:r>
            <a:r>
              <a:rPr lang="en-GB" b="0" dirty="0" err="1"/>
              <a:t>amet</a:t>
            </a:r>
            <a:r>
              <a:rPr lang="en-GB" b="0" dirty="0"/>
              <a:t>, </a:t>
            </a:r>
            <a:r>
              <a:rPr lang="en-GB" b="0" dirty="0" err="1"/>
              <a:t>consetetur</a:t>
            </a:r>
            <a:endParaRPr lang="en-GB" b="0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D44010E-7D97-BB48-F3B7-7ED78DD00F31}"/>
              </a:ext>
            </a:extLst>
          </p:cNvPr>
          <p:cNvSpPr>
            <a:spLocks/>
          </p:cNvSpPr>
          <p:nvPr/>
        </p:nvSpPr>
        <p:spPr>
          <a:xfrm>
            <a:off x="549542" y="4512279"/>
            <a:ext cx="1910304" cy="17980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0BD667A3-E58B-0AEC-8E5D-9AC6D31154DC}"/>
              </a:ext>
            </a:extLst>
          </p:cNvPr>
          <p:cNvSpPr txBox="1">
            <a:spLocks/>
          </p:cNvSpPr>
          <p:nvPr/>
        </p:nvSpPr>
        <p:spPr>
          <a:xfrm>
            <a:off x="549543" y="5234040"/>
            <a:ext cx="1910304" cy="36835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/>
              <a:t>Lorem ipsum </a:t>
            </a:r>
            <a:r>
              <a:rPr lang="en-GB" b="0" dirty="0" err="1"/>
              <a:t>dolor</a:t>
            </a:r>
            <a:r>
              <a:rPr lang="en-GB" b="0" dirty="0"/>
              <a:t> sit </a:t>
            </a:r>
            <a:r>
              <a:rPr lang="en-GB" b="0" dirty="0" err="1"/>
              <a:t>amet</a:t>
            </a:r>
            <a:r>
              <a:rPr lang="en-GB" b="0" dirty="0"/>
              <a:t>, </a:t>
            </a:r>
            <a:r>
              <a:rPr lang="en-GB" b="0" dirty="0" err="1"/>
              <a:t>consetetur</a:t>
            </a:r>
            <a:endParaRPr lang="en-GB" b="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D349469-2D6B-6AB0-4BF7-43BC2C356ED1}"/>
              </a:ext>
            </a:extLst>
          </p:cNvPr>
          <p:cNvSpPr>
            <a:spLocks/>
          </p:cNvSpPr>
          <p:nvPr/>
        </p:nvSpPr>
        <p:spPr>
          <a:xfrm>
            <a:off x="549542" y="2529189"/>
            <a:ext cx="1910304" cy="17980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A9693613-7EAF-E4B9-A556-8880E5924464}"/>
              </a:ext>
            </a:extLst>
          </p:cNvPr>
          <p:cNvSpPr txBox="1">
            <a:spLocks/>
          </p:cNvSpPr>
          <p:nvPr/>
        </p:nvSpPr>
        <p:spPr>
          <a:xfrm>
            <a:off x="549543" y="3250950"/>
            <a:ext cx="1910304" cy="36835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/>
              <a:t>Lorem ipsum </a:t>
            </a:r>
            <a:r>
              <a:rPr lang="en-GB" b="0" dirty="0" err="1"/>
              <a:t>dolor</a:t>
            </a:r>
            <a:r>
              <a:rPr lang="en-GB" b="0" dirty="0"/>
              <a:t> sit </a:t>
            </a:r>
            <a:r>
              <a:rPr lang="en-GB" b="0" dirty="0" err="1"/>
              <a:t>amet</a:t>
            </a:r>
            <a:r>
              <a:rPr lang="en-GB" b="0" dirty="0"/>
              <a:t>, </a:t>
            </a:r>
            <a:r>
              <a:rPr lang="en-GB" b="0" dirty="0" err="1"/>
              <a:t>consetetur</a:t>
            </a:r>
            <a:endParaRPr lang="en-GB" b="0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6797F5B-98D9-6CF8-6D1C-69A7063D31CC}"/>
              </a:ext>
            </a:extLst>
          </p:cNvPr>
          <p:cNvSpPr>
            <a:spLocks/>
          </p:cNvSpPr>
          <p:nvPr/>
        </p:nvSpPr>
        <p:spPr>
          <a:xfrm>
            <a:off x="4763372" y="4512279"/>
            <a:ext cx="1910305" cy="17980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D769343-223D-D0BB-427D-44C4A7555A73}"/>
              </a:ext>
            </a:extLst>
          </p:cNvPr>
          <p:cNvSpPr txBox="1">
            <a:spLocks/>
          </p:cNvSpPr>
          <p:nvPr/>
        </p:nvSpPr>
        <p:spPr>
          <a:xfrm>
            <a:off x="4763372" y="5234040"/>
            <a:ext cx="1910305" cy="36835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/>
              <a:t>Lorem ipsum </a:t>
            </a:r>
            <a:r>
              <a:rPr lang="en-GB" b="0" dirty="0" err="1"/>
              <a:t>dolor</a:t>
            </a:r>
            <a:r>
              <a:rPr lang="en-GB" b="0" dirty="0"/>
              <a:t> sit </a:t>
            </a:r>
            <a:r>
              <a:rPr lang="en-GB" b="0" dirty="0" err="1"/>
              <a:t>amet</a:t>
            </a:r>
            <a:r>
              <a:rPr lang="en-GB" b="0" dirty="0"/>
              <a:t>, </a:t>
            </a:r>
            <a:r>
              <a:rPr lang="en-GB" b="0" dirty="0" err="1"/>
              <a:t>consetetur</a:t>
            </a:r>
            <a:endParaRPr lang="en-GB" b="0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81EB772-C439-91EE-36D7-1574D705F97C}"/>
              </a:ext>
            </a:extLst>
          </p:cNvPr>
          <p:cNvSpPr>
            <a:spLocks/>
          </p:cNvSpPr>
          <p:nvPr/>
        </p:nvSpPr>
        <p:spPr>
          <a:xfrm>
            <a:off x="2656457" y="4512280"/>
            <a:ext cx="1910305" cy="17980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8246594C-0EBF-2DE4-37CE-D88F1C459F65}"/>
              </a:ext>
            </a:extLst>
          </p:cNvPr>
          <p:cNvSpPr txBox="1">
            <a:spLocks/>
          </p:cNvSpPr>
          <p:nvPr/>
        </p:nvSpPr>
        <p:spPr>
          <a:xfrm>
            <a:off x="2656457" y="5234040"/>
            <a:ext cx="1910305" cy="36835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/>
              <a:t>Lorem ipsum </a:t>
            </a:r>
            <a:r>
              <a:rPr lang="en-GB" b="0" dirty="0" err="1"/>
              <a:t>dolor</a:t>
            </a:r>
            <a:r>
              <a:rPr lang="en-GB" b="0" dirty="0"/>
              <a:t> sit </a:t>
            </a:r>
            <a:r>
              <a:rPr lang="en-GB" b="0" dirty="0" err="1"/>
              <a:t>amet</a:t>
            </a:r>
            <a:r>
              <a:rPr lang="en-GB" b="0" dirty="0"/>
              <a:t>, </a:t>
            </a:r>
            <a:r>
              <a:rPr lang="en-GB" b="0" dirty="0" err="1"/>
              <a:t>consetetur</a:t>
            </a:r>
            <a:endParaRPr lang="en-GB" b="0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1FF2A28-E68C-62F3-8EE0-AEAE298648B1}"/>
              </a:ext>
            </a:extLst>
          </p:cNvPr>
          <p:cNvSpPr>
            <a:spLocks/>
          </p:cNvSpPr>
          <p:nvPr/>
        </p:nvSpPr>
        <p:spPr>
          <a:xfrm>
            <a:off x="2656457" y="546099"/>
            <a:ext cx="1910305" cy="17980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E07797E-80F0-3000-0DAD-BD63B8D6498F}"/>
              </a:ext>
            </a:extLst>
          </p:cNvPr>
          <p:cNvSpPr txBox="1">
            <a:spLocks/>
          </p:cNvSpPr>
          <p:nvPr/>
        </p:nvSpPr>
        <p:spPr>
          <a:xfrm>
            <a:off x="2656457" y="1267860"/>
            <a:ext cx="1910305" cy="36933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/>
              <a:t>Lorem ipsum </a:t>
            </a:r>
            <a:r>
              <a:rPr lang="en-GB" b="0" dirty="0" err="1"/>
              <a:t>dolor</a:t>
            </a:r>
            <a:r>
              <a:rPr lang="en-GB" b="0" dirty="0"/>
              <a:t> sit </a:t>
            </a:r>
            <a:r>
              <a:rPr lang="en-GB" b="0" dirty="0" err="1"/>
              <a:t>amet</a:t>
            </a:r>
            <a:r>
              <a:rPr lang="en-GB" b="0" dirty="0"/>
              <a:t>, </a:t>
            </a:r>
            <a:r>
              <a:rPr lang="en-GB" b="0" dirty="0" err="1"/>
              <a:t>consetetur</a:t>
            </a:r>
            <a:endParaRPr lang="en-GB" b="0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68859E2-FCF6-7809-B90D-7874BEC9F1A1}"/>
              </a:ext>
            </a:extLst>
          </p:cNvPr>
          <p:cNvSpPr>
            <a:spLocks/>
          </p:cNvSpPr>
          <p:nvPr/>
        </p:nvSpPr>
        <p:spPr>
          <a:xfrm>
            <a:off x="4763372" y="2529189"/>
            <a:ext cx="1910305" cy="17980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EAA4A62-E05F-1FAA-BE8D-7E1966208FEA}"/>
              </a:ext>
            </a:extLst>
          </p:cNvPr>
          <p:cNvSpPr txBox="1">
            <a:spLocks/>
          </p:cNvSpPr>
          <p:nvPr/>
        </p:nvSpPr>
        <p:spPr>
          <a:xfrm>
            <a:off x="4763372" y="3250950"/>
            <a:ext cx="1910305" cy="368352"/>
          </a:xfrm>
          <a:prstGeom prst="rect">
            <a:avLst/>
          </a:prstGeom>
          <a:noFill/>
        </p:spPr>
        <p:txBody>
          <a:bodyPr wrap="square" lIns="144000" tIns="0" rIns="144000" bIns="0" rtlCol="0" anchor="t">
            <a:spAutoFit/>
          </a:bodyPr>
          <a:lstStyle>
            <a:defPPr>
              <a:defRPr lang="de-DE"/>
            </a:defPPr>
            <a:lvl1pPr>
              <a:spcAft>
                <a:spcPts val="300"/>
              </a:spcAft>
              <a:defRPr sz="1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b="0" dirty="0"/>
              <a:t>Lorem ipsum </a:t>
            </a:r>
            <a:r>
              <a:rPr lang="en-GB" b="0" dirty="0" err="1"/>
              <a:t>dolor</a:t>
            </a:r>
            <a:r>
              <a:rPr lang="en-GB" b="0" dirty="0"/>
              <a:t> sit </a:t>
            </a:r>
            <a:r>
              <a:rPr lang="en-GB" b="0" dirty="0" err="1"/>
              <a:t>amet</a:t>
            </a:r>
            <a:r>
              <a:rPr lang="en-GB" b="0" dirty="0"/>
              <a:t>, </a:t>
            </a:r>
            <a:r>
              <a:rPr lang="en-GB" b="0" dirty="0" err="1"/>
              <a:t>consetetur</a:t>
            </a:r>
            <a:endParaRPr lang="en-GB" b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7DF318C-8144-7286-FFC3-114B37D167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551" y="546100"/>
            <a:ext cx="492126" cy="49212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9DDEE94-B24A-5823-8464-F3C27E4B1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4635" y="546100"/>
            <a:ext cx="492126" cy="492126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C8E2E228-8EC8-1A05-FFD5-87C24917A7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7720" y="546100"/>
            <a:ext cx="492126" cy="492126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DC9E5746-974C-5331-511A-71CAD9EB64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551" y="2529189"/>
            <a:ext cx="492126" cy="492126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2630A224-0448-6FB9-E338-ADEF81E93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4635" y="2529189"/>
            <a:ext cx="492126" cy="492126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66D0316C-DEFE-2667-B71C-978F07B63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7720" y="2529189"/>
            <a:ext cx="492126" cy="492126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C5F85296-E867-35A5-A500-64BF3BF192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551" y="4512280"/>
            <a:ext cx="492126" cy="492126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1CBCA718-CE4F-51AC-8ABC-79EEFD90BF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4635" y="4512280"/>
            <a:ext cx="492126" cy="492126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3F2EE53B-7CE5-8588-3FB6-B1D61331C0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7720" y="4512280"/>
            <a:ext cx="492126" cy="49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584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A8946-8A61-C1FB-D591-A542DF09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think-cell data - do not delete" hidden="1">
            <a:extLst>
              <a:ext uri="{FF2B5EF4-FFF2-40B4-BE49-F238E27FC236}">
                <a16:creationId xmlns:a16="http://schemas.microsoft.com/office/drawing/2014/main" id="{398ADD55-B03D-A746-C2EC-46220FF06E5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49611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4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8ADD55-B03D-A746-C2EC-46220FF06E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itel 21">
            <a:extLst>
              <a:ext uri="{FF2B5EF4-FFF2-40B4-BE49-F238E27FC236}">
                <a16:creationId xmlns:a16="http://schemas.microsoft.com/office/drawing/2014/main" id="{DD9DC1AE-B91B-6487-54AA-74CB5924D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Facts and icons</a:t>
            </a:r>
          </a:p>
        </p:txBody>
      </p:sp>
      <p:sp>
        <p:nvSpPr>
          <p:cNvPr id="37" name="Foliennummernplatzhalter 36">
            <a:extLst>
              <a:ext uri="{FF2B5EF4-FFF2-40B4-BE49-F238E27FC236}">
                <a16:creationId xmlns:a16="http://schemas.microsoft.com/office/drawing/2014/main" id="{5C3C92D3-D953-2FB8-4552-AF39D544BB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E152203B-5EEF-DCE8-40A9-F853E66CEEA7}"/>
              </a:ext>
            </a:extLst>
          </p:cNvPr>
          <p:cNvSpPr>
            <a:spLocks/>
          </p:cNvSpPr>
          <p:nvPr/>
        </p:nvSpPr>
        <p:spPr>
          <a:xfrm flipH="1">
            <a:off x="2804179" y="5169296"/>
            <a:ext cx="2050017" cy="565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t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1553ECE-5402-6C47-B52E-B9782A1628F4}"/>
              </a:ext>
            </a:extLst>
          </p:cNvPr>
          <p:cNvSpPr>
            <a:spLocks/>
          </p:cNvSpPr>
          <p:nvPr/>
        </p:nvSpPr>
        <p:spPr>
          <a:xfrm flipH="1">
            <a:off x="7336213" y="5169296"/>
            <a:ext cx="2050017" cy="565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t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35361B4-7F30-95A0-BCB9-530841493F13}"/>
              </a:ext>
            </a:extLst>
          </p:cNvPr>
          <p:cNvSpPr>
            <a:spLocks/>
          </p:cNvSpPr>
          <p:nvPr/>
        </p:nvSpPr>
        <p:spPr>
          <a:xfrm flipH="1">
            <a:off x="538162" y="5169296"/>
            <a:ext cx="2050017" cy="565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t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7CD8FA8-6217-1809-E02E-AC44DAC4DE9B}"/>
              </a:ext>
            </a:extLst>
          </p:cNvPr>
          <p:cNvSpPr>
            <a:spLocks/>
          </p:cNvSpPr>
          <p:nvPr/>
        </p:nvSpPr>
        <p:spPr>
          <a:xfrm flipH="1">
            <a:off x="9602230" y="5169296"/>
            <a:ext cx="2050017" cy="565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t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5930A41-FA80-CEDC-D429-4723037CD864}"/>
              </a:ext>
            </a:extLst>
          </p:cNvPr>
          <p:cNvSpPr>
            <a:spLocks/>
          </p:cNvSpPr>
          <p:nvPr/>
        </p:nvSpPr>
        <p:spPr>
          <a:xfrm flipH="1">
            <a:off x="5070196" y="3395810"/>
            <a:ext cx="2050017" cy="565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t">
            <a:no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6FC2F53-D3F4-7F62-E9FC-2112C5BB4DE9}"/>
              </a:ext>
            </a:extLst>
          </p:cNvPr>
          <p:cNvSpPr>
            <a:spLocks/>
          </p:cNvSpPr>
          <p:nvPr/>
        </p:nvSpPr>
        <p:spPr>
          <a:xfrm flipH="1">
            <a:off x="538162" y="3395810"/>
            <a:ext cx="2050017" cy="565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t">
            <a:no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C7E54D9A-C6A5-7933-E30E-24003F05BA8B}"/>
              </a:ext>
            </a:extLst>
          </p:cNvPr>
          <p:cNvSpPr>
            <a:spLocks/>
          </p:cNvSpPr>
          <p:nvPr/>
        </p:nvSpPr>
        <p:spPr>
          <a:xfrm flipH="1">
            <a:off x="7336213" y="3395810"/>
            <a:ext cx="2050017" cy="565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t">
            <a:no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788C1380-B522-674E-378B-318CF476DDF3}"/>
              </a:ext>
            </a:extLst>
          </p:cNvPr>
          <p:cNvSpPr>
            <a:spLocks/>
          </p:cNvSpPr>
          <p:nvPr/>
        </p:nvSpPr>
        <p:spPr>
          <a:xfrm flipH="1">
            <a:off x="2804179" y="3395810"/>
            <a:ext cx="2050017" cy="565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t">
            <a:no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A75DA73-E887-0C9F-5D75-B37D313D6611}"/>
              </a:ext>
            </a:extLst>
          </p:cNvPr>
          <p:cNvSpPr>
            <a:spLocks/>
          </p:cNvSpPr>
          <p:nvPr/>
        </p:nvSpPr>
        <p:spPr>
          <a:xfrm flipH="1">
            <a:off x="9602230" y="3395810"/>
            <a:ext cx="2050017" cy="565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t">
            <a:no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BC909E3-C2A7-AE10-DB2E-E4E807E07D3F}"/>
              </a:ext>
            </a:extLst>
          </p:cNvPr>
          <p:cNvSpPr>
            <a:spLocks/>
          </p:cNvSpPr>
          <p:nvPr/>
        </p:nvSpPr>
        <p:spPr>
          <a:xfrm flipH="1">
            <a:off x="5070196" y="5169296"/>
            <a:ext cx="2050017" cy="565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t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endParaRPr lang="en-GB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9000FD6-B0BD-3BDA-76F9-E8A069123889}"/>
              </a:ext>
            </a:extLst>
          </p:cNvPr>
          <p:cNvSpPr>
            <a:spLocks/>
          </p:cNvSpPr>
          <p:nvPr/>
        </p:nvSpPr>
        <p:spPr>
          <a:xfrm flipH="1">
            <a:off x="538160" y="1622323"/>
            <a:ext cx="8746516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en-GB" b="1" dirty="0"/>
              <a:t>Lorem ipsum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034C37BA-1F4C-714B-21D1-C7686FCCEE51}"/>
              </a:ext>
            </a:extLst>
          </p:cNvPr>
          <p:cNvGrpSpPr/>
          <p:nvPr/>
        </p:nvGrpSpPr>
        <p:grpSpPr>
          <a:xfrm>
            <a:off x="538161" y="5087234"/>
            <a:ext cx="9666527" cy="49556"/>
            <a:chOff x="538161" y="4993450"/>
            <a:chExt cx="9666527" cy="49556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5C6203A9-B316-1F5B-62CC-2A3874187370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814613" y="4716998"/>
              <a:ext cx="49556" cy="602459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A4A2EC1C-E04E-3199-9619-3F6DE21FF0E6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3082548" y="4715080"/>
              <a:ext cx="45720" cy="602459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644F6A1D-68F6-37F8-2F61-CDCCA1C77161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5348565" y="4715080"/>
              <a:ext cx="45720" cy="602459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21EB902D-C9A6-5F2C-2F78-838340ECD7D7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7614582" y="4715080"/>
              <a:ext cx="45720" cy="602459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04335A7E-7110-693C-BD73-9DACF93D2FD3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9880599" y="4715080"/>
              <a:ext cx="45720" cy="602459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3236B72B-4590-B4E1-AADE-DA0FD10B4621}"/>
              </a:ext>
            </a:extLst>
          </p:cNvPr>
          <p:cNvGrpSpPr>
            <a:grpSpLocks/>
          </p:cNvGrpSpPr>
          <p:nvPr/>
        </p:nvGrpSpPr>
        <p:grpSpPr>
          <a:xfrm>
            <a:off x="538162" y="3313748"/>
            <a:ext cx="9666527" cy="49556"/>
            <a:chOff x="538161" y="4993450"/>
            <a:chExt cx="9666527" cy="49556"/>
          </a:xfrm>
        </p:grpSpPr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3D1B6547-FDFA-87F0-4888-1EA38EFB6A98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814613" y="4716998"/>
              <a:ext cx="49556" cy="602459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836209E7-2006-56A2-2D51-41F4B7F9D47C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3082548" y="4715080"/>
              <a:ext cx="45720" cy="602459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E72AA646-0FC3-14AB-3B85-9858C50C0FA1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5348565" y="4715080"/>
              <a:ext cx="45720" cy="602459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1373FA03-F572-A429-C887-BFE609BAAE98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7614582" y="4715080"/>
              <a:ext cx="45720" cy="602459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35F67B01-68B3-5B92-BAEE-8452C9C91DA1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9880599" y="4715080"/>
              <a:ext cx="45720" cy="602459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DA031F6E-17D5-A521-29F3-73E4BAAF9978}"/>
              </a:ext>
            </a:extLst>
          </p:cNvPr>
          <p:cNvGrpSpPr/>
          <p:nvPr/>
        </p:nvGrpSpPr>
        <p:grpSpPr>
          <a:xfrm>
            <a:off x="538162" y="2772590"/>
            <a:ext cx="9480382" cy="416314"/>
            <a:chOff x="538162" y="2772590"/>
            <a:chExt cx="9480382" cy="416314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D5B8FED9-E5C0-020A-19D2-32ADD1B386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8162" y="2772590"/>
              <a:ext cx="416314" cy="416314"/>
            </a:xfrm>
            <a:prstGeom prst="rect">
              <a:avLst/>
            </a:prstGeom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D5466293-6550-8379-44D9-69486931A3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04179" y="2772590"/>
              <a:ext cx="416314" cy="416314"/>
            </a:xfrm>
            <a:prstGeom prst="rect">
              <a:avLst/>
            </a:prstGeom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2CCD5773-EF45-4244-8B32-544F9D1016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70196" y="2772590"/>
              <a:ext cx="416314" cy="416314"/>
            </a:xfrm>
            <a:prstGeom prst="rect">
              <a:avLst/>
            </a:prstGeom>
          </p:spPr>
        </p:pic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E5A220D6-580C-815D-FABF-3AB6C8ACCF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36213" y="2772590"/>
              <a:ext cx="416314" cy="416314"/>
            </a:xfrm>
            <a:prstGeom prst="rect">
              <a:avLst/>
            </a:prstGeom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31C65222-2327-EE79-D49B-CE6D5050E7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602230" y="2772590"/>
              <a:ext cx="416314" cy="416314"/>
            </a:xfrm>
            <a:prstGeom prst="rect">
              <a:avLst/>
            </a:prstGeom>
          </p:spPr>
        </p:pic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E714675B-A7BF-7B06-A0BE-E2834677DC90}"/>
              </a:ext>
            </a:extLst>
          </p:cNvPr>
          <p:cNvGrpSpPr/>
          <p:nvPr/>
        </p:nvGrpSpPr>
        <p:grpSpPr>
          <a:xfrm>
            <a:off x="538162" y="4576897"/>
            <a:ext cx="9480382" cy="416314"/>
            <a:chOff x="538162" y="2772590"/>
            <a:chExt cx="9480382" cy="416314"/>
          </a:xfrm>
        </p:grpSpPr>
        <p:pic>
          <p:nvPicPr>
            <p:cNvPr id="43" name="Grafik 42">
              <a:extLst>
                <a:ext uri="{FF2B5EF4-FFF2-40B4-BE49-F238E27FC236}">
                  <a16:creationId xmlns:a16="http://schemas.microsoft.com/office/drawing/2014/main" id="{1C0A9D72-F9BB-73F5-2B1B-AA6343CC3D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8162" y="2772590"/>
              <a:ext cx="416314" cy="416314"/>
            </a:xfrm>
            <a:prstGeom prst="rect">
              <a:avLst/>
            </a:prstGeom>
          </p:spPr>
        </p:pic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E5284489-AA92-AFD6-D1F6-2E72639D01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04179" y="2772590"/>
              <a:ext cx="416314" cy="416314"/>
            </a:xfrm>
            <a:prstGeom prst="rect">
              <a:avLst/>
            </a:prstGeom>
          </p:spPr>
        </p:pic>
        <p:pic>
          <p:nvPicPr>
            <p:cNvPr id="47" name="Grafik 46">
              <a:extLst>
                <a:ext uri="{FF2B5EF4-FFF2-40B4-BE49-F238E27FC236}">
                  <a16:creationId xmlns:a16="http://schemas.microsoft.com/office/drawing/2014/main" id="{E110278C-C801-2AB5-28CD-C359A9C89B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70196" y="2772590"/>
              <a:ext cx="416314" cy="416314"/>
            </a:xfrm>
            <a:prstGeom prst="rect">
              <a:avLst/>
            </a:prstGeom>
          </p:spPr>
        </p:pic>
        <p:pic>
          <p:nvPicPr>
            <p:cNvPr id="49" name="Grafik 48">
              <a:extLst>
                <a:ext uri="{FF2B5EF4-FFF2-40B4-BE49-F238E27FC236}">
                  <a16:creationId xmlns:a16="http://schemas.microsoft.com/office/drawing/2014/main" id="{EA2E065A-EC41-7BDE-9560-DA368F5D2B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36213" y="2772590"/>
              <a:ext cx="416314" cy="416314"/>
            </a:xfrm>
            <a:prstGeom prst="rect">
              <a:avLst/>
            </a:prstGeom>
          </p:spPr>
        </p:pic>
        <p:pic>
          <p:nvPicPr>
            <p:cNvPr id="51" name="Grafik 50">
              <a:extLst>
                <a:ext uri="{FF2B5EF4-FFF2-40B4-BE49-F238E27FC236}">
                  <a16:creationId xmlns:a16="http://schemas.microsoft.com/office/drawing/2014/main" id="{7CD5588B-C3CC-63A8-A6BD-3846CE1E1E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602230" y="2772590"/>
              <a:ext cx="416314" cy="4163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0403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B419-E08D-D413-FC6F-B7C7ACBE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9797610D-8063-0D86-5685-419527B37D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59308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2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97610D-8063-0D86-5685-419527B37D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7E1FA7F3-9550-B726-8C8D-F69F2FD0AE2D}"/>
              </a:ext>
            </a:extLst>
          </p:cNvPr>
          <p:cNvSpPr txBox="1">
            <a:spLocks/>
          </p:cNvSpPr>
          <p:nvPr/>
        </p:nvSpPr>
        <p:spPr>
          <a:xfrm>
            <a:off x="548001" y="1626634"/>
            <a:ext cx="925591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b="1" dirty="0"/>
              <a:t>Lorem ipsum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DA9F0E1-4B4C-7765-141B-9C9901850393}"/>
              </a:ext>
            </a:extLst>
          </p:cNvPr>
          <p:cNvSpPr>
            <a:spLocks/>
          </p:cNvSpPr>
          <p:nvPr/>
        </p:nvSpPr>
        <p:spPr>
          <a:xfrm>
            <a:off x="548002" y="2709405"/>
            <a:ext cx="5462124" cy="1417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80000" rIns="180000" bIns="1800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Ut labore et dolore magna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78B65D1-DBD7-FAE7-FA7C-2E04B7799F24}"/>
              </a:ext>
            </a:extLst>
          </p:cNvPr>
          <p:cNvSpPr>
            <a:spLocks/>
          </p:cNvSpPr>
          <p:nvPr/>
        </p:nvSpPr>
        <p:spPr>
          <a:xfrm>
            <a:off x="6190126" y="2709405"/>
            <a:ext cx="5462124" cy="1417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80000" rIns="180000" bIns="1800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Ut labore et dolore magna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C6CC86A-5E6C-7221-BB9F-AEEBF4D22210}"/>
              </a:ext>
            </a:extLst>
          </p:cNvPr>
          <p:cNvSpPr>
            <a:spLocks/>
          </p:cNvSpPr>
          <p:nvPr/>
        </p:nvSpPr>
        <p:spPr>
          <a:xfrm>
            <a:off x="548002" y="4356611"/>
            <a:ext cx="5462124" cy="1417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80000" rIns="180000" bIns="1800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Ut labore et dolore magna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A84B3A4-FEE1-E2A7-9581-BA936FA6AEB8}"/>
              </a:ext>
            </a:extLst>
          </p:cNvPr>
          <p:cNvSpPr>
            <a:spLocks/>
          </p:cNvSpPr>
          <p:nvPr/>
        </p:nvSpPr>
        <p:spPr>
          <a:xfrm>
            <a:off x="6190126" y="4356611"/>
            <a:ext cx="5462124" cy="1417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80000" rIns="180000" bIns="1800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Ut labore et dolore magna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F52BE8-BAE0-F3B2-082B-B4A2074CCB9E}"/>
              </a:ext>
            </a:extLst>
          </p:cNvPr>
          <p:cNvSpPr>
            <a:spLocks/>
          </p:cNvSpPr>
          <p:nvPr/>
        </p:nvSpPr>
        <p:spPr>
          <a:xfrm rot="5400000" flipV="1">
            <a:off x="6466577" y="4030603"/>
            <a:ext cx="49556" cy="6024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BE23382-7292-E0B2-0555-E32231C1DAC9}"/>
              </a:ext>
            </a:extLst>
          </p:cNvPr>
          <p:cNvSpPr>
            <a:spLocks/>
          </p:cNvSpPr>
          <p:nvPr/>
        </p:nvSpPr>
        <p:spPr>
          <a:xfrm rot="5400000" flipV="1">
            <a:off x="824454" y="2384814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01592CA-4160-E041-1EBE-321DE2982022}"/>
              </a:ext>
            </a:extLst>
          </p:cNvPr>
          <p:cNvSpPr>
            <a:spLocks/>
          </p:cNvSpPr>
          <p:nvPr/>
        </p:nvSpPr>
        <p:spPr>
          <a:xfrm rot="5400000" flipV="1">
            <a:off x="824453" y="4030604"/>
            <a:ext cx="49556" cy="6024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C817D7D-07A5-CDF2-F027-CD988EEE432C}"/>
              </a:ext>
            </a:extLst>
          </p:cNvPr>
          <p:cNvSpPr>
            <a:spLocks/>
          </p:cNvSpPr>
          <p:nvPr/>
        </p:nvSpPr>
        <p:spPr>
          <a:xfrm rot="5400000" flipV="1">
            <a:off x="6466578" y="2384812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8E799A7-E6A9-6FAA-01AB-303119EC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Facts and icons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6576509-27F0-2F05-F8CD-2D90BF2FA7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0EF93E0-9BC3-B246-C006-1BEDB93B85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 err="1"/>
              <a:t>Subheadline</a:t>
            </a:r>
            <a:endParaRPr lang="en-GB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FBEF1E5-F623-CD69-4648-288793F549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601" y="2811004"/>
            <a:ext cx="490223" cy="490223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D8A49F73-CCF2-B21F-716A-C78674ADC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1726" y="2811004"/>
            <a:ext cx="490223" cy="490223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88AF3B33-31CE-DA2B-87FE-E3C86A99A4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601" y="4458211"/>
            <a:ext cx="490223" cy="490223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A7A6AC12-3E19-A6F5-DE5D-807C53696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1726" y="4458211"/>
            <a:ext cx="490223" cy="49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26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1330A-89D5-2A96-3A75-F748E311B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E92CDCB-78CE-F3F0-C9A8-33CA2D7022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9950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92CDCB-78CE-F3F0-C9A8-33CA2D7022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721D7051-5595-3084-43A6-BCFED4F7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94E93B-EB58-03BF-3196-AAD1B6D9AD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C9B7725-F79C-71AE-4AE0-F372E3B7E1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 err="1"/>
              <a:t>Subheadline</a:t>
            </a:r>
            <a:endParaRPr lang="en-GB" dirty="0"/>
          </a:p>
        </p:txBody>
      </p:sp>
      <p:grpSp>
        <p:nvGrpSpPr>
          <p:cNvPr id="17" name="Steps" descr="Steps illustration">
            <a:extLst>
              <a:ext uri="{FF2B5EF4-FFF2-40B4-BE49-F238E27FC236}">
                <a16:creationId xmlns:a16="http://schemas.microsoft.com/office/drawing/2014/main" id="{FED066FF-8F1B-CAEF-450C-35A4891C1C0C}"/>
              </a:ext>
            </a:extLst>
          </p:cNvPr>
          <p:cNvGrpSpPr/>
          <p:nvPr/>
        </p:nvGrpSpPr>
        <p:grpSpPr>
          <a:xfrm>
            <a:off x="56066" y="1614411"/>
            <a:ext cx="13067082" cy="6487489"/>
            <a:chOff x="113885" y="1521467"/>
            <a:chExt cx="13079133" cy="6493472"/>
          </a:xfrm>
        </p:grpSpPr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FD88C2AA-BA83-EA27-B3EF-3855AB4BCB19}"/>
                </a:ext>
              </a:extLst>
            </p:cNvPr>
            <p:cNvSpPr/>
            <p:nvPr/>
          </p:nvSpPr>
          <p:spPr bwMode="auto">
            <a:xfrm rot="18243897">
              <a:off x="7549943" y="1521467"/>
              <a:ext cx="5643075" cy="5643075"/>
            </a:xfrm>
            <a:prstGeom prst="arc">
              <a:avLst>
                <a:gd name="adj1" fmla="val 16200000"/>
                <a:gd name="adj2" fmla="val 21289156"/>
              </a:avLst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l" defTabSz="913943" rtl="0" fontAlgn="base">
                <a:spcBef>
                  <a:spcPct val="50000"/>
                </a:spcBef>
                <a:spcAft>
                  <a:spcPct val="0"/>
                </a:spcAft>
                <a:buClrTx/>
              </a:pPr>
              <a:endParaRPr lang="en-US" sz="2399" dirty="0">
                <a:solidFill>
                  <a:srgbClr val="000000"/>
                </a:solidFill>
                <a:latin typeface="+mn-lt"/>
                <a:ea typeface="ヒラギノ角ゴ Pro W3" charset="0"/>
              </a:endParaRPr>
            </a:p>
          </p:txBody>
        </p:sp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D21DE74D-5667-2FE5-5CDB-BA97953E6B61}"/>
                </a:ext>
              </a:extLst>
            </p:cNvPr>
            <p:cNvSpPr/>
            <p:nvPr/>
          </p:nvSpPr>
          <p:spPr bwMode="auto">
            <a:xfrm rot="18243897">
              <a:off x="3831914" y="1946666"/>
              <a:ext cx="5643075" cy="5643075"/>
            </a:xfrm>
            <a:prstGeom prst="arc">
              <a:avLst>
                <a:gd name="adj1" fmla="val 16200000"/>
                <a:gd name="adj2" fmla="val 21265869"/>
              </a:avLst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l" defTabSz="913943" rtl="0" fontAlgn="base">
                <a:spcBef>
                  <a:spcPct val="50000"/>
                </a:spcBef>
                <a:spcAft>
                  <a:spcPct val="0"/>
                </a:spcAft>
                <a:buClrTx/>
              </a:pPr>
              <a:endParaRPr lang="en-US" sz="2399" dirty="0">
                <a:solidFill>
                  <a:srgbClr val="000000"/>
                </a:solidFill>
                <a:latin typeface="+mn-lt"/>
                <a:ea typeface="ヒラギノ角ゴ Pro W3" charset="0"/>
              </a:endParaRPr>
            </a:p>
          </p:txBody>
        </p:sp>
        <p:sp>
          <p:nvSpPr>
            <p:cNvPr id="20" name="Bogen 19">
              <a:extLst>
                <a:ext uri="{FF2B5EF4-FFF2-40B4-BE49-F238E27FC236}">
                  <a16:creationId xmlns:a16="http://schemas.microsoft.com/office/drawing/2014/main" id="{153B5822-B714-FD84-67B9-4118467BF3B0}"/>
                </a:ext>
              </a:extLst>
            </p:cNvPr>
            <p:cNvSpPr/>
            <p:nvPr/>
          </p:nvSpPr>
          <p:spPr bwMode="auto">
            <a:xfrm rot="18243897">
              <a:off x="113885" y="2371864"/>
              <a:ext cx="5643075" cy="5643075"/>
            </a:xfrm>
            <a:prstGeom prst="arc">
              <a:avLst>
                <a:gd name="adj1" fmla="val 16200000"/>
                <a:gd name="adj2" fmla="val 21258845"/>
              </a:avLst>
            </a:prstGeom>
            <a:noFill/>
            <a:ln w="38100" cap="flat" cmpd="sng" algn="ctr">
              <a:solidFill>
                <a:schemeClr val="accent5"/>
              </a:solidFill>
              <a:prstDash val="solid"/>
              <a:round/>
              <a:headEnd type="none" w="lg" len="sm"/>
              <a:tailEnd type="triangle" w="med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l" defTabSz="913943" rtl="0" fontAlgn="base">
                <a:spcBef>
                  <a:spcPct val="50000"/>
                </a:spcBef>
                <a:spcAft>
                  <a:spcPct val="0"/>
                </a:spcAft>
                <a:buClrTx/>
              </a:pPr>
              <a:endParaRPr lang="en-US" sz="2399" dirty="0">
                <a:solidFill>
                  <a:srgbClr val="000000"/>
                </a:solidFill>
                <a:latin typeface="+mn-lt"/>
                <a:ea typeface="ヒラギノ角ゴ Pro W3" charset="0"/>
              </a:endParaRPr>
            </a:p>
          </p:txBody>
        </p:sp>
      </p:grpSp>
      <p:sp>
        <p:nvSpPr>
          <p:cNvPr id="21" name="Textfeld 20">
            <a:extLst>
              <a:ext uri="{FF2B5EF4-FFF2-40B4-BE49-F238E27FC236}">
                <a16:creationId xmlns:a16="http://schemas.microsoft.com/office/drawing/2014/main" id="{F8815D92-9219-3A5E-5D8D-2BBAE48B215D}"/>
              </a:ext>
            </a:extLst>
          </p:cNvPr>
          <p:cNvSpPr txBox="1">
            <a:spLocks/>
          </p:cNvSpPr>
          <p:nvPr/>
        </p:nvSpPr>
        <p:spPr>
          <a:xfrm>
            <a:off x="887558" y="4304294"/>
            <a:ext cx="2987676" cy="11849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200" dirty="0"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cs typeface="Arial" panose="020B0604020202020204" pitchFamily="34" charset="0"/>
              </a:rPr>
              <a:t>dolor</a:t>
            </a:r>
            <a:r>
              <a:rPr lang="en-GB" sz="1200" dirty="0">
                <a:cs typeface="Arial" panose="020B0604020202020204" pitchFamily="34" charset="0"/>
              </a:rPr>
              <a:t> sit </a:t>
            </a:r>
            <a:r>
              <a:rPr lang="en-GB" sz="1200" dirty="0" err="1">
                <a:cs typeface="Arial" panose="020B0604020202020204" pitchFamily="34" charset="0"/>
              </a:rPr>
              <a:t>amet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br>
              <a:rPr lang="en-GB" sz="1200" dirty="0">
                <a:cs typeface="Arial" panose="020B0604020202020204" pitchFamily="34" charset="0"/>
              </a:rPr>
            </a:br>
            <a:r>
              <a:rPr lang="en-GB" sz="1200" dirty="0" err="1">
                <a:cs typeface="Arial" panose="020B0604020202020204" pitchFamily="34" charset="0"/>
              </a:rPr>
              <a:t>consetetur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sadipscing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elitr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nonumy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eirmod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tempor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invidunt</a:t>
            </a:r>
            <a:r>
              <a:rPr lang="en-GB" sz="1200" dirty="0">
                <a:cs typeface="Arial" panose="020B0604020202020204" pitchFamily="34" charset="0"/>
              </a:rPr>
              <a:t>. </a:t>
            </a:r>
          </a:p>
          <a:p>
            <a:pPr algn="ctr">
              <a:spcAft>
                <a:spcPts val="600"/>
              </a:spcAft>
            </a:pPr>
            <a:r>
              <a:rPr lang="en-GB" sz="1200" dirty="0"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cs typeface="Arial" panose="020B0604020202020204" pitchFamily="34" charset="0"/>
              </a:rPr>
              <a:t>aliquyam</a:t>
            </a:r>
            <a:br>
              <a:rPr lang="en-GB" sz="1200" dirty="0">
                <a:cs typeface="Arial" panose="020B0604020202020204" pitchFamily="34" charset="0"/>
              </a:rPr>
            </a:br>
            <a:r>
              <a:rPr lang="en-GB" sz="1200" dirty="0" err="1">
                <a:cs typeface="Arial" panose="020B0604020202020204" pitchFamily="34" charset="0"/>
              </a:rPr>
              <a:t>erat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voluptua</a:t>
            </a:r>
            <a:r>
              <a:rPr lang="en-GB" sz="1200" dirty="0">
                <a:cs typeface="Arial" panose="020B0604020202020204" pitchFamily="34" charset="0"/>
              </a:rPr>
              <a:t>. At </a:t>
            </a:r>
            <a:r>
              <a:rPr lang="en-GB" sz="1200" dirty="0" err="1">
                <a:cs typeface="Arial" panose="020B0604020202020204" pitchFamily="34" charset="0"/>
              </a:rPr>
              <a:t>vero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eos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accusam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justo</a:t>
            </a:r>
            <a:r>
              <a:rPr lang="en-GB" sz="1200" dirty="0">
                <a:cs typeface="Arial" panose="020B0604020202020204" pitchFamily="34" charset="0"/>
              </a:rPr>
              <a:t> duo </a:t>
            </a:r>
            <a:r>
              <a:rPr lang="en-GB" sz="1200" dirty="0" err="1">
                <a:cs typeface="Arial" panose="020B0604020202020204" pitchFamily="34" charset="0"/>
              </a:rPr>
              <a:t>dolores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rebum</a:t>
            </a:r>
            <a:r>
              <a:rPr lang="en-GB" sz="1200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3A56084-0B30-CF09-C150-144AABE6FAD6}"/>
              </a:ext>
            </a:extLst>
          </p:cNvPr>
          <p:cNvSpPr txBox="1">
            <a:spLocks/>
          </p:cNvSpPr>
          <p:nvPr/>
        </p:nvSpPr>
        <p:spPr>
          <a:xfrm>
            <a:off x="887559" y="3541539"/>
            <a:ext cx="298767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5"/>
                </a:solidFill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accent5"/>
                </a:solidFill>
                <a:cs typeface="Arial" panose="020B0604020202020204" pitchFamily="34" charset="0"/>
              </a:rPr>
              <a:t>dolor</a:t>
            </a:r>
            <a:br>
              <a:rPr lang="en-GB" b="1" dirty="0">
                <a:solidFill>
                  <a:schemeClr val="accent5"/>
                </a:solidFill>
                <a:cs typeface="Arial" panose="020B0604020202020204" pitchFamily="34" charset="0"/>
              </a:rPr>
            </a:br>
            <a:r>
              <a:rPr lang="en-GB" b="1" dirty="0">
                <a:solidFill>
                  <a:schemeClr val="accent5"/>
                </a:solidFill>
                <a:cs typeface="Arial" panose="020B0604020202020204" pitchFamily="34" charset="0"/>
              </a:rPr>
              <a:t>sit </a:t>
            </a:r>
            <a:r>
              <a:rPr lang="en-GB" b="1" dirty="0" err="1">
                <a:solidFill>
                  <a:schemeClr val="accent5"/>
                </a:solidFill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accent5"/>
              </a:solidFill>
              <a:cs typeface="Arial" panose="020B0604020202020204" pitchFamily="34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4383E0E-2BDD-1999-ABA2-B99E5410ACB1}"/>
              </a:ext>
            </a:extLst>
          </p:cNvPr>
          <p:cNvSpPr txBox="1">
            <a:spLocks/>
          </p:cNvSpPr>
          <p:nvPr/>
        </p:nvSpPr>
        <p:spPr>
          <a:xfrm>
            <a:off x="4602161" y="4304294"/>
            <a:ext cx="2987676" cy="11849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200" dirty="0"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cs typeface="Arial" panose="020B0604020202020204" pitchFamily="34" charset="0"/>
              </a:rPr>
              <a:t>dolor</a:t>
            </a:r>
            <a:r>
              <a:rPr lang="en-GB" sz="1200" dirty="0">
                <a:cs typeface="Arial" panose="020B0604020202020204" pitchFamily="34" charset="0"/>
              </a:rPr>
              <a:t> sit </a:t>
            </a:r>
            <a:r>
              <a:rPr lang="en-GB" sz="1200" dirty="0" err="1">
                <a:cs typeface="Arial" panose="020B0604020202020204" pitchFamily="34" charset="0"/>
              </a:rPr>
              <a:t>amet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br>
              <a:rPr lang="en-GB" sz="1200" dirty="0">
                <a:cs typeface="Arial" panose="020B0604020202020204" pitchFamily="34" charset="0"/>
              </a:rPr>
            </a:br>
            <a:r>
              <a:rPr lang="en-GB" sz="1200" dirty="0" err="1">
                <a:cs typeface="Arial" panose="020B0604020202020204" pitchFamily="34" charset="0"/>
              </a:rPr>
              <a:t>consetetur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sadipscing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elitr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nonumy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eirmod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tempor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invidunt</a:t>
            </a:r>
            <a:r>
              <a:rPr lang="en-GB" sz="1200" dirty="0">
                <a:cs typeface="Arial" panose="020B0604020202020204" pitchFamily="34" charset="0"/>
              </a:rPr>
              <a:t>. </a:t>
            </a:r>
          </a:p>
          <a:p>
            <a:pPr algn="ctr">
              <a:spcAft>
                <a:spcPts val="600"/>
              </a:spcAft>
            </a:pPr>
            <a:r>
              <a:rPr lang="en-GB" sz="1200" dirty="0"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cs typeface="Arial" panose="020B0604020202020204" pitchFamily="34" charset="0"/>
              </a:rPr>
              <a:t>aliquyam</a:t>
            </a:r>
            <a:br>
              <a:rPr lang="en-GB" sz="1200" dirty="0">
                <a:cs typeface="Arial" panose="020B0604020202020204" pitchFamily="34" charset="0"/>
              </a:rPr>
            </a:br>
            <a:r>
              <a:rPr lang="en-GB" sz="1200" dirty="0" err="1">
                <a:cs typeface="Arial" panose="020B0604020202020204" pitchFamily="34" charset="0"/>
              </a:rPr>
              <a:t>erat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voluptua</a:t>
            </a:r>
            <a:r>
              <a:rPr lang="en-GB" sz="1200" dirty="0">
                <a:cs typeface="Arial" panose="020B0604020202020204" pitchFamily="34" charset="0"/>
              </a:rPr>
              <a:t>. At </a:t>
            </a:r>
            <a:r>
              <a:rPr lang="en-GB" sz="1200" dirty="0" err="1">
                <a:cs typeface="Arial" panose="020B0604020202020204" pitchFamily="34" charset="0"/>
              </a:rPr>
              <a:t>vero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eos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accusam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justo</a:t>
            </a:r>
            <a:r>
              <a:rPr lang="en-GB" sz="1200" dirty="0">
                <a:cs typeface="Arial" panose="020B0604020202020204" pitchFamily="34" charset="0"/>
              </a:rPr>
              <a:t> duo </a:t>
            </a:r>
            <a:r>
              <a:rPr lang="en-GB" sz="1200" dirty="0" err="1">
                <a:cs typeface="Arial" panose="020B0604020202020204" pitchFamily="34" charset="0"/>
              </a:rPr>
              <a:t>dolores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rebum</a:t>
            </a:r>
            <a:r>
              <a:rPr lang="en-GB" sz="1200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80DCF24-BAA2-8541-AFD2-20055EA4C29D}"/>
              </a:ext>
            </a:extLst>
          </p:cNvPr>
          <p:cNvSpPr txBox="1">
            <a:spLocks/>
          </p:cNvSpPr>
          <p:nvPr/>
        </p:nvSpPr>
        <p:spPr>
          <a:xfrm>
            <a:off x="4602162" y="3541539"/>
            <a:ext cx="298767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2"/>
                </a:solidFill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accent2"/>
                </a:solidFill>
                <a:cs typeface="Arial" panose="020B0604020202020204" pitchFamily="34" charset="0"/>
              </a:rPr>
              <a:t>dolor</a:t>
            </a:r>
            <a:br>
              <a:rPr lang="en-GB" b="1" dirty="0">
                <a:solidFill>
                  <a:schemeClr val="accent2"/>
                </a:solidFill>
                <a:cs typeface="Arial" panose="020B0604020202020204" pitchFamily="34" charset="0"/>
              </a:rPr>
            </a:br>
            <a:r>
              <a:rPr lang="en-GB" b="1" dirty="0">
                <a:solidFill>
                  <a:schemeClr val="accent2"/>
                </a:solidFill>
                <a:cs typeface="Arial" panose="020B0604020202020204" pitchFamily="34" charset="0"/>
              </a:rPr>
              <a:t>sit </a:t>
            </a:r>
            <a:r>
              <a:rPr lang="en-GB" b="1" dirty="0" err="1">
                <a:solidFill>
                  <a:schemeClr val="accent2"/>
                </a:solidFill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8CA4248-E970-992C-0F89-65F68DB7ADF8}"/>
              </a:ext>
            </a:extLst>
          </p:cNvPr>
          <p:cNvSpPr txBox="1">
            <a:spLocks/>
          </p:cNvSpPr>
          <p:nvPr/>
        </p:nvSpPr>
        <p:spPr>
          <a:xfrm>
            <a:off x="8346034" y="4304294"/>
            <a:ext cx="2987676" cy="11849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200" dirty="0"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cs typeface="Arial" panose="020B0604020202020204" pitchFamily="34" charset="0"/>
              </a:rPr>
              <a:t>dolor</a:t>
            </a:r>
            <a:r>
              <a:rPr lang="en-GB" sz="1200" dirty="0">
                <a:cs typeface="Arial" panose="020B0604020202020204" pitchFamily="34" charset="0"/>
              </a:rPr>
              <a:t> sit </a:t>
            </a:r>
            <a:r>
              <a:rPr lang="en-GB" sz="1200" dirty="0" err="1">
                <a:cs typeface="Arial" panose="020B0604020202020204" pitchFamily="34" charset="0"/>
              </a:rPr>
              <a:t>amet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br>
              <a:rPr lang="en-GB" sz="1200" dirty="0">
                <a:cs typeface="Arial" panose="020B0604020202020204" pitchFamily="34" charset="0"/>
              </a:rPr>
            </a:br>
            <a:r>
              <a:rPr lang="en-GB" sz="1200" dirty="0" err="1">
                <a:cs typeface="Arial" panose="020B0604020202020204" pitchFamily="34" charset="0"/>
              </a:rPr>
              <a:t>consetetur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sadipscing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elitr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nonumy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eirmod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tempor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invidunt</a:t>
            </a:r>
            <a:r>
              <a:rPr lang="en-GB" sz="1200" dirty="0">
                <a:cs typeface="Arial" panose="020B0604020202020204" pitchFamily="34" charset="0"/>
              </a:rPr>
              <a:t>. </a:t>
            </a:r>
          </a:p>
          <a:p>
            <a:pPr algn="ctr">
              <a:spcAft>
                <a:spcPts val="600"/>
              </a:spcAft>
            </a:pPr>
            <a:r>
              <a:rPr lang="en-GB" sz="1200" dirty="0"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cs typeface="Arial" panose="020B0604020202020204" pitchFamily="34" charset="0"/>
              </a:rPr>
              <a:t>aliquyam</a:t>
            </a:r>
            <a:br>
              <a:rPr lang="en-GB" sz="1200" dirty="0">
                <a:cs typeface="Arial" panose="020B0604020202020204" pitchFamily="34" charset="0"/>
              </a:rPr>
            </a:br>
            <a:r>
              <a:rPr lang="en-GB" sz="1200" dirty="0" err="1">
                <a:cs typeface="Arial" panose="020B0604020202020204" pitchFamily="34" charset="0"/>
              </a:rPr>
              <a:t>erat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voluptua</a:t>
            </a:r>
            <a:r>
              <a:rPr lang="en-GB" sz="1200" dirty="0">
                <a:cs typeface="Arial" panose="020B0604020202020204" pitchFamily="34" charset="0"/>
              </a:rPr>
              <a:t>. At </a:t>
            </a:r>
            <a:r>
              <a:rPr lang="en-GB" sz="1200" dirty="0" err="1">
                <a:cs typeface="Arial" panose="020B0604020202020204" pitchFamily="34" charset="0"/>
              </a:rPr>
              <a:t>vero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eos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accusam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justo</a:t>
            </a:r>
            <a:r>
              <a:rPr lang="en-GB" sz="1200" dirty="0">
                <a:cs typeface="Arial" panose="020B0604020202020204" pitchFamily="34" charset="0"/>
              </a:rPr>
              <a:t> duo </a:t>
            </a:r>
            <a:r>
              <a:rPr lang="en-GB" sz="1200" dirty="0" err="1">
                <a:cs typeface="Arial" panose="020B0604020202020204" pitchFamily="34" charset="0"/>
              </a:rPr>
              <a:t>dolores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rebum</a:t>
            </a:r>
            <a:r>
              <a:rPr lang="en-GB" sz="1200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9CD0CAD8-36BA-7395-446F-878E7A163805}"/>
              </a:ext>
            </a:extLst>
          </p:cNvPr>
          <p:cNvSpPr txBox="1">
            <a:spLocks/>
          </p:cNvSpPr>
          <p:nvPr/>
        </p:nvSpPr>
        <p:spPr>
          <a:xfrm>
            <a:off x="8346035" y="3541539"/>
            <a:ext cx="298767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tx2"/>
                </a:solidFill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tx2"/>
                </a:solidFill>
                <a:cs typeface="Arial" panose="020B0604020202020204" pitchFamily="34" charset="0"/>
              </a:rPr>
              <a:t>dolor</a:t>
            </a:r>
            <a:br>
              <a:rPr lang="en-GB" b="1" dirty="0">
                <a:solidFill>
                  <a:schemeClr val="tx2"/>
                </a:solidFill>
                <a:cs typeface="Arial" panose="020B0604020202020204" pitchFamily="34" charset="0"/>
              </a:rPr>
            </a:br>
            <a:r>
              <a:rPr lang="en-GB" b="1" dirty="0">
                <a:solidFill>
                  <a:schemeClr val="tx2"/>
                </a:solidFill>
                <a:cs typeface="Arial" panose="020B0604020202020204" pitchFamily="34" charset="0"/>
              </a:rPr>
              <a:t>sit </a:t>
            </a:r>
            <a:r>
              <a:rPr lang="en-GB" b="1" dirty="0" err="1">
                <a:solidFill>
                  <a:schemeClr val="tx2"/>
                </a:solidFill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1299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BA0BB-CAE1-94FC-4C93-AC707AC5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26E6D08-342A-72BB-F1CE-D887422EF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4063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6E6D08-342A-72BB-F1CE-D887422EF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65E76249-B87C-0522-A275-C3F8645C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pPr lvl="0"/>
            <a:r>
              <a:rPr lang="en-GB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0CAD03-CA50-DAD3-5E90-8558CB0673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33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E05F361-B44C-8766-DDBE-EC9705E12D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Subheadline</a:t>
            </a: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F41918B5-2B64-E3D4-893A-A14CC61155D4}"/>
              </a:ext>
            </a:extLst>
          </p:cNvPr>
          <p:cNvSpPr/>
          <p:nvPr/>
        </p:nvSpPr>
        <p:spPr>
          <a:xfrm>
            <a:off x="0" y="1617662"/>
            <a:ext cx="4064000" cy="44275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1871"/>
              </a:solidFill>
              <a:effectLst/>
              <a:uLnTx/>
              <a:uFillTx/>
              <a:ea typeface="Source Sans Pro Light" panose="020B0403030403020204" pitchFamily="34" charset="0"/>
              <a:cs typeface="+mn-cs"/>
            </a:endParaRPr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A99D9644-DE7E-89BA-B613-2870DEC2E7E7}"/>
              </a:ext>
            </a:extLst>
          </p:cNvPr>
          <p:cNvSpPr/>
          <p:nvPr/>
        </p:nvSpPr>
        <p:spPr>
          <a:xfrm>
            <a:off x="4064000" y="1617662"/>
            <a:ext cx="4064000" cy="44275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1871"/>
              </a:solidFill>
              <a:effectLst/>
              <a:uLnTx/>
              <a:uFillTx/>
              <a:ea typeface="Source Sans Pro Light" panose="020B0403030403020204" pitchFamily="34" charset="0"/>
              <a:cs typeface="+mn-cs"/>
            </a:endParaRPr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FB244A9E-B111-58D0-1489-D6C94D56D499}"/>
              </a:ext>
            </a:extLst>
          </p:cNvPr>
          <p:cNvSpPr/>
          <p:nvPr/>
        </p:nvSpPr>
        <p:spPr>
          <a:xfrm>
            <a:off x="8128000" y="1617662"/>
            <a:ext cx="4064000" cy="44275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1871"/>
              </a:solidFill>
              <a:effectLst/>
              <a:uLnTx/>
              <a:uFillTx/>
              <a:ea typeface="Source Sans Pro Light" panose="020B0403030403020204" pitchFamily="34" charset="0"/>
              <a:cs typeface="+mn-cs"/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F0053157-778B-8744-280C-A781E4ED9FE7}"/>
              </a:ext>
            </a:extLst>
          </p:cNvPr>
          <p:cNvSpPr>
            <a:spLocks/>
          </p:cNvSpPr>
          <p:nvPr/>
        </p:nvSpPr>
        <p:spPr>
          <a:xfrm>
            <a:off x="1596782" y="2074068"/>
            <a:ext cx="870438" cy="8704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b="1" dirty="0"/>
              <a:t>01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2C1737C-124A-136F-0002-7CD887651490}"/>
              </a:ext>
            </a:extLst>
          </p:cNvPr>
          <p:cNvSpPr txBox="1">
            <a:spLocks/>
          </p:cNvSpPr>
          <p:nvPr/>
        </p:nvSpPr>
        <p:spPr>
          <a:xfrm>
            <a:off x="538163" y="3945730"/>
            <a:ext cx="2987676" cy="11849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. </a:t>
            </a:r>
          </a:p>
          <a:p>
            <a:pPr algn="ctr">
              <a:spcAft>
                <a:spcPts val="600"/>
              </a:spcAft>
            </a:pP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aliquyam</a:t>
            </a:r>
            <a:b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voluptua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. At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rebum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D5C16B6-F237-8BAB-A10B-252AB123D3D3}"/>
              </a:ext>
            </a:extLst>
          </p:cNvPr>
          <p:cNvSpPr txBox="1">
            <a:spLocks/>
          </p:cNvSpPr>
          <p:nvPr/>
        </p:nvSpPr>
        <p:spPr>
          <a:xfrm>
            <a:off x="538164" y="3182975"/>
            <a:ext cx="298767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2"/>
                </a:solidFill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accent2"/>
                </a:solidFill>
                <a:cs typeface="Arial" panose="020B0604020202020204" pitchFamily="34" charset="0"/>
              </a:rPr>
              <a:t>dolor</a:t>
            </a:r>
            <a:br>
              <a:rPr lang="en-GB" b="1" dirty="0">
                <a:solidFill>
                  <a:schemeClr val="accent2"/>
                </a:solidFill>
                <a:cs typeface="Arial" panose="020B0604020202020204" pitchFamily="34" charset="0"/>
              </a:rPr>
            </a:br>
            <a:r>
              <a:rPr lang="en-GB" b="1" dirty="0">
                <a:solidFill>
                  <a:schemeClr val="accent2"/>
                </a:solidFill>
                <a:cs typeface="Arial" panose="020B0604020202020204" pitchFamily="34" charset="0"/>
              </a:rPr>
              <a:t>sit </a:t>
            </a:r>
            <a:r>
              <a:rPr lang="en-GB" b="1" dirty="0" err="1">
                <a:solidFill>
                  <a:schemeClr val="accent2"/>
                </a:solidFill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6A314B2E-0465-13FC-B7B6-F99CE87F7332}"/>
              </a:ext>
            </a:extLst>
          </p:cNvPr>
          <p:cNvSpPr>
            <a:spLocks/>
          </p:cNvSpPr>
          <p:nvPr/>
        </p:nvSpPr>
        <p:spPr>
          <a:xfrm>
            <a:off x="5660781" y="2074068"/>
            <a:ext cx="870438" cy="87043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b="1" dirty="0"/>
              <a:t>02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21CAA54-0A1F-E670-9392-9EEF47CF3E78}"/>
              </a:ext>
            </a:extLst>
          </p:cNvPr>
          <p:cNvSpPr txBox="1">
            <a:spLocks/>
          </p:cNvSpPr>
          <p:nvPr/>
        </p:nvSpPr>
        <p:spPr>
          <a:xfrm>
            <a:off x="4602162" y="3945730"/>
            <a:ext cx="2987676" cy="11849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. </a:t>
            </a:r>
          </a:p>
          <a:p>
            <a:pPr algn="ctr">
              <a:spcAft>
                <a:spcPts val="600"/>
              </a:spcAft>
            </a:pP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aliquyam</a:t>
            </a:r>
            <a:b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voluptua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. At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rebum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CA0DEB2-A66A-B467-7F8B-75CBF38F46B5}"/>
              </a:ext>
            </a:extLst>
          </p:cNvPr>
          <p:cNvSpPr txBox="1">
            <a:spLocks/>
          </p:cNvSpPr>
          <p:nvPr/>
        </p:nvSpPr>
        <p:spPr>
          <a:xfrm>
            <a:off x="4602163" y="3182975"/>
            <a:ext cx="298767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tx2"/>
                </a:solidFill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tx2"/>
                </a:solidFill>
                <a:cs typeface="Arial" panose="020B0604020202020204" pitchFamily="34" charset="0"/>
              </a:rPr>
              <a:t>dolor</a:t>
            </a:r>
            <a:br>
              <a:rPr lang="en-GB" b="1" dirty="0">
                <a:solidFill>
                  <a:schemeClr val="tx2"/>
                </a:solidFill>
                <a:cs typeface="Arial" panose="020B0604020202020204" pitchFamily="34" charset="0"/>
              </a:rPr>
            </a:br>
            <a:r>
              <a:rPr lang="en-GB" b="1" dirty="0">
                <a:solidFill>
                  <a:schemeClr val="tx2"/>
                </a:solidFill>
                <a:cs typeface="Arial" panose="020B0604020202020204" pitchFamily="34" charset="0"/>
              </a:rPr>
              <a:t>sit </a:t>
            </a:r>
            <a:r>
              <a:rPr lang="en-GB" b="1" dirty="0" err="1">
                <a:solidFill>
                  <a:schemeClr val="tx2"/>
                </a:solidFill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A5B6B4D-FFCB-1D0B-8AA2-A1E0D55C8ED6}"/>
              </a:ext>
            </a:extLst>
          </p:cNvPr>
          <p:cNvSpPr>
            <a:spLocks/>
          </p:cNvSpPr>
          <p:nvPr/>
        </p:nvSpPr>
        <p:spPr>
          <a:xfrm>
            <a:off x="9723193" y="2074068"/>
            <a:ext cx="870438" cy="8704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b="1" dirty="0"/>
              <a:t>03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2DCEC36-8251-DEC8-9C4D-6CF5EF1BC0A3}"/>
              </a:ext>
            </a:extLst>
          </p:cNvPr>
          <p:cNvSpPr txBox="1">
            <a:spLocks/>
          </p:cNvSpPr>
          <p:nvPr/>
        </p:nvSpPr>
        <p:spPr>
          <a:xfrm>
            <a:off x="8664574" y="3945730"/>
            <a:ext cx="2987676" cy="11849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. </a:t>
            </a:r>
          </a:p>
          <a:p>
            <a:pPr algn="ctr">
              <a:spcAft>
                <a:spcPts val="600"/>
              </a:spcAft>
            </a:pP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aliquyam</a:t>
            </a:r>
            <a:b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voluptua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. At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cs typeface="Arial" panose="020B0604020202020204" pitchFamily="34" charset="0"/>
              </a:rPr>
              <a:t>rebum</a:t>
            </a:r>
            <a:r>
              <a:rPr lang="en-GB" sz="1200" dirty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3764F1AA-535B-BD32-3D65-B917028B86F8}"/>
              </a:ext>
            </a:extLst>
          </p:cNvPr>
          <p:cNvSpPr txBox="1">
            <a:spLocks/>
          </p:cNvSpPr>
          <p:nvPr/>
        </p:nvSpPr>
        <p:spPr>
          <a:xfrm>
            <a:off x="8664575" y="3182975"/>
            <a:ext cx="298767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2"/>
                </a:solidFill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accent2"/>
                </a:solidFill>
                <a:cs typeface="Arial" panose="020B0604020202020204" pitchFamily="34" charset="0"/>
              </a:rPr>
              <a:t>dolor</a:t>
            </a:r>
            <a:br>
              <a:rPr lang="en-GB" b="1" dirty="0">
                <a:solidFill>
                  <a:schemeClr val="accent2"/>
                </a:solidFill>
                <a:cs typeface="Arial" panose="020B0604020202020204" pitchFamily="34" charset="0"/>
              </a:rPr>
            </a:br>
            <a:r>
              <a:rPr lang="en-GB" b="1" dirty="0">
                <a:solidFill>
                  <a:schemeClr val="accent2"/>
                </a:solidFill>
                <a:cs typeface="Arial" panose="020B0604020202020204" pitchFamily="34" charset="0"/>
              </a:rPr>
              <a:t>sit </a:t>
            </a:r>
            <a:r>
              <a:rPr lang="en-GB" b="1" dirty="0" err="1">
                <a:solidFill>
                  <a:schemeClr val="accent2"/>
                </a:solidFill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608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B93E6-4EFD-FCD1-037F-9C78CC9B0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6EC8856-D9A2-42A4-5261-074EF4D99B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0037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EC8856-D9A2-42A4-5261-074EF4D99B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A0F84CC-DF32-AB9B-6758-C15CDD43E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pPr lvl="0"/>
            <a:r>
              <a:rPr lang="en-GB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5F2ABC-BE3B-25ED-0002-B10BC6E080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34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8F7C223-662D-EAB5-87C9-D3814FE852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 err="1"/>
              <a:t>Subheadline</a:t>
            </a:r>
            <a:endParaRPr lang="en-GB" dirty="0"/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2DF638A-847F-A7FC-350A-5E0E4BA2DA2F}"/>
              </a:ext>
            </a:extLst>
          </p:cNvPr>
          <p:cNvGrpSpPr/>
          <p:nvPr/>
        </p:nvGrpSpPr>
        <p:grpSpPr>
          <a:xfrm>
            <a:off x="-228908" y="2072396"/>
            <a:ext cx="6324908" cy="3507246"/>
            <a:chOff x="0" y="2189777"/>
            <a:chExt cx="6324908" cy="3507246"/>
          </a:xfrm>
        </p:grpSpPr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B1A5971A-01BB-1BFC-E6DA-FB304F96C03F}"/>
                </a:ext>
              </a:extLst>
            </p:cNvPr>
            <p:cNvSpPr/>
            <p:nvPr/>
          </p:nvSpPr>
          <p:spPr>
            <a:xfrm>
              <a:off x="0" y="2189777"/>
              <a:ext cx="6324908" cy="1402148"/>
            </a:xfrm>
            <a:custGeom>
              <a:avLst/>
              <a:gdLst>
                <a:gd name="connsiteX0" fmla="*/ 768133 w 6324908"/>
                <a:gd name="connsiteY0" fmla="*/ 568480 h 1402148"/>
                <a:gd name="connsiteX1" fmla="*/ 0 w 6324908"/>
                <a:gd name="connsiteY1" fmla="*/ 568480 h 1402148"/>
                <a:gd name="connsiteX2" fmla="*/ 0 w 6324908"/>
                <a:gd name="connsiteY2" fmla="*/ 1402148 h 1402148"/>
                <a:gd name="connsiteX3" fmla="*/ 768133 w 6324908"/>
                <a:gd name="connsiteY3" fmla="*/ 1402148 h 1402148"/>
                <a:gd name="connsiteX4" fmla="*/ 1725252 w 6324908"/>
                <a:gd name="connsiteY4" fmla="*/ 1170235 h 1402148"/>
                <a:gd name="connsiteX5" fmla="*/ 5824123 w 6324908"/>
                <a:gd name="connsiteY5" fmla="*/ 1170489 h 1402148"/>
                <a:gd name="connsiteX6" fmla="*/ 6072166 w 6324908"/>
                <a:gd name="connsiteY6" fmla="*/ 879137 h 1402148"/>
                <a:gd name="connsiteX7" fmla="*/ 6324908 w 6324908"/>
                <a:gd name="connsiteY7" fmla="*/ 586134 h 1402148"/>
                <a:gd name="connsiteX8" fmla="*/ 6072166 w 6324908"/>
                <a:gd name="connsiteY8" fmla="*/ 291352 h 1402148"/>
                <a:gd name="connsiteX9" fmla="*/ 5824123 w 6324908"/>
                <a:gd name="connsiteY9" fmla="*/ 0 h 1402148"/>
                <a:gd name="connsiteX10" fmla="*/ 1725252 w 6324908"/>
                <a:gd name="connsiteY10" fmla="*/ 0 h 140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324908" h="1402148">
                  <a:moveTo>
                    <a:pt x="768133" y="568480"/>
                  </a:moveTo>
                  <a:lnTo>
                    <a:pt x="0" y="568480"/>
                  </a:lnTo>
                  <a:lnTo>
                    <a:pt x="0" y="1402148"/>
                  </a:lnTo>
                  <a:lnTo>
                    <a:pt x="768133" y="1402148"/>
                  </a:lnTo>
                  <a:lnTo>
                    <a:pt x="1725252" y="1170235"/>
                  </a:lnTo>
                  <a:lnTo>
                    <a:pt x="5824123" y="1170489"/>
                  </a:lnTo>
                  <a:lnTo>
                    <a:pt x="6072166" y="879137"/>
                  </a:lnTo>
                  <a:lnTo>
                    <a:pt x="6324908" y="586134"/>
                  </a:lnTo>
                  <a:lnTo>
                    <a:pt x="6072166" y="291352"/>
                  </a:lnTo>
                  <a:lnTo>
                    <a:pt x="5824123" y="0"/>
                  </a:lnTo>
                  <a:lnTo>
                    <a:pt x="1725252" y="0"/>
                  </a:lnTo>
                </a:path>
              </a:pathLst>
            </a:custGeom>
            <a:solidFill>
              <a:srgbClr val="00AEE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D751F140-F54B-95DD-B9E2-1459ADAFE87C}"/>
                </a:ext>
              </a:extLst>
            </p:cNvPr>
            <p:cNvSpPr/>
            <p:nvPr/>
          </p:nvSpPr>
          <p:spPr>
            <a:xfrm>
              <a:off x="0" y="3352645"/>
              <a:ext cx="6324908" cy="1179633"/>
            </a:xfrm>
            <a:custGeom>
              <a:avLst/>
              <a:gdLst>
                <a:gd name="connsiteX0" fmla="*/ 6072166 w 6324908"/>
                <a:gd name="connsiteY0" fmla="*/ 294908 h 1179633"/>
                <a:gd name="connsiteX1" fmla="*/ 5824123 w 6324908"/>
                <a:gd name="connsiteY1" fmla="*/ 0 h 1179633"/>
                <a:gd name="connsiteX2" fmla="*/ 1725252 w 6324908"/>
                <a:gd name="connsiteY2" fmla="*/ 0 h 1179633"/>
                <a:gd name="connsiteX3" fmla="*/ 768133 w 6324908"/>
                <a:gd name="connsiteY3" fmla="*/ 236232 h 1179633"/>
                <a:gd name="connsiteX4" fmla="*/ 0 w 6324908"/>
                <a:gd name="connsiteY4" fmla="*/ 236232 h 1179633"/>
                <a:gd name="connsiteX5" fmla="*/ 0 w 6324908"/>
                <a:gd name="connsiteY5" fmla="*/ 952546 h 1179633"/>
                <a:gd name="connsiteX6" fmla="*/ 768133 w 6324908"/>
                <a:gd name="connsiteY6" fmla="*/ 952546 h 1179633"/>
                <a:gd name="connsiteX7" fmla="*/ 768133 w 6324908"/>
                <a:gd name="connsiteY7" fmla="*/ 952927 h 1179633"/>
                <a:gd name="connsiteX8" fmla="*/ 1725252 w 6324908"/>
                <a:gd name="connsiteY8" fmla="*/ 1179633 h 1179633"/>
                <a:gd name="connsiteX9" fmla="*/ 5824123 w 6324908"/>
                <a:gd name="connsiteY9" fmla="*/ 1179633 h 1179633"/>
                <a:gd name="connsiteX10" fmla="*/ 6072166 w 6324908"/>
                <a:gd name="connsiteY10" fmla="*/ 888281 h 1179633"/>
                <a:gd name="connsiteX11" fmla="*/ 6324908 w 6324908"/>
                <a:gd name="connsiteY11" fmla="*/ 591595 h 1179633"/>
                <a:gd name="connsiteX12" fmla="*/ 6072166 w 6324908"/>
                <a:gd name="connsiteY12" fmla="*/ 294908 h 1179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24908" h="1179633">
                  <a:moveTo>
                    <a:pt x="6072166" y="294908"/>
                  </a:moveTo>
                  <a:lnTo>
                    <a:pt x="5824123" y="0"/>
                  </a:lnTo>
                  <a:lnTo>
                    <a:pt x="1725252" y="0"/>
                  </a:lnTo>
                  <a:lnTo>
                    <a:pt x="768133" y="236232"/>
                  </a:lnTo>
                  <a:lnTo>
                    <a:pt x="0" y="236232"/>
                  </a:lnTo>
                  <a:lnTo>
                    <a:pt x="0" y="952546"/>
                  </a:lnTo>
                  <a:lnTo>
                    <a:pt x="768133" y="952546"/>
                  </a:lnTo>
                  <a:lnTo>
                    <a:pt x="768133" y="952927"/>
                  </a:lnTo>
                  <a:lnTo>
                    <a:pt x="1725252" y="1179633"/>
                  </a:lnTo>
                  <a:lnTo>
                    <a:pt x="5824123" y="1179633"/>
                  </a:lnTo>
                  <a:lnTo>
                    <a:pt x="6072166" y="888281"/>
                  </a:lnTo>
                  <a:lnTo>
                    <a:pt x="6324908" y="591595"/>
                  </a:lnTo>
                  <a:lnTo>
                    <a:pt x="6072166" y="294908"/>
                  </a:lnTo>
                  <a:close/>
                </a:path>
              </a:pathLst>
            </a:custGeom>
            <a:solidFill>
              <a:schemeClr val="tx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3226C42-851A-D36B-5AF8-719C6AA70BA2}"/>
                </a:ext>
              </a:extLst>
            </p:cNvPr>
            <p:cNvSpPr/>
            <p:nvPr/>
          </p:nvSpPr>
          <p:spPr>
            <a:xfrm>
              <a:off x="0" y="4296399"/>
              <a:ext cx="6324908" cy="1400624"/>
            </a:xfrm>
            <a:custGeom>
              <a:avLst/>
              <a:gdLst>
                <a:gd name="connsiteX0" fmla="*/ 6072166 w 6324908"/>
                <a:gd name="connsiteY0" fmla="*/ 521741 h 1400624"/>
                <a:gd name="connsiteX1" fmla="*/ 5824123 w 6324908"/>
                <a:gd name="connsiteY1" fmla="*/ 227087 h 1400624"/>
                <a:gd name="connsiteX2" fmla="*/ 1725252 w 6324908"/>
                <a:gd name="connsiteY2" fmla="*/ 227087 h 1400624"/>
                <a:gd name="connsiteX3" fmla="*/ 1725252 w 6324908"/>
                <a:gd name="connsiteY3" fmla="*/ 226706 h 1400624"/>
                <a:gd name="connsiteX4" fmla="*/ 768133 w 6324908"/>
                <a:gd name="connsiteY4" fmla="*/ 0 h 1400624"/>
                <a:gd name="connsiteX5" fmla="*/ 0 w 6324908"/>
                <a:gd name="connsiteY5" fmla="*/ 0 h 1400624"/>
                <a:gd name="connsiteX6" fmla="*/ 0 w 6324908"/>
                <a:gd name="connsiteY6" fmla="*/ 827572 h 1400624"/>
                <a:gd name="connsiteX7" fmla="*/ 768133 w 6324908"/>
                <a:gd name="connsiteY7" fmla="*/ 827572 h 1400624"/>
                <a:gd name="connsiteX8" fmla="*/ 768133 w 6324908"/>
                <a:gd name="connsiteY8" fmla="*/ 825032 h 1400624"/>
                <a:gd name="connsiteX9" fmla="*/ 1725252 w 6324908"/>
                <a:gd name="connsiteY9" fmla="*/ 1400624 h 1400624"/>
                <a:gd name="connsiteX10" fmla="*/ 1725252 w 6324908"/>
                <a:gd name="connsiteY10" fmla="*/ 1400624 h 1400624"/>
                <a:gd name="connsiteX11" fmla="*/ 5824123 w 6324908"/>
                <a:gd name="connsiteY11" fmla="*/ 1400624 h 1400624"/>
                <a:gd name="connsiteX12" fmla="*/ 6072166 w 6324908"/>
                <a:gd name="connsiteY12" fmla="*/ 1111177 h 1400624"/>
                <a:gd name="connsiteX13" fmla="*/ 6324908 w 6324908"/>
                <a:gd name="connsiteY13" fmla="*/ 816523 h 1400624"/>
                <a:gd name="connsiteX14" fmla="*/ 6072166 w 6324908"/>
                <a:gd name="connsiteY14" fmla="*/ 521741 h 140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4908" h="1400624">
                  <a:moveTo>
                    <a:pt x="6072166" y="521741"/>
                  </a:moveTo>
                  <a:lnTo>
                    <a:pt x="5824123" y="227087"/>
                  </a:lnTo>
                  <a:lnTo>
                    <a:pt x="1725252" y="227087"/>
                  </a:lnTo>
                  <a:lnTo>
                    <a:pt x="1725252" y="226706"/>
                  </a:lnTo>
                  <a:lnTo>
                    <a:pt x="768133" y="0"/>
                  </a:lnTo>
                  <a:lnTo>
                    <a:pt x="0" y="0"/>
                  </a:lnTo>
                  <a:lnTo>
                    <a:pt x="0" y="827572"/>
                  </a:lnTo>
                  <a:lnTo>
                    <a:pt x="768133" y="827572"/>
                  </a:lnTo>
                  <a:lnTo>
                    <a:pt x="768133" y="825032"/>
                  </a:lnTo>
                  <a:lnTo>
                    <a:pt x="1725252" y="1400624"/>
                  </a:lnTo>
                  <a:lnTo>
                    <a:pt x="1725252" y="1400624"/>
                  </a:lnTo>
                  <a:lnTo>
                    <a:pt x="5824123" y="1400624"/>
                  </a:lnTo>
                  <a:lnTo>
                    <a:pt x="6072166" y="1111177"/>
                  </a:lnTo>
                  <a:lnTo>
                    <a:pt x="6324908" y="816523"/>
                  </a:lnTo>
                  <a:lnTo>
                    <a:pt x="6072166" y="521741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28" name="Freeform 52">
            <a:extLst>
              <a:ext uri="{FF2B5EF4-FFF2-40B4-BE49-F238E27FC236}">
                <a16:creationId xmlns:a16="http://schemas.microsoft.com/office/drawing/2014/main" id="{DA84B970-2B3A-CC3A-B54A-52D8CF11AAD8}"/>
              </a:ext>
            </a:extLst>
          </p:cNvPr>
          <p:cNvSpPr>
            <a:spLocks/>
          </p:cNvSpPr>
          <p:nvPr/>
        </p:nvSpPr>
        <p:spPr bwMode="auto">
          <a:xfrm rot="16200000">
            <a:off x="-742812" y="3360026"/>
            <a:ext cx="3507246" cy="931984"/>
          </a:xfrm>
          <a:prstGeom prst="trapezoid">
            <a:avLst>
              <a:gd name="adj" fmla="val 61792"/>
            </a:avLst>
          </a:prstGeom>
          <a:solidFill>
            <a:schemeClr val="tx1">
              <a:lumMod val="85000"/>
              <a:lumOff val="1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6C30ABCA-1DF4-9EC5-1D61-5B44F24B38ED}"/>
              </a:ext>
            </a:extLst>
          </p:cNvPr>
          <p:cNvSpPr>
            <a:spLocks/>
          </p:cNvSpPr>
          <p:nvPr/>
        </p:nvSpPr>
        <p:spPr>
          <a:xfrm>
            <a:off x="6776273" y="2226178"/>
            <a:ext cx="870438" cy="87043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b="1" dirty="0"/>
              <a:t>01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C732350-BBE3-2BD6-7AA7-9D1F1CDBEC1D}"/>
              </a:ext>
            </a:extLst>
          </p:cNvPr>
          <p:cNvSpPr txBox="1">
            <a:spLocks/>
          </p:cNvSpPr>
          <p:nvPr/>
        </p:nvSpPr>
        <p:spPr>
          <a:xfrm>
            <a:off x="7851531" y="2292066"/>
            <a:ext cx="3800719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dirty="0"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cs typeface="Arial" panose="020B0604020202020204" pitchFamily="34" charset="0"/>
              </a:rPr>
              <a:t>dolor</a:t>
            </a:r>
            <a:r>
              <a:rPr lang="en-GB" sz="1200" dirty="0">
                <a:cs typeface="Arial" panose="020B0604020202020204" pitchFamily="34" charset="0"/>
              </a:rPr>
              <a:t> sit </a:t>
            </a:r>
            <a:r>
              <a:rPr lang="en-GB" sz="1200" dirty="0" err="1">
                <a:cs typeface="Arial" panose="020B0604020202020204" pitchFamily="34" charset="0"/>
              </a:rPr>
              <a:t>amet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consetetur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sadipscing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elitr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nonumy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eirmod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tempor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invidunt</a:t>
            </a:r>
            <a:r>
              <a:rPr lang="en-GB" sz="1200" dirty="0">
                <a:cs typeface="Arial" panose="020B0604020202020204" pitchFamily="34" charset="0"/>
              </a:rPr>
              <a:t>. Ut labore et dolore magna </a:t>
            </a:r>
            <a:r>
              <a:rPr lang="en-GB" sz="1200" dirty="0" err="1">
                <a:cs typeface="Arial" panose="020B0604020202020204" pitchFamily="34" charset="0"/>
              </a:rPr>
              <a:t>aliquyam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erat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voluptua</a:t>
            </a:r>
            <a:r>
              <a:rPr lang="en-GB" sz="1200" dirty="0">
                <a:cs typeface="Arial" panose="020B0604020202020204" pitchFamily="34" charset="0"/>
              </a:rPr>
              <a:t>. At </a:t>
            </a:r>
            <a:r>
              <a:rPr lang="en-GB" sz="1200" dirty="0" err="1">
                <a:cs typeface="Arial" panose="020B0604020202020204" pitchFamily="34" charset="0"/>
              </a:rPr>
              <a:t>vero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eos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accusam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justo</a:t>
            </a:r>
            <a:r>
              <a:rPr lang="en-GB" sz="1200" dirty="0">
                <a:cs typeface="Arial" panose="020B0604020202020204" pitchFamily="34" charset="0"/>
              </a:rPr>
              <a:t> duo </a:t>
            </a:r>
            <a:r>
              <a:rPr lang="en-GB" sz="1200" dirty="0" err="1">
                <a:cs typeface="Arial" panose="020B0604020202020204" pitchFamily="34" charset="0"/>
              </a:rPr>
              <a:t>dolores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ea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rebum</a:t>
            </a:r>
            <a:endParaRPr lang="en-GB" sz="1200" dirty="0">
              <a:cs typeface="Arial" panose="020B0604020202020204" pitchFamily="34" charset="0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9DB50131-A9E9-86C3-3C97-998CB3AFEB23}"/>
              </a:ext>
            </a:extLst>
          </p:cNvPr>
          <p:cNvSpPr txBox="1">
            <a:spLocks/>
          </p:cNvSpPr>
          <p:nvPr/>
        </p:nvSpPr>
        <p:spPr>
          <a:xfrm>
            <a:off x="1843146" y="2522898"/>
            <a:ext cx="3484196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dolor</a:t>
            </a: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 sit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065AC8CC-F50B-C5BD-6CA8-DA7323847E3E}"/>
              </a:ext>
            </a:extLst>
          </p:cNvPr>
          <p:cNvSpPr>
            <a:spLocks/>
          </p:cNvSpPr>
          <p:nvPr/>
        </p:nvSpPr>
        <p:spPr>
          <a:xfrm>
            <a:off x="6776273" y="3388656"/>
            <a:ext cx="870438" cy="8704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b="1" dirty="0"/>
              <a:t>02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5B42D7BD-6983-B98A-A86F-91E86415235C}"/>
              </a:ext>
            </a:extLst>
          </p:cNvPr>
          <p:cNvSpPr txBox="1">
            <a:spLocks/>
          </p:cNvSpPr>
          <p:nvPr/>
        </p:nvSpPr>
        <p:spPr>
          <a:xfrm>
            <a:off x="7851531" y="3450475"/>
            <a:ext cx="3800719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dirty="0"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cs typeface="Arial" panose="020B0604020202020204" pitchFamily="34" charset="0"/>
              </a:rPr>
              <a:t>dolor</a:t>
            </a:r>
            <a:r>
              <a:rPr lang="en-GB" sz="1200" dirty="0">
                <a:cs typeface="Arial" panose="020B0604020202020204" pitchFamily="34" charset="0"/>
              </a:rPr>
              <a:t> sit </a:t>
            </a:r>
            <a:r>
              <a:rPr lang="en-GB" sz="1200" dirty="0" err="1">
                <a:cs typeface="Arial" panose="020B0604020202020204" pitchFamily="34" charset="0"/>
              </a:rPr>
              <a:t>amet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consetetur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sadipscing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elitr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nonumy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eirmod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tempor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invidunt</a:t>
            </a:r>
            <a:r>
              <a:rPr lang="en-GB" sz="1200" dirty="0">
                <a:cs typeface="Arial" panose="020B0604020202020204" pitchFamily="34" charset="0"/>
              </a:rPr>
              <a:t>. Ut labore et dolore magna </a:t>
            </a:r>
            <a:r>
              <a:rPr lang="en-GB" sz="1200" dirty="0" err="1">
                <a:cs typeface="Arial" panose="020B0604020202020204" pitchFamily="34" charset="0"/>
              </a:rPr>
              <a:t>aliquyam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erat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voluptua</a:t>
            </a:r>
            <a:r>
              <a:rPr lang="en-GB" sz="1200" dirty="0">
                <a:cs typeface="Arial" panose="020B0604020202020204" pitchFamily="34" charset="0"/>
              </a:rPr>
              <a:t>. At </a:t>
            </a:r>
            <a:r>
              <a:rPr lang="en-GB" sz="1200" dirty="0" err="1">
                <a:cs typeface="Arial" panose="020B0604020202020204" pitchFamily="34" charset="0"/>
              </a:rPr>
              <a:t>vero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eos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accusam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justo</a:t>
            </a:r>
            <a:r>
              <a:rPr lang="en-GB" sz="1200" dirty="0">
                <a:cs typeface="Arial" panose="020B0604020202020204" pitchFamily="34" charset="0"/>
              </a:rPr>
              <a:t> duo </a:t>
            </a:r>
            <a:r>
              <a:rPr lang="en-GB" sz="1200" dirty="0" err="1">
                <a:cs typeface="Arial" panose="020B0604020202020204" pitchFamily="34" charset="0"/>
              </a:rPr>
              <a:t>dolores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ea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rebum</a:t>
            </a:r>
            <a:endParaRPr lang="en-GB" sz="1200" dirty="0">
              <a:cs typeface="Arial" panose="020B0604020202020204" pitchFamily="34" charset="0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BB1FA45B-482A-2987-6478-70A48EC01B40}"/>
              </a:ext>
            </a:extLst>
          </p:cNvPr>
          <p:cNvSpPr txBox="1">
            <a:spLocks/>
          </p:cNvSpPr>
          <p:nvPr/>
        </p:nvSpPr>
        <p:spPr>
          <a:xfrm>
            <a:off x="1843146" y="3681307"/>
            <a:ext cx="3484196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dolor</a:t>
            </a: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 sit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28A4E400-540C-1AA7-BCBE-D4FB742F298B}"/>
              </a:ext>
            </a:extLst>
          </p:cNvPr>
          <p:cNvSpPr>
            <a:spLocks/>
          </p:cNvSpPr>
          <p:nvPr/>
        </p:nvSpPr>
        <p:spPr>
          <a:xfrm>
            <a:off x="6776273" y="4553903"/>
            <a:ext cx="870438" cy="87043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b="1" dirty="0"/>
              <a:t>03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7A137DF4-DF0C-81A0-5AF2-BB602B046750}"/>
              </a:ext>
            </a:extLst>
          </p:cNvPr>
          <p:cNvSpPr txBox="1">
            <a:spLocks/>
          </p:cNvSpPr>
          <p:nvPr/>
        </p:nvSpPr>
        <p:spPr>
          <a:xfrm>
            <a:off x="7851531" y="4619790"/>
            <a:ext cx="3800719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dirty="0"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cs typeface="Arial" panose="020B0604020202020204" pitchFamily="34" charset="0"/>
              </a:rPr>
              <a:t>dolor</a:t>
            </a:r>
            <a:r>
              <a:rPr lang="en-GB" sz="1200" dirty="0">
                <a:cs typeface="Arial" panose="020B0604020202020204" pitchFamily="34" charset="0"/>
              </a:rPr>
              <a:t> sit </a:t>
            </a:r>
            <a:r>
              <a:rPr lang="en-GB" sz="1200" dirty="0" err="1">
                <a:cs typeface="Arial" panose="020B0604020202020204" pitchFamily="34" charset="0"/>
              </a:rPr>
              <a:t>amet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consetetur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sadipscing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elitr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nonumy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eirmod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tempor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invidunt</a:t>
            </a:r>
            <a:r>
              <a:rPr lang="en-GB" sz="1200" dirty="0">
                <a:cs typeface="Arial" panose="020B0604020202020204" pitchFamily="34" charset="0"/>
              </a:rPr>
              <a:t>. Ut labore et dolore magna </a:t>
            </a:r>
            <a:r>
              <a:rPr lang="en-GB" sz="1200" dirty="0" err="1">
                <a:cs typeface="Arial" panose="020B0604020202020204" pitchFamily="34" charset="0"/>
              </a:rPr>
              <a:t>aliquyam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erat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voluptua</a:t>
            </a:r>
            <a:r>
              <a:rPr lang="en-GB" sz="1200" dirty="0">
                <a:cs typeface="Arial" panose="020B0604020202020204" pitchFamily="34" charset="0"/>
              </a:rPr>
              <a:t>. At </a:t>
            </a:r>
            <a:r>
              <a:rPr lang="en-GB" sz="1200" dirty="0" err="1">
                <a:cs typeface="Arial" panose="020B0604020202020204" pitchFamily="34" charset="0"/>
              </a:rPr>
              <a:t>vero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eos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accusam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justo</a:t>
            </a:r>
            <a:r>
              <a:rPr lang="en-GB" sz="1200" dirty="0">
                <a:cs typeface="Arial" panose="020B0604020202020204" pitchFamily="34" charset="0"/>
              </a:rPr>
              <a:t> duo </a:t>
            </a:r>
            <a:r>
              <a:rPr lang="en-GB" sz="1200" dirty="0" err="1">
                <a:cs typeface="Arial" panose="020B0604020202020204" pitchFamily="34" charset="0"/>
              </a:rPr>
              <a:t>dolores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ea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rebum</a:t>
            </a:r>
            <a:endParaRPr lang="en-GB" sz="1200" dirty="0">
              <a:cs typeface="Arial" panose="020B0604020202020204" pitchFamily="34" charset="0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F138E546-D7BD-4C7B-7F7B-C0825A15B054}"/>
              </a:ext>
            </a:extLst>
          </p:cNvPr>
          <p:cNvSpPr txBox="1">
            <a:spLocks/>
          </p:cNvSpPr>
          <p:nvPr/>
        </p:nvSpPr>
        <p:spPr>
          <a:xfrm>
            <a:off x="1843146" y="4850623"/>
            <a:ext cx="3484196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dolor</a:t>
            </a: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 sit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33686B4-753D-E73E-B7DD-A5A99D10C9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952" y="2661397"/>
            <a:ext cx="451716" cy="45171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93B0BB6-97A9-CC45-A5B0-168CC4589B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952" y="3600161"/>
            <a:ext cx="451716" cy="45171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86F232A-5745-599E-315D-A42C13AA80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952" y="4530493"/>
            <a:ext cx="451716" cy="45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32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F3BE8-E18F-4140-32A4-1D36F4BD5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A95DAFE-04A1-8520-E4E4-24F606BFD5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8279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A95DAFE-04A1-8520-E4E4-24F606BFD5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Freihandform: Form 69">
            <a:extLst>
              <a:ext uri="{FF2B5EF4-FFF2-40B4-BE49-F238E27FC236}">
                <a16:creationId xmlns:a16="http://schemas.microsoft.com/office/drawing/2014/main" id="{93E0FCA9-E031-F000-F539-88216EBF86A1}"/>
              </a:ext>
            </a:extLst>
          </p:cNvPr>
          <p:cNvSpPr/>
          <p:nvPr/>
        </p:nvSpPr>
        <p:spPr>
          <a:xfrm>
            <a:off x="-229270" y="4715518"/>
            <a:ext cx="6325270" cy="1329682"/>
          </a:xfrm>
          <a:custGeom>
            <a:avLst/>
            <a:gdLst>
              <a:gd name="connsiteX0" fmla="*/ 6072469 w 6325270"/>
              <a:gd name="connsiteY0" fmla="*/ 494027 h 1325207"/>
              <a:gd name="connsiteX1" fmla="*/ 5824374 w 6325270"/>
              <a:gd name="connsiteY1" fmla="*/ 215270 h 1325207"/>
              <a:gd name="connsiteX2" fmla="*/ 1725213 w 6325270"/>
              <a:gd name="connsiteY2" fmla="*/ 215270 h 1325207"/>
              <a:gd name="connsiteX3" fmla="*/ 1725213 w 6325270"/>
              <a:gd name="connsiteY3" fmla="*/ 214507 h 1325207"/>
              <a:gd name="connsiteX4" fmla="*/ 769475 w 6325270"/>
              <a:gd name="connsiteY4" fmla="*/ 891 h 1325207"/>
              <a:gd name="connsiteX5" fmla="*/ 769475 w 6325270"/>
              <a:gd name="connsiteY5" fmla="*/ 0 h 1325207"/>
              <a:gd name="connsiteX6" fmla="*/ 0 w 6325270"/>
              <a:gd name="connsiteY6" fmla="*/ 0 h 1325207"/>
              <a:gd name="connsiteX7" fmla="*/ 0 w 6325270"/>
              <a:gd name="connsiteY7" fmla="*/ 781690 h 1325207"/>
              <a:gd name="connsiteX8" fmla="*/ 769475 w 6325270"/>
              <a:gd name="connsiteY8" fmla="*/ 781690 h 1325207"/>
              <a:gd name="connsiteX9" fmla="*/ 1725213 w 6325270"/>
              <a:gd name="connsiteY9" fmla="*/ 1325208 h 1325207"/>
              <a:gd name="connsiteX10" fmla="*/ 1725213 w 6325270"/>
              <a:gd name="connsiteY10" fmla="*/ 1325208 h 1325207"/>
              <a:gd name="connsiteX11" fmla="*/ 5824374 w 6325270"/>
              <a:gd name="connsiteY11" fmla="*/ 1325208 h 1325207"/>
              <a:gd name="connsiteX12" fmla="*/ 6072469 w 6325270"/>
              <a:gd name="connsiteY12" fmla="*/ 1051413 h 1325207"/>
              <a:gd name="connsiteX13" fmla="*/ 6325271 w 6325270"/>
              <a:gd name="connsiteY13" fmla="*/ 772656 h 1325207"/>
              <a:gd name="connsiteX14" fmla="*/ 6072469 w 6325270"/>
              <a:gd name="connsiteY14" fmla="*/ 494027 h 1325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25270" h="1325207">
                <a:moveTo>
                  <a:pt x="6072469" y="494027"/>
                </a:moveTo>
                <a:lnTo>
                  <a:pt x="5824374" y="215270"/>
                </a:lnTo>
                <a:lnTo>
                  <a:pt x="1725213" y="215270"/>
                </a:lnTo>
                <a:lnTo>
                  <a:pt x="1725213" y="214507"/>
                </a:lnTo>
                <a:lnTo>
                  <a:pt x="769475" y="891"/>
                </a:lnTo>
                <a:lnTo>
                  <a:pt x="769475" y="0"/>
                </a:lnTo>
                <a:lnTo>
                  <a:pt x="0" y="0"/>
                </a:lnTo>
                <a:lnTo>
                  <a:pt x="0" y="781690"/>
                </a:lnTo>
                <a:lnTo>
                  <a:pt x="769475" y="781690"/>
                </a:lnTo>
                <a:lnTo>
                  <a:pt x="1725213" y="1325208"/>
                </a:lnTo>
                <a:lnTo>
                  <a:pt x="1725213" y="1325208"/>
                </a:lnTo>
                <a:lnTo>
                  <a:pt x="5824374" y="1325208"/>
                </a:lnTo>
                <a:lnTo>
                  <a:pt x="6072469" y="1051413"/>
                </a:lnTo>
                <a:lnTo>
                  <a:pt x="6325271" y="772656"/>
                </a:lnTo>
                <a:lnTo>
                  <a:pt x="6072469" y="494027"/>
                </a:lnTo>
                <a:close/>
              </a:path>
            </a:pathLst>
          </a:custGeom>
          <a:solidFill>
            <a:srgbClr val="00AEEF"/>
          </a:solidFill>
          <a:ln w="12706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71" name="Freihandform: Form 70">
            <a:extLst>
              <a:ext uri="{FF2B5EF4-FFF2-40B4-BE49-F238E27FC236}">
                <a16:creationId xmlns:a16="http://schemas.microsoft.com/office/drawing/2014/main" id="{493400BC-6347-299E-3E04-8275D66789B7}"/>
              </a:ext>
            </a:extLst>
          </p:cNvPr>
          <p:cNvSpPr/>
          <p:nvPr/>
        </p:nvSpPr>
        <p:spPr>
          <a:xfrm>
            <a:off x="-229270" y="3816270"/>
            <a:ext cx="6325270" cy="1114517"/>
          </a:xfrm>
          <a:custGeom>
            <a:avLst/>
            <a:gdLst>
              <a:gd name="connsiteX0" fmla="*/ 6072469 w 6325270"/>
              <a:gd name="connsiteY0" fmla="*/ 278629 h 1114517"/>
              <a:gd name="connsiteX1" fmla="*/ 5824374 w 6325270"/>
              <a:gd name="connsiteY1" fmla="*/ 0 h 1114517"/>
              <a:gd name="connsiteX2" fmla="*/ 1725213 w 6325270"/>
              <a:gd name="connsiteY2" fmla="*/ 0 h 1114517"/>
              <a:gd name="connsiteX3" fmla="*/ 1725213 w 6325270"/>
              <a:gd name="connsiteY3" fmla="*/ 6107 h 1114517"/>
              <a:gd name="connsiteX4" fmla="*/ 769475 w 6325270"/>
              <a:gd name="connsiteY4" fmla="*/ 225448 h 1114517"/>
              <a:gd name="connsiteX5" fmla="*/ 769475 w 6325270"/>
              <a:gd name="connsiteY5" fmla="*/ 222903 h 1114517"/>
              <a:gd name="connsiteX6" fmla="*/ 0 w 6325270"/>
              <a:gd name="connsiteY6" fmla="*/ 222903 h 1114517"/>
              <a:gd name="connsiteX7" fmla="*/ 0 w 6325270"/>
              <a:gd name="connsiteY7" fmla="*/ 899248 h 1114517"/>
              <a:gd name="connsiteX8" fmla="*/ 769475 w 6325270"/>
              <a:gd name="connsiteY8" fmla="*/ 899248 h 1114517"/>
              <a:gd name="connsiteX9" fmla="*/ 769475 w 6325270"/>
              <a:gd name="connsiteY9" fmla="*/ 900139 h 1114517"/>
              <a:gd name="connsiteX10" fmla="*/ 1725213 w 6325270"/>
              <a:gd name="connsiteY10" fmla="*/ 1114518 h 1114517"/>
              <a:gd name="connsiteX11" fmla="*/ 1725213 w 6325270"/>
              <a:gd name="connsiteY11" fmla="*/ 1114518 h 1114517"/>
              <a:gd name="connsiteX12" fmla="*/ 5824374 w 6325270"/>
              <a:gd name="connsiteY12" fmla="*/ 1114518 h 1114517"/>
              <a:gd name="connsiteX13" fmla="*/ 6072469 w 6325270"/>
              <a:gd name="connsiteY13" fmla="*/ 839196 h 1114517"/>
              <a:gd name="connsiteX14" fmla="*/ 6325271 w 6325270"/>
              <a:gd name="connsiteY14" fmla="*/ 558913 h 1114517"/>
              <a:gd name="connsiteX15" fmla="*/ 6072469 w 6325270"/>
              <a:gd name="connsiteY15" fmla="*/ 278629 h 1114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325270" h="1114517">
                <a:moveTo>
                  <a:pt x="6072469" y="278629"/>
                </a:moveTo>
                <a:lnTo>
                  <a:pt x="5824374" y="0"/>
                </a:lnTo>
                <a:lnTo>
                  <a:pt x="1725213" y="0"/>
                </a:lnTo>
                <a:lnTo>
                  <a:pt x="1725213" y="6107"/>
                </a:lnTo>
                <a:lnTo>
                  <a:pt x="769475" y="225448"/>
                </a:lnTo>
                <a:lnTo>
                  <a:pt x="769475" y="222903"/>
                </a:lnTo>
                <a:lnTo>
                  <a:pt x="0" y="222903"/>
                </a:lnTo>
                <a:lnTo>
                  <a:pt x="0" y="899248"/>
                </a:lnTo>
                <a:lnTo>
                  <a:pt x="769475" y="899248"/>
                </a:lnTo>
                <a:lnTo>
                  <a:pt x="769475" y="900139"/>
                </a:lnTo>
                <a:lnTo>
                  <a:pt x="1725213" y="1114518"/>
                </a:lnTo>
                <a:lnTo>
                  <a:pt x="1725213" y="1114518"/>
                </a:lnTo>
                <a:lnTo>
                  <a:pt x="5824374" y="1114518"/>
                </a:lnTo>
                <a:lnTo>
                  <a:pt x="6072469" y="839196"/>
                </a:lnTo>
                <a:lnTo>
                  <a:pt x="6325271" y="558913"/>
                </a:lnTo>
                <a:lnTo>
                  <a:pt x="6072469" y="278629"/>
                </a:lnTo>
                <a:close/>
              </a:path>
            </a:pathLst>
          </a:custGeom>
          <a:solidFill>
            <a:srgbClr val="0B1F41"/>
          </a:solidFill>
          <a:ln w="12706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72" name="Freihandform: Form 71">
            <a:extLst>
              <a:ext uri="{FF2B5EF4-FFF2-40B4-BE49-F238E27FC236}">
                <a16:creationId xmlns:a16="http://schemas.microsoft.com/office/drawing/2014/main" id="{74F1FFAE-4107-2394-0675-0DD91BC88193}"/>
              </a:ext>
            </a:extLst>
          </p:cNvPr>
          <p:cNvSpPr/>
          <p:nvPr/>
        </p:nvSpPr>
        <p:spPr>
          <a:xfrm>
            <a:off x="-229270" y="1617662"/>
            <a:ext cx="6325270" cy="1645822"/>
          </a:xfrm>
          <a:custGeom>
            <a:avLst/>
            <a:gdLst>
              <a:gd name="connsiteX0" fmla="*/ 6072469 w 6325270"/>
              <a:gd name="connsiteY0" fmla="*/ 273413 h 1645822"/>
              <a:gd name="connsiteX1" fmla="*/ 5824374 w 6325270"/>
              <a:gd name="connsiteY1" fmla="*/ 0 h 1645822"/>
              <a:gd name="connsiteX2" fmla="*/ 1725213 w 6325270"/>
              <a:gd name="connsiteY2" fmla="*/ 0 h 1645822"/>
              <a:gd name="connsiteX3" fmla="*/ 1725213 w 6325270"/>
              <a:gd name="connsiteY3" fmla="*/ 0 h 1645822"/>
              <a:gd name="connsiteX4" fmla="*/ 769475 w 6325270"/>
              <a:gd name="connsiteY4" fmla="*/ 868713 h 1645822"/>
              <a:gd name="connsiteX5" fmla="*/ 0 w 6325270"/>
              <a:gd name="connsiteY5" fmla="*/ 868713 h 1645822"/>
              <a:gd name="connsiteX6" fmla="*/ 0 w 6325270"/>
              <a:gd name="connsiteY6" fmla="*/ 1645822 h 1645822"/>
              <a:gd name="connsiteX7" fmla="*/ 769475 w 6325270"/>
              <a:gd name="connsiteY7" fmla="*/ 1645822 h 1645822"/>
              <a:gd name="connsiteX8" fmla="*/ 1725213 w 6325270"/>
              <a:gd name="connsiteY8" fmla="*/ 1107775 h 1645822"/>
              <a:gd name="connsiteX9" fmla="*/ 1725213 w 6325270"/>
              <a:gd name="connsiteY9" fmla="*/ 1106884 h 1645822"/>
              <a:gd name="connsiteX10" fmla="*/ 5824374 w 6325270"/>
              <a:gd name="connsiteY10" fmla="*/ 1106884 h 1645822"/>
              <a:gd name="connsiteX11" fmla="*/ 6072469 w 6325270"/>
              <a:gd name="connsiteY11" fmla="*/ 830163 h 1645822"/>
              <a:gd name="connsiteX12" fmla="*/ 6325271 w 6325270"/>
              <a:gd name="connsiteY12" fmla="*/ 551788 h 1645822"/>
              <a:gd name="connsiteX13" fmla="*/ 6072469 w 6325270"/>
              <a:gd name="connsiteY13" fmla="*/ 273413 h 164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325270" h="1645822">
                <a:moveTo>
                  <a:pt x="6072469" y="273413"/>
                </a:moveTo>
                <a:lnTo>
                  <a:pt x="5824374" y="0"/>
                </a:lnTo>
                <a:lnTo>
                  <a:pt x="1725213" y="0"/>
                </a:lnTo>
                <a:lnTo>
                  <a:pt x="1725213" y="0"/>
                </a:lnTo>
                <a:lnTo>
                  <a:pt x="769475" y="868713"/>
                </a:lnTo>
                <a:lnTo>
                  <a:pt x="0" y="868713"/>
                </a:lnTo>
                <a:lnTo>
                  <a:pt x="0" y="1645822"/>
                </a:lnTo>
                <a:lnTo>
                  <a:pt x="769475" y="1645822"/>
                </a:lnTo>
                <a:lnTo>
                  <a:pt x="1725213" y="1107775"/>
                </a:lnTo>
                <a:lnTo>
                  <a:pt x="1725213" y="1106884"/>
                </a:lnTo>
                <a:lnTo>
                  <a:pt x="5824374" y="1106884"/>
                </a:lnTo>
                <a:lnTo>
                  <a:pt x="6072469" y="830163"/>
                </a:lnTo>
                <a:lnTo>
                  <a:pt x="6325271" y="551788"/>
                </a:lnTo>
                <a:lnTo>
                  <a:pt x="6072469" y="273413"/>
                </a:lnTo>
                <a:close/>
              </a:path>
            </a:pathLst>
          </a:custGeom>
          <a:solidFill>
            <a:srgbClr val="0B1F41"/>
          </a:solidFill>
          <a:ln w="12706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73" name="Freihandform: Form 72">
            <a:extLst>
              <a:ext uri="{FF2B5EF4-FFF2-40B4-BE49-F238E27FC236}">
                <a16:creationId xmlns:a16="http://schemas.microsoft.com/office/drawing/2014/main" id="{6E6AFCEC-CE05-E3A1-7AA0-4FC07A5796EA}"/>
              </a:ext>
            </a:extLst>
          </p:cNvPr>
          <p:cNvSpPr/>
          <p:nvPr/>
        </p:nvSpPr>
        <p:spPr>
          <a:xfrm>
            <a:off x="-229270" y="2724546"/>
            <a:ext cx="6325270" cy="1326734"/>
          </a:xfrm>
          <a:custGeom>
            <a:avLst/>
            <a:gdLst>
              <a:gd name="connsiteX0" fmla="*/ 6072469 w 6325270"/>
              <a:gd name="connsiteY0" fmla="*/ 275449 h 1326734"/>
              <a:gd name="connsiteX1" fmla="*/ 5824374 w 6325270"/>
              <a:gd name="connsiteY1" fmla="*/ 0 h 1326734"/>
              <a:gd name="connsiteX2" fmla="*/ 1725213 w 6325270"/>
              <a:gd name="connsiteY2" fmla="*/ 0 h 1326734"/>
              <a:gd name="connsiteX3" fmla="*/ 1725213 w 6325270"/>
              <a:gd name="connsiteY3" fmla="*/ 0 h 1326734"/>
              <a:gd name="connsiteX4" fmla="*/ 769475 w 6325270"/>
              <a:gd name="connsiteY4" fmla="*/ 538938 h 1326734"/>
              <a:gd name="connsiteX5" fmla="*/ 0 w 6325270"/>
              <a:gd name="connsiteY5" fmla="*/ 538938 h 1326734"/>
              <a:gd name="connsiteX6" fmla="*/ 0 w 6325270"/>
              <a:gd name="connsiteY6" fmla="*/ 1326734 h 1326734"/>
              <a:gd name="connsiteX7" fmla="*/ 769475 w 6325270"/>
              <a:gd name="connsiteY7" fmla="*/ 1326734 h 1326734"/>
              <a:gd name="connsiteX8" fmla="*/ 769475 w 6325270"/>
              <a:gd name="connsiteY8" fmla="*/ 1326480 h 1326734"/>
              <a:gd name="connsiteX9" fmla="*/ 1725213 w 6325270"/>
              <a:gd name="connsiteY9" fmla="*/ 1106884 h 1326734"/>
              <a:gd name="connsiteX10" fmla="*/ 5824374 w 6325270"/>
              <a:gd name="connsiteY10" fmla="*/ 1106884 h 1326734"/>
              <a:gd name="connsiteX11" fmla="*/ 6072469 w 6325270"/>
              <a:gd name="connsiteY11" fmla="*/ 831436 h 1326734"/>
              <a:gd name="connsiteX12" fmla="*/ 6325271 w 6325270"/>
              <a:gd name="connsiteY12" fmla="*/ 554205 h 1326734"/>
              <a:gd name="connsiteX13" fmla="*/ 6072469 w 6325270"/>
              <a:gd name="connsiteY13" fmla="*/ 275449 h 1326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325270" h="1326734">
                <a:moveTo>
                  <a:pt x="6072469" y="275449"/>
                </a:moveTo>
                <a:lnTo>
                  <a:pt x="5824374" y="0"/>
                </a:lnTo>
                <a:lnTo>
                  <a:pt x="1725213" y="0"/>
                </a:lnTo>
                <a:lnTo>
                  <a:pt x="1725213" y="0"/>
                </a:lnTo>
                <a:lnTo>
                  <a:pt x="769475" y="538938"/>
                </a:lnTo>
                <a:lnTo>
                  <a:pt x="0" y="538938"/>
                </a:lnTo>
                <a:lnTo>
                  <a:pt x="0" y="1326734"/>
                </a:lnTo>
                <a:lnTo>
                  <a:pt x="769475" y="1326734"/>
                </a:lnTo>
                <a:lnTo>
                  <a:pt x="769475" y="1326480"/>
                </a:lnTo>
                <a:lnTo>
                  <a:pt x="1725213" y="1106884"/>
                </a:lnTo>
                <a:lnTo>
                  <a:pt x="5824374" y="1106884"/>
                </a:lnTo>
                <a:lnTo>
                  <a:pt x="6072469" y="831436"/>
                </a:lnTo>
                <a:lnTo>
                  <a:pt x="6325271" y="554205"/>
                </a:lnTo>
                <a:lnTo>
                  <a:pt x="6072469" y="275449"/>
                </a:lnTo>
                <a:close/>
              </a:path>
            </a:pathLst>
          </a:custGeom>
          <a:solidFill>
            <a:srgbClr val="00AEEF"/>
          </a:solidFill>
          <a:ln w="12706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F794B13-35E5-F076-04BC-EDD6E7AC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9409A9-FE2A-FFAE-69CA-3EEF2D459F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9EDAC9-07F7-278D-F962-AA5B225B12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38" name="Freeform 52">
            <a:extLst>
              <a:ext uri="{FF2B5EF4-FFF2-40B4-BE49-F238E27FC236}">
                <a16:creationId xmlns:a16="http://schemas.microsoft.com/office/drawing/2014/main" id="{B9E1F797-0A1E-A67A-81B2-97EB0B4697FB}"/>
              </a:ext>
            </a:extLst>
          </p:cNvPr>
          <p:cNvSpPr>
            <a:spLocks/>
          </p:cNvSpPr>
          <p:nvPr/>
        </p:nvSpPr>
        <p:spPr bwMode="auto">
          <a:xfrm>
            <a:off x="541395" y="1617663"/>
            <a:ext cx="954088" cy="4424245"/>
          </a:xfrm>
          <a:custGeom>
            <a:avLst/>
            <a:gdLst>
              <a:gd name="T0" fmla="*/ 610 w 610"/>
              <a:gd name="T1" fmla="*/ 0 h 2688"/>
              <a:gd name="T2" fmla="*/ 0 w 610"/>
              <a:gd name="T3" fmla="*/ 528 h 2688"/>
              <a:gd name="T4" fmla="*/ 0 w 610"/>
              <a:gd name="T5" fmla="*/ 2358 h 2688"/>
              <a:gd name="T6" fmla="*/ 610 w 610"/>
              <a:gd name="T7" fmla="*/ 2688 h 2688"/>
              <a:gd name="T8" fmla="*/ 610 w 610"/>
              <a:gd name="T9" fmla="*/ 0 h 26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0" h="2688">
                <a:moveTo>
                  <a:pt x="610" y="0"/>
                </a:moveTo>
                <a:lnTo>
                  <a:pt x="0" y="528"/>
                </a:lnTo>
                <a:lnTo>
                  <a:pt x="0" y="2358"/>
                </a:lnTo>
                <a:lnTo>
                  <a:pt x="610" y="2688"/>
                </a:lnTo>
                <a:lnTo>
                  <a:pt x="61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C3760CCE-6762-DAC5-B5B9-54DA8EA09121}"/>
              </a:ext>
            </a:extLst>
          </p:cNvPr>
          <p:cNvSpPr>
            <a:spLocks/>
          </p:cNvSpPr>
          <p:nvPr/>
        </p:nvSpPr>
        <p:spPr>
          <a:xfrm>
            <a:off x="6776273" y="1733008"/>
            <a:ext cx="870438" cy="87043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b="1" dirty="0"/>
              <a:t>01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67E744A2-AAB1-E9D0-DF1A-1C3FD9F46468}"/>
              </a:ext>
            </a:extLst>
          </p:cNvPr>
          <p:cNvSpPr txBox="1">
            <a:spLocks/>
          </p:cNvSpPr>
          <p:nvPr/>
        </p:nvSpPr>
        <p:spPr>
          <a:xfrm>
            <a:off x="7851531" y="1798895"/>
            <a:ext cx="3800719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dirty="0"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cs typeface="Arial" panose="020B0604020202020204" pitchFamily="34" charset="0"/>
              </a:rPr>
              <a:t>dolor</a:t>
            </a:r>
            <a:r>
              <a:rPr lang="en-GB" sz="1200" dirty="0">
                <a:cs typeface="Arial" panose="020B0604020202020204" pitchFamily="34" charset="0"/>
              </a:rPr>
              <a:t> sit </a:t>
            </a:r>
            <a:r>
              <a:rPr lang="en-GB" sz="1200" dirty="0" err="1">
                <a:cs typeface="Arial" panose="020B0604020202020204" pitchFamily="34" charset="0"/>
              </a:rPr>
              <a:t>amet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consetetur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sadipscing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elitr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nonumy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eirmod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tempor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invidunt</a:t>
            </a:r>
            <a:r>
              <a:rPr lang="en-GB" sz="1200" dirty="0">
                <a:cs typeface="Arial" panose="020B0604020202020204" pitchFamily="34" charset="0"/>
              </a:rPr>
              <a:t>. Ut labore et dolore magna </a:t>
            </a:r>
            <a:r>
              <a:rPr lang="en-GB" sz="1200" dirty="0" err="1">
                <a:cs typeface="Arial" panose="020B0604020202020204" pitchFamily="34" charset="0"/>
              </a:rPr>
              <a:t>aliquyam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erat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voluptua</a:t>
            </a:r>
            <a:r>
              <a:rPr lang="en-GB" sz="1200" dirty="0">
                <a:cs typeface="Arial" panose="020B0604020202020204" pitchFamily="34" charset="0"/>
              </a:rPr>
              <a:t>. At </a:t>
            </a:r>
            <a:r>
              <a:rPr lang="en-GB" sz="1200" dirty="0" err="1">
                <a:cs typeface="Arial" panose="020B0604020202020204" pitchFamily="34" charset="0"/>
              </a:rPr>
              <a:t>vero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eos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accusam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justo</a:t>
            </a:r>
            <a:r>
              <a:rPr lang="en-GB" sz="1200" dirty="0">
                <a:cs typeface="Arial" panose="020B0604020202020204" pitchFamily="34" charset="0"/>
              </a:rPr>
              <a:t> duo </a:t>
            </a:r>
            <a:r>
              <a:rPr lang="en-GB" sz="1200" dirty="0" err="1">
                <a:cs typeface="Arial" panose="020B0604020202020204" pitchFamily="34" charset="0"/>
              </a:rPr>
              <a:t>dolores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ea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rebum</a:t>
            </a:r>
            <a:endParaRPr lang="en-GB" sz="1200" dirty="0">
              <a:cs typeface="Arial" panose="020B0604020202020204" pitchFamily="34" charset="0"/>
            </a:endParaRP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75C8ED27-DE85-F165-CB40-C8DC1396058C}"/>
              </a:ext>
            </a:extLst>
          </p:cNvPr>
          <p:cNvSpPr txBox="1">
            <a:spLocks/>
          </p:cNvSpPr>
          <p:nvPr/>
        </p:nvSpPr>
        <p:spPr>
          <a:xfrm>
            <a:off x="1842784" y="2029728"/>
            <a:ext cx="3484196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dolor</a:t>
            </a: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 sit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D3F7F3ED-9AEA-1D96-C0F8-04BFF86EADC9}"/>
              </a:ext>
            </a:extLst>
          </p:cNvPr>
          <p:cNvSpPr>
            <a:spLocks/>
          </p:cNvSpPr>
          <p:nvPr/>
        </p:nvSpPr>
        <p:spPr>
          <a:xfrm>
            <a:off x="6776273" y="2842284"/>
            <a:ext cx="870438" cy="8704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b="1" dirty="0"/>
              <a:t>02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9110F129-AC98-6FF8-9076-1A44CEF7C4E9}"/>
              </a:ext>
            </a:extLst>
          </p:cNvPr>
          <p:cNvSpPr txBox="1">
            <a:spLocks/>
          </p:cNvSpPr>
          <p:nvPr/>
        </p:nvSpPr>
        <p:spPr>
          <a:xfrm>
            <a:off x="7851531" y="2904102"/>
            <a:ext cx="3800719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dirty="0"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cs typeface="Arial" panose="020B0604020202020204" pitchFamily="34" charset="0"/>
              </a:rPr>
              <a:t>dolor</a:t>
            </a:r>
            <a:r>
              <a:rPr lang="en-GB" sz="1200" dirty="0">
                <a:cs typeface="Arial" panose="020B0604020202020204" pitchFamily="34" charset="0"/>
              </a:rPr>
              <a:t> sit </a:t>
            </a:r>
            <a:r>
              <a:rPr lang="en-GB" sz="1200" dirty="0" err="1">
                <a:cs typeface="Arial" panose="020B0604020202020204" pitchFamily="34" charset="0"/>
              </a:rPr>
              <a:t>amet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consetetur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sadipscing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elitr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nonumy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eirmod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tempor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invidunt</a:t>
            </a:r>
            <a:r>
              <a:rPr lang="en-GB" sz="1200" dirty="0">
                <a:cs typeface="Arial" panose="020B0604020202020204" pitchFamily="34" charset="0"/>
              </a:rPr>
              <a:t>. Ut labore et dolore magna </a:t>
            </a:r>
            <a:r>
              <a:rPr lang="en-GB" sz="1200" dirty="0" err="1">
                <a:cs typeface="Arial" panose="020B0604020202020204" pitchFamily="34" charset="0"/>
              </a:rPr>
              <a:t>aliquyam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erat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voluptua</a:t>
            </a:r>
            <a:r>
              <a:rPr lang="en-GB" sz="1200" dirty="0">
                <a:cs typeface="Arial" panose="020B0604020202020204" pitchFamily="34" charset="0"/>
              </a:rPr>
              <a:t>. At </a:t>
            </a:r>
            <a:r>
              <a:rPr lang="en-GB" sz="1200" dirty="0" err="1">
                <a:cs typeface="Arial" panose="020B0604020202020204" pitchFamily="34" charset="0"/>
              </a:rPr>
              <a:t>vero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eos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accusam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justo</a:t>
            </a:r>
            <a:r>
              <a:rPr lang="en-GB" sz="1200" dirty="0">
                <a:cs typeface="Arial" panose="020B0604020202020204" pitchFamily="34" charset="0"/>
              </a:rPr>
              <a:t> duo </a:t>
            </a:r>
            <a:r>
              <a:rPr lang="en-GB" sz="1200" dirty="0" err="1">
                <a:cs typeface="Arial" panose="020B0604020202020204" pitchFamily="34" charset="0"/>
              </a:rPr>
              <a:t>dolores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ea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rebum</a:t>
            </a:r>
            <a:endParaRPr lang="en-GB" sz="1200" dirty="0">
              <a:cs typeface="Arial" panose="020B0604020202020204" pitchFamily="34" charset="0"/>
            </a:endParaRP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1C70FFCF-85F7-DDEB-8F15-BFAD25F67278}"/>
              </a:ext>
            </a:extLst>
          </p:cNvPr>
          <p:cNvSpPr txBox="1">
            <a:spLocks/>
          </p:cNvSpPr>
          <p:nvPr/>
        </p:nvSpPr>
        <p:spPr>
          <a:xfrm>
            <a:off x="1842784" y="3134935"/>
            <a:ext cx="3484196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dolor</a:t>
            </a: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 sit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8F9245A6-9660-6FE7-0821-ECF5793482DF}"/>
              </a:ext>
            </a:extLst>
          </p:cNvPr>
          <p:cNvSpPr>
            <a:spLocks/>
          </p:cNvSpPr>
          <p:nvPr/>
        </p:nvSpPr>
        <p:spPr>
          <a:xfrm>
            <a:off x="6776273" y="3959586"/>
            <a:ext cx="870438" cy="87043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b="1" dirty="0"/>
              <a:t>03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3ECB812F-9E8D-8BB0-A050-720DFFF81EA1}"/>
              </a:ext>
            </a:extLst>
          </p:cNvPr>
          <p:cNvSpPr txBox="1">
            <a:spLocks/>
          </p:cNvSpPr>
          <p:nvPr/>
        </p:nvSpPr>
        <p:spPr>
          <a:xfrm>
            <a:off x="7851531" y="4025473"/>
            <a:ext cx="3800719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dirty="0"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cs typeface="Arial" panose="020B0604020202020204" pitchFamily="34" charset="0"/>
              </a:rPr>
              <a:t>dolor</a:t>
            </a:r>
            <a:r>
              <a:rPr lang="en-GB" sz="1200" dirty="0">
                <a:cs typeface="Arial" panose="020B0604020202020204" pitchFamily="34" charset="0"/>
              </a:rPr>
              <a:t> sit </a:t>
            </a:r>
            <a:r>
              <a:rPr lang="en-GB" sz="1200" dirty="0" err="1">
                <a:cs typeface="Arial" panose="020B0604020202020204" pitchFamily="34" charset="0"/>
              </a:rPr>
              <a:t>amet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consetetur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sadipscing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elitr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nonumy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eirmod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tempor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invidunt</a:t>
            </a:r>
            <a:r>
              <a:rPr lang="en-GB" sz="1200" dirty="0">
                <a:cs typeface="Arial" panose="020B0604020202020204" pitchFamily="34" charset="0"/>
              </a:rPr>
              <a:t>. Ut labore et dolore magna </a:t>
            </a:r>
            <a:r>
              <a:rPr lang="en-GB" sz="1200" dirty="0" err="1">
                <a:cs typeface="Arial" panose="020B0604020202020204" pitchFamily="34" charset="0"/>
              </a:rPr>
              <a:t>aliquyam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erat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voluptua</a:t>
            </a:r>
            <a:r>
              <a:rPr lang="en-GB" sz="1200" dirty="0">
                <a:cs typeface="Arial" panose="020B0604020202020204" pitchFamily="34" charset="0"/>
              </a:rPr>
              <a:t>. At </a:t>
            </a:r>
            <a:r>
              <a:rPr lang="en-GB" sz="1200" dirty="0" err="1">
                <a:cs typeface="Arial" panose="020B0604020202020204" pitchFamily="34" charset="0"/>
              </a:rPr>
              <a:t>vero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eos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accusam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justo</a:t>
            </a:r>
            <a:r>
              <a:rPr lang="en-GB" sz="1200" dirty="0">
                <a:cs typeface="Arial" panose="020B0604020202020204" pitchFamily="34" charset="0"/>
              </a:rPr>
              <a:t> duo </a:t>
            </a:r>
            <a:r>
              <a:rPr lang="en-GB" sz="1200" dirty="0" err="1">
                <a:cs typeface="Arial" panose="020B0604020202020204" pitchFamily="34" charset="0"/>
              </a:rPr>
              <a:t>dolores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ea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rebum</a:t>
            </a:r>
            <a:endParaRPr lang="en-GB" sz="1200" dirty="0">
              <a:cs typeface="Arial" panose="020B0604020202020204" pitchFamily="34" charset="0"/>
            </a:endParaRP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6CE3D7BA-0D48-AB52-605D-C44F9EF89A80}"/>
              </a:ext>
            </a:extLst>
          </p:cNvPr>
          <p:cNvSpPr txBox="1">
            <a:spLocks/>
          </p:cNvSpPr>
          <p:nvPr/>
        </p:nvSpPr>
        <p:spPr>
          <a:xfrm>
            <a:off x="1842784" y="4256306"/>
            <a:ext cx="3484196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dolor</a:t>
            </a: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 sit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D7335B5E-B689-3794-A792-4A43E6E33C60}"/>
              </a:ext>
            </a:extLst>
          </p:cNvPr>
          <p:cNvSpPr>
            <a:spLocks/>
          </p:cNvSpPr>
          <p:nvPr/>
        </p:nvSpPr>
        <p:spPr>
          <a:xfrm>
            <a:off x="6776273" y="5068862"/>
            <a:ext cx="870438" cy="8704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b="1" dirty="0"/>
              <a:t>04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229F990F-F3E5-E0E2-9EF0-2D8124BC2E31}"/>
              </a:ext>
            </a:extLst>
          </p:cNvPr>
          <p:cNvSpPr txBox="1">
            <a:spLocks/>
          </p:cNvSpPr>
          <p:nvPr/>
        </p:nvSpPr>
        <p:spPr>
          <a:xfrm>
            <a:off x="7851531" y="5130680"/>
            <a:ext cx="3800719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dirty="0"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cs typeface="Arial" panose="020B0604020202020204" pitchFamily="34" charset="0"/>
              </a:rPr>
              <a:t>dolor</a:t>
            </a:r>
            <a:r>
              <a:rPr lang="en-GB" sz="1200" dirty="0">
                <a:cs typeface="Arial" panose="020B0604020202020204" pitchFamily="34" charset="0"/>
              </a:rPr>
              <a:t> sit </a:t>
            </a:r>
            <a:r>
              <a:rPr lang="en-GB" sz="1200" dirty="0" err="1">
                <a:cs typeface="Arial" panose="020B0604020202020204" pitchFamily="34" charset="0"/>
              </a:rPr>
              <a:t>amet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consetetur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sadipscing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elitr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nonumy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eirmod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tempor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invidunt</a:t>
            </a:r>
            <a:r>
              <a:rPr lang="en-GB" sz="1200" dirty="0">
                <a:cs typeface="Arial" panose="020B0604020202020204" pitchFamily="34" charset="0"/>
              </a:rPr>
              <a:t>. Ut labore et dolore magna </a:t>
            </a:r>
            <a:r>
              <a:rPr lang="en-GB" sz="1200" dirty="0" err="1">
                <a:cs typeface="Arial" panose="020B0604020202020204" pitchFamily="34" charset="0"/>
              </a:rPr>
              <a:t>aliquyam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erat</a:t>
            </a:r>
            <a:r>
              <a:rPr lang="en-GB" sz="1200" dirty="0">
                <a:cs typeface="Arial" panose="020B0604020202020204" pitchFamily="34" charset="0"/>
              </a:rPr>
              <a:t>, </a:t>
            </a:r>
            <a:r>
              <a:rPr lang="en-GB" sz="1200" dirty="0" err="1">
                <a:cs typeface="Arial" panose="020B0604020202020204" pitchFamily="34" charset="0"/>
              </a:rPr>
              <a:t>sed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diam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voluptua</a:t>
            </a:r>
            <a:r>
              <a:rPr lang="en-GB" sz="1200" dirty="0">
                <a:cs typeface="Arial" panose="020B0604020202020204" pitchFamily="34" charset="0"/>
              </a:rPr>
              <a:t>. At </a:t>
            </a:r>
            <a:r>
              <a:rPr lang="en-GB" sz="1200" dirty="0" err="1">
                <a:cs typeface="Arial" panose="020B0604020202020204" pitchFamily="34" charset="0"/>
              </a:rPr>
              <a:t>vero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eos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accusam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justo</a:t>
            </a:r>
            <a:r>
              <a:rPr lang="en-GB" sz="1200" dirty="0">
                <a:cs typeface="Arial" panose="020B0604020202020204" pitchFamily="34" charset="0"/>
              </a:rPr>
              <a:t> duo </a:t>
            </a:r>
            <a:r>
              <a:rPr lang="en-GB" sz="1200" dirty="0" err="1">
                <a:cs typeface="Arial" panose="020B0604020202020204" pitchFamily="34" charset="0"/>
              </a:rPr>
              <a:t>dolores</a:t>
            </a:r>
            <a:r>
              <a:rPr lang="en-GB" sz="1200" dirty="0">
                <a:cs typeface="Arial" panose="020B0604020202020204" pitchFamily="34" charset="0"/>
              </a:rPr>
              <a:t> et </a:t>
            </a:r>
            <a:r>
              <a:rPr lang="en-GB" sz="1200" dirty="0" err="1">
                <a:cs typeface="Arial" panose="020B0604020202020204" pitchFamily="34" charset="0"/>
              </a:rPr>
              <a:t>ea</a:t>
            </a:r>
            <a:r>
              <a:rPr lang="en-GB" sz="1200" dirty="0">
                <a:cs typeface="Arial" panose="020B0604020202020204" pitchFamily="34" charset="0"/>
              </a:rPr>
              <a:t> </a:t>
            </a:r>
            <a:r>
              <a:rPr lang="en-GB" sz="1200" dirty="0" err="1">
                <a:cs typeface="Arial" panose="020B0604020202020204" pitchFamily="34" charset="0"/>
              </a:rPr>
              <a:t>rebum</a:t>
            </a:r>
            <a:endParaRPr lang="en-GB" sz="1200" dirty="0">
              <a:cs typeface="Arial" panose="020B0604020202020204" pitchFamily="34" charset="0"/>
            </a:endParaRP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DC98F896-3AE3-B202-87D4-3462A3A7B893}"/>
              </a:ext>
            </a:extLst>
          </p:cNvPr>
          <p:cNvSpPr txBox="1">
            <a:spLocks/>
          </p:cNvSpPr>
          <p:nvPr/>
        </p:nvSpPr>
        <p:spPr>
          <a:xfrm>
            <a:off x="1842784" y="5361513"/>
            <a:ext cx="3484196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Lorem ipsum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dolor</a:t>
            </a:r>
            <a:r>
              <a:rPr lang="en-GB" b="1" dirty="0">
                <a:solidFill>
                  <a:schemeClr val="bg1"/>
                </a:solidFill>
                <a:cs typeface="Arial" panose="020B0604020202020204" pitchFamily="34" charset="0"/>
              </a:rPr>
              <a:t> sit </a:t>
            </a:r>
            <a:r>
              <a:rPr lang="en-GB" b="1" dirty="0" err="1">
                <a:solidFill>
                  <a:schemeClr val="bg1"/>
                </a:solidFill>
                <a:cs typeface="Arial" panose="020B0604020202020204" pitchFamily="34" charset="0"/>
              </a:rPr>
              <a:t>amet</a:t>
            </a:r>
            <a:endParaRPr lang="en-GB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6C825D3-E842-9338-1DB8-1E86ADC7C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952" y="2296770"/>
            <a:ext cx="451716" cy="45171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10FCAB6-7753-2644-C383-EA61D97A79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952" y="3252188"/>
            <a:ext cx="451716" cy="45171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B724855-B4F6-B41F-5386-835CD37E2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952" y="4139986"/>
            <a:ext cx="451716" cy="45171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0FAE785-DEF5-52C7-148B-895D85AD13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952" y="5054603"/>
            <a:ext cx="451716" cy="45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21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DCC20-43F4-0AFB-5C80-1826270CC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C1F5CFE-CF46-50AF-DDE3-E845C534452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47580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1F5CFE-CF46-50AF-DDE3-E845C53445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014E7D6A-16F1-1969-87C0-70FDCDEA0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Executive Summary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458F207B-44E5-25EB-81B9-BCFBD366AC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E3CCD19-9DE2-F3C1-D350-F6B58A678F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Please insert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1D39CB8-13A0-8F0F-5650-FF1A50B42A44}"/>
              </a:ext>
            </a:extLst>
          </p:cNvPr>
          <p:cNvSpPr>
            <a:spLocks/>
          </p:cNvSpPr>
          <p:nvPr/>
        </p:nvSpPr>
        <p:spPr>
          <a:xfrm>
            <a:off x="539750" y="1617663"/>
            <a:ext cx="522436" cy="5224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01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9297F4A-36F4-1090-4058-96DEB4A9AD80}"/>
              </a:ext>
            </a:extLst>
          </p:cNvPr>
          <p:cNvSpPr txBox="1">
            <a:spLocks/>
          </p:cNvSpPr>
          <p:nvPr/>
        </p:nvSpPr>
        <p:spPr>
          <a:xfrm>
            <a:off x="1170186" y="1694215"/>
            <a:ext cx="130408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4F4E0D0-1102-FD65-AC80-D0D0D0FA808A}"/>
              </a:ext>
            </a:extLst>
          </p:cNvPr>
          <p:cNvSpPr txBox="1">
            <a:spLocks/>
          </p:cNvSpPr>
          <p:nvPr/>
        </p:nvSpPr>
        <p:spPr>
          <a:xfrm>
            <a:off x="2654269" y="1617663"/>
            <a:ext cx="8007105" cy="777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335BA148-FBC7-AF97-3565-0D343B8EA456}"/>
              </a:ext>
            </a:extLst>
          </p:cNvPr>
          <p:cNvGrpSpPr>
            <a:grpSpLocks/>
          </p:cNvGrpSpPr>
          <p:nvPr/>
        </p:nvGrpSpPr>
        <p:grpSpPr>
          <a:xfrm>
            <a:off x="539750" y="2669465"/>
            <a:ext cx="11112500" cy="0"/>
            <a:chOff x="539750" y="2862470"/>
            <a:chExt cx="11112500" cy="0"/>
          </a:xfrm>
        </p:grpSpPr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498F1FC9-F004-1DE6-56B4-E7E4CD7B20C1}"/>
                </a:ext>
              </a:extLst>
            </p:cNvPr>
            <p:cNvCxnSpPr>
              <a:cxnSpLocks/>
            </p:cNvCxnSpPr>
            <p:nvPr/>
          </p:nvCxnSpPr>
          <p:spPr>
            <a:xfrm>
              <a:off x="2654269" y="2862470"/>
              <a:ext cx="89979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36208A38-EDFD-259B-E1A0-D60D7B634EEB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0" y="2862470"/>
              <a:ext cx="1934519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Ellipse 24">
            <a:extLst>
              <a:ext uri="{FF2B5EF4-FFF2-40B4-BE49-F238E27FC236}">
                <a16:creationId xmlns:a16="http://schemas.microsoft.com/office/drawing/2014/main" id="{DCE6F2DB-FCA0-B31E-49A3-648F436A330B}"/>
              </a:ext>
            </a:extLst>
          </p:cNvPr>
          <p:cNvSpPr>
            <a:spLocks/>
          </p:cNvSpPr>
          <p:nvPr/>
        </p:nvSpPr>
        <p:spPr>
          <a:xfrm>
            <a:off x="539750" y="2759465"/>
            <a:ext cx="522436" cy="5224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02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C931B2B-1843-7E7D-4430-03749E8EC62B}"/>
              </a:ext>
            </a:extLst>
          </p:cNvPr>
          <p:cNvSpPr txBox="1">
            <a:spLocks/>
          </p:cNvSpPr>
          <p:nvPr/>
        </p:nvSpPr>
        <p:spPr>
          <a:xfrm>
            <a:off x="1170186" y="2836017"/>
            <a:ext cx="130408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DA0433C-DB38-4B67-5B03-AA05DFDA5341}"/>
              </a:ext>
            </a:extLst>
          </p:cNvPr>
          <p:cNvSpPr txBox="1">
            <a:spLocks/>
          </p:cNvSpPr>
          <p:nvPr/>
        </p:nvSpPr>
        <p:spPr>
          <a:xfrm>
            <a:off x="2654269" y="2759465"/>
            <a:ext cx="8007105" cy="777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3C29526-56DB-8A68-8418-E24AD1F20E81}"/>
              </a:ext>
            </a:extLst>
          </p:cNvPr>
          <p:cNvSpPr>
            <a:spLocks/>
          </p:cNvSpPr>
          <p:nvPr/>
        </p:nvSpPr>
        <p:spPr>
          <a:xfrm>
            <a:off x="539750" y="3901267"/>
            <a:ext cx="522436" cy="5224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03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F6FA93E2-575C-A551-902A-22A74E79D8D1}"/>
              </a:ext>
            </a:extLst>
          </p:cNvPr>
          <p:cNvSpPr txBox="1">
            <a:spLocks/>
          </p:cNvSpPr>
          <p:nvPr/>
        </p:nvSpPr>
        <p:spPr>
          <a:xfrm>
            <a:off x="1170186" y="3977819"/>
            <a:ext cx="130408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05B63C5-643E-6E52-B5BB-7CE881B492BC}"/>
              </a:ext>
            </a:extLst>
          </p:cNvPr>
          <p:cNvSpPr txBox="1">
            <a:spLocks/>
          </p:cNvSpPr>
          <p:nvPr/>
        </p:nvSpPr>
        <p:spPr>
          <a:xfrm>
            <a:off x="2654269" y="3901267"/>
            <a:ext cx="8007105" cy="777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36C802B9-4D2A-CF2F-B240-22E01D37405F}"/>
              </a:ext>
            </a:extLst>
          </p:cNvPr>
          <p:cNvSpPr>
            <a:spLocks/>
          </p:cNvSpPr>
          <p:nvPr/>
        </p:nvSpPr>
        <p:spPr>
          <a:xfrm>
            <a:off x="539750" y="5043069"/>
            <a:ext cx="522436" cy="5224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04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EF0B1F4-CDED-33AD-75FD-06966C0A6B93}"/>
              </a:ext>
            </a:extLst>
          </p:cNvPr>
          <p:cNvSpPr txBox="1">
            <a:spLocks/>
          </p:cNvSpPr>
          <p:nvPr/>
        </p:nvSpPr>
        <p:spPr>
          <a:xfrm>
            <a:off x="1170186" y="5119621"/>
            <a:ext cx="130408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DA532367-7FFA-0F68-6D66-4030BEF1CF5C}"/>
              </a:ext>
            </a:extLst>
          </p:cNvPr>
          <p:cNvSpPr txBox="1">
            <a:spLocks/>
          </p:cNvSpPr>
          <p:nvPr/>
        </p:nvSpPr>
        <p:spPr>
          <a:xfrm>
            <a:off x="2654269" y="5043069"/>
            <a:ext cx="8007105" cy="777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0CCBFC69-3CCB-22C0-1835-FD472A873B6E}"/>
              </a:ext>
            </a:extLst>
          </p:cNvPr>
          <p:cNvGrpSpPr>
            <a:grpSpLocks/>
          </p:cNvGrpSpPr>
          <p:nvPr/>
        </p:nvGrpSpPr>
        <p:grpSpPr>
          <a:xfrm>
            <a:off x="539750" y="3811267"/>
            <a:ext cx="11112500" cy="0"/>
            <a:chOff x="539750" y="2862470"/>
            <a:chExt cx="11112500" cy="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B8FCFC79-E0A5-9794-CCAD-C7626C74E994}"/>
                </a:ext>
              </a:extLst>
            </p:cNvPr>
            <p:cNvCxnSpPr>
              <a:cxnSpLocks/>
            </p:cNvCxnSpPr>
            <p:nvPr/>
          </p:nvCxnSpPr>
          <p:spPr>
            <a:xfrm>
              <a:off x="2654269" y="2862470"/>
              <a:ext cx="89979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DC802DFD-7E77-5F66-4A38-E770ED0EB749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0" y="2862470"/>
              <a:ext cx="1934519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0CDF72D8-573B-8872-E9FA-BE324A99373D}"/>
              </a:ext>
            </a:extLst>
          </p:cNvPr>
          <p:cNvGrpSpPr>
            <a:grpSpLocks/>
          </p:cNvGrpSpPr>
          <p:nvPr/>
        </p:nvGrpSpPr>
        <p:grpSpPr>
          <a:xfrm>
            <a:off x="539750" y="4953069"/>
            <a:ext cx="11112500" cy="0"/>
            <a:chOff x="539750" y="2862470"/>
            <a:chExt cx="11112500" cy="0"/>
          </a:xfrm>
        </p:grpSpPr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88DC4E16-3793-23B5-0F14-A800A0A39251}"/>
                </a:ext>
              </a:extLst>
            </p:cNvPr>
            <p:cNvCxnSpPr>
              <a:cxnSpLocks/>
            </p:cNvCxnSpPr>
            <p:nvPr/>
          </p:nvCxnSpPr>
          <p:spPr>
            <a:xfrm>
              <a:off x="2654269" y="2862470"/>
              <a:ext cx="89979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976D940D-64F1-2BB0-A20E-29659601DFBE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0" y="2862470"/>
              <a:ext cx="1934519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B41223FA-69FD-99CD-049B-AFCDACC929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1813" y="1617664"/>
            <a:ext cx="630437" cy="63043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6658731-8EF0-97BD-A40B-2D1757F20B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1813" y="2759465"/>
            <a:ext cx="630437" cy="63043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BD88623-0DBB-9E48-24C2-90355DB87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1813" y="3901267"/>
            <a:ext cx="630437" cy="63043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0C282F8-7534-6E81-1212-96CD068AFA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1813" y="5043069"/>
            <a:ext cx="630437" cy="63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297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5F8C9-6697-AA74-3EB3-7E1AF6C2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815AA22-2BE6-8943-282F-EE678CFEB06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3677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73" imgH="473" progId="TCLayout.ActiveDocument.1">
                  <p:embed/>
                </p:oleObj>
              </mc:Choice>
              <mc:Fallback>
                <p:oleObj name="think-cell Folie" r:id="rId4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15AA22-2BE6-8943-282F-EE678CFEB0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>
            <a:extLst>
              <a:ext uri="{FF2B5EF4-FFF2-40B4-BE49-F238E27FC236}">
                <a16:creationId xmlns:a16="http://schemas.microsoft.com/office/drawing/2014/main" id="{84C2E9BF-E341-6E35-2681-0CF0C69114D7}"/>
              </a:ext>
            </a:extLst>
          </p:cNvPr>
          <p:cNvSpPr>
            <a:spLocks/>
          </p:cNvSpPr>
          <p:nvPr/>
        </p:nvSpPr>
        <p:spPr>
          <a:xfrm>
            <a:off x="-1" y="1617662"/>
            <a:ext cx="1914939" cy="41608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1D1186E-2C6B-1D6F-C72E-6255A1C9D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Resourcing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12C75980-E8A4-84C4-EFE2-CA1B248393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396A1F4-737E-A884-9F95-66DD6D8586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Current &amp; Planned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2C751555-6E50-7A29-6F40-53E118527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899676"/>
              </p:ext>
            </p:extLst>
          </p:nvPr>
        </p:nvGraphicFramePr>
        <p:xfrm>
          <a:off x="539749" y="1617662"/>
          <a:ext cx="11112500" cy="408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284">
                  <a:extLst>
                    <a:ext uri="{9D8B030D-6E8A-4147-A177-3AD203B41FA5}">
                      <a16:colId xmlns:a16="http://schemas.microsoft.com/office/drawing/2014/main" val="3060042526"/>
                    </a:ext>
                  </a:extLst>
                </a:gridCol>
                <a:gridCol w="186267">
                  <a:extLst>
                    <a:ext uri="{9D8B030D-6E8A-4147-A177-3AD203B41FA5}">
                      <a16:colId xmlns:a16="http://schemas.microsoft.com/office/drawing/2014/main" val="1669383556"/>
                    </a:ext>
                  </a:extLst>
                </a:gridCol>
                <a:gridCol w="3210983">
                  <a:extLst>
                    <a:ext uri="{9D8B030D-6E8A-4147-A177-3AD203B41FA5}">
                      <a16:colId xmlns:a16="http://schemas.microsoft.com/office/drawing/2014/main" val="3773499983"/>
                    </a:ext>
                  </a:extLst>
                </a:gridCol>
                <a:gridCol w="3210983">
                  <a:extLst>
                    <a:ext uri="{9D8B030D-6E8A-4147-A177-3AD203B41FA5}">
                      <a16:colId xmlns:a16="http://schemas.microsoft.com/office/drawing/2014/main" val="3971695139"/>
                    </a:ext>
                  </a:extLst>
                </a:gridCol>
                <a:gridCol w="3210983">
                  <a:extLst>
                    <a:ext uri="{9D8B030D-6E8A-4147-A177-3AD203B41FA5}">
                      <a16:colId xmlns:a16="http://schemas.microsoft.com/office/drawing/2014/main" val="33867928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 sit </a:t>
                      </a: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 sit </a:t>
                      </a:r>
                    </a:p>
                  </a:txBody>
                  <a:tcPr marL="108000" marR="108000" marT="108000" marB="108000"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 sit </a:t>
                      </a:r>
                    </a:p>
                  </a:txBody>
                  <a:tcPr marL="108000" marR="108000" marT="108000" marB="108000"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897207"/>
                  </a:ext>
                </a:extLst>
              </a:tr>
              <a:tr h="4309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Till XX 20XX</a:t>
                      </a:r>
                    </a:p>
                    <a:p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GB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12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12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12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80000" indent="-180000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Consetetur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sadipscing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elitr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b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sed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diam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nonumy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eirmod</a:t>
                      </a:r>
                      <a:endParaRPr lang="en-GB" sz="1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80000" indent="-180000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Ut labore et dolore magna </a:t>
                      </a:r>
                      <a:b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aliquyam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erat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sed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diam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voluptua</a:t>
                      </a:r>
                      <a:endParaRPr lang="en-GB" sz="1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80000" indent="-180000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vero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eos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accusam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</a:t>
                      </a:r>
                      <a:b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justo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duo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dolores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rebum</a:t>
                      </a:r>
                      <a:endParaRPr lang="en-GB" sz="1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80000" indent="-180000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Stet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clita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kasd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gubergren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no sea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takimata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sanctus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Lorem ipsum</a:t>
                      </a: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GB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12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12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12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80000" indent="-180000" algn="l" defTabSz="914400" rtl="0" eaLnBrk="1" latinLnBrk="0" hangingPunct="1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Consetetur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sadipscing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elitr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b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sed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nonumy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eirmod</a:t>
                      </a:r>
                      <a:endParaRPr lang="en-GB" sz="1200" kern="1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indent="-180000" algn="l" defTabSz="914400" rtl="0" eaLnBrk="1" latinLnBrk="0" hangingPunct="1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Ut labore et dolore magna </a:t>
                      </a:r>
                      <a:b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aliquyam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erat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sed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voluptua</a:t>
                      </a:r>
                      <a:endParaRPr lang="en-GB" sz="1200" kern="1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indent="-180000" algn="l" defTabSz="914400" rtl="0" eaLnBrk="1" latinLnBrk="0" hangingPunct="1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vero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eos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accusam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b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justo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duo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dolores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ea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rebum</a:t>
                      </a:r>
                      <a:endParaRPr lang="en-GB" sz="1200" kern="1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indent="-180000" algn="l" defTabSz="914400" rtl="0" eaLnBrk="1" latinLnBrk="0" hangingPunct="1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Stet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clita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kasd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gubergren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no sea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takimata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sanctus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Lorem ipsum</a:t>
                      </a:r>
                    </a:p>
                  </a:txBody>
                  <a:tcPr marL="108000" marR="108000" marT="108000" marB="108000"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GB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12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1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12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12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80000" indent="-180000" algn="l" defTabSz="914400" rtl="0" eaLnBrk="1" latinLnBrk="0" hangingPunct="1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Consetetur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sadipscing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elitr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b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sed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nonumy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eirmod</a:t>
                      </a:r>
                      <a:endParaRPr lang="en-GB" sz="1200" kern="1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indent="-180000" algn="l" defTabSz="914400" rtl="0" eaLnBrk="1" latinLnBrk="0" hangingPunct="1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Ut labore et dolore magna </a:t>
                      </a:r>
                      <a:b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aliquyam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erat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sed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voluptua</a:t>
                      </a:r>
                      <a:endParaRPr lang="en-GB" sz="1200" kern="1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indent="-180000" algn="l" defTabSz="914400" rtl="0" eaLnBrk="1" latinLnBrk="0" hangingPunct="1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vero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eos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accusam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b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justo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duo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dolores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ea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rebum</a:t>
                      </a:r>
                      <a:endParaRPr lang="en-GB" sz="1200" kern="1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indent="-180000" algn="l" defTabSz="914400" rtl="0" eaLnBrk="1" latinLnBrk="0" hangingPunct="1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Stet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clita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kasd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gubergren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no sea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takimata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sanctus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Lorem</a:t>
                      </a:r>
                    </a:p>
                  </a:txBody>
                  <a:tcPr marL="108000" marR="108000" marT="108000" marB="108000"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086774"/>
                  </a:ext>
                </a:extLst>
              </a:tr>
              <a:tr h="3428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Current </a:t>
                      </a:r>
                    </a:p>
                    <a:p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Consetetur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sadipscing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elitr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b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sed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diam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nonumy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eirmod</a:t>
                      </a:r>
                      <a:endParaRPr lang="en-GB" sz="1200" kern="1200" noProof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indent="-180000" algn="l" defTabSz="914400" rtl="0" eaLnBrk="1" latinLnBrk="0" hangingPunct="1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Ut labore et dolore magna </a:t>
                      </a:r>
                      <a:b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aliquyam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erat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sed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voluptua</a:t>
                      </a:r>
                      <a:endParaRPr lang="en-GB" sz="1200" kern="1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vero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eos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accusam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b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justo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duo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dolores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ea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rebum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Consetetur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sadipscing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elitr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b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sed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diam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nonumy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eirmod</a:t>
                      </a:r>
                      <a:endParaRPr lang="en-GB" sz="1200" kern="1200" noProof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indent="-180000" algn="l" defTabSz="914400" rtl="0" eaLnBrk="1" latinLnBrk="0" hangingPunct="1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Ut labore et dolore magna </a:t>
                      </a:r>
                      <a:b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aliquyam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erat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sed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voluptua</a:t>
                      </a:r>
                      <a:endParaRPr lang="en-GB" sz="1200" kern="1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vero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eos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accusam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b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justo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duo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dolores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ea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rebum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Consetetur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sadipscing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elitr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b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sed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diam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nonumy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eirmod</a:t>
                      </a:r>
                      <a:endParaRPr lang="en-GB" sz="1200" kern="1200" noProof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indent="-180000" algn="l" defTabSz="914400" rtl="0" eaLnBrk="1" latinLnBrk="0" hangingPunct="1"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Ut labore et dolore magna </a:t>
                      </a:r>
                      <a:b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aliquyam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erat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sed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diam</a:t>
                      </a:r>
                      <a:r>
                        <a:rPr lang="en-GB" sz="1200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voluptua</a:t>
                      </a:r>
                      <a:endParaRPr lang="en-GB" sz="1200" kern="1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vero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eos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accusam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b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justo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duo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dolores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ea</a:t>
                      </a:r>
                      <a:r>
                        <a:rPr lang="en-GB" sz="1200" kern="1200" noProof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kern="1200" noProof="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rebum</a:t>
                      </a:r>
                      <a:endParaRPr lang="en-GB" sz="1200" kern="1200" noProof="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26987"/>
                  </a:ext>
                </a:extLst>
              </a:tr>
            </a:tbl>
          </a:graphicData>
        </a:graphic>
      </p:graphicFrame>
      <p:pic>
        <p:nvPicPr>
          <p:cNvPr id="6" name="Grafik 5">
            <a:extLst>
              <a:ext uri="{FF2B5EF4-FFF2-40B4-BE49-F238E27FC236}">
                <a16:creationId xmlns:a16="http://schemas.microsoft.com/office/drawing/2014/main" id="{F0010545-1A5E-5C6A-DE2D-C0695D172D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720" y="4928704"/>
            <a:ext cx="849796" cy="84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774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0CB1F-F2A5-DCA4-55E7-FC1A7FBB6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C0D8912-8680-840D-9013-408DDF5D1D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8593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0D8912-8680-840D-9013-408DDF5D1D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4C77D3EF-F300-BEB2-E505-AFA02483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Strategy &amp; Outcome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919D2CAB-F69C-96FC-1B7D-4AB519B907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38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18D8C2C-A6B8-A4F2-6126-20891980FA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Please insert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78E44FE-FE9D-7F6B-FD11-71AD38340A65}"/>
              </a:ext>
            </a:extLst>
          </p:cNvPr>
          <p:cNvSpPr>
            <a:spLocks/>
          </p:cNvSpPr>
          <p:nvPr/>
        </p:nvSpPr>
        <p:spPr>
          <a:xfrm>
            <a:off x="8187553" y="1350963"/>
            <a:ext cx="3464694" cy="46942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7279598B-88BE-B7F9-9B65-89105E3A777F}"/>
              </a:ext>
            </a:extLst>
          </p:cNvPr>
          <p:cNvGrpSpPr/>
          <p:nvPr/>
        </p:nvGrpSpPr>
        <p:grpSpPr>
          <a:xfrm>
            <a:off x="1321725" y="3306750"/>
            <a:ext cx="6505826" cy="1321802"/>
            <a:chOff x="1321725" y="3306750"/>
            <a:chExt cx="6505826" cy="1321802"/>
          </a:xfrm>
        </p:grpSpPr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8AAF3AA0-22F3-6EF6-BBD2-4E42B750D1A3}"/>
                </a:ext>
              </a:extLst>
            </p:cNvPr>
            <p:cNvCxnSpPr>
              <a:cxnSpLocks/>
            </p:cNvCxnSpPr>
            <p:nvPr/>
          </p:nvCxnSpPr>
          <p:spPr>
            <a:xfrm>
              <a:off x="1321725" y="3306750"/>
              <a:ext cx="6505826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A18BBA73-6A92-FABD-538B-9910FCCA5755}"/>
                </a:ext>
              </a:extLst>
            </p:cNvPr>
            <p:cNvCxnSpPr>
              <a:cxnSpLocks/>
            </p:cNvCxnSpPr>
            <p:nvPr/>
          </p:nvCxnSpPr>
          <p:spPr>
            <a:xfrm>
              <a:off x="1321725" y="4628552"/>
              <a:ext cx="6505826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D80A082E-B111-2006-B581-A9B1B09834BA}"/>
              </a:ext>
            </a:extLst>
          </p:cNvPr>
          <p:cNvSpPr txBox="1">
            <a:spLocks/>
          </p:cNvSpPr>
          <p:nvPr/>
        </p:nvSpPr>
        <p:spPr>
          <a:xfrm>
            <a:off x="1321725" y="2164948"/>
            <a:ext cx="6505826" cy="961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CE0262C-22EF-C5D2-5440-810F793A0741}"/>
              </a:ext>
            </a:extLst>
          </p:cNvPr>
          <p:cNvSpPr txBox="1">
            <a:spLocks/>
          </p:cNvSpPr>
          <p:nvPr/>
        </p:nvSpPr>
        <p:spPr>
          <a:xfrm>
            <a:off x="1321725" y="3486750"/>
            <a:ext cx="6505826" cy="961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1DA610C-F6E3-5A48-8402-440D4EF2E0BE}"/>
              </a:ext>
            </a:extLst>
          </p:cNvPr>
          <p:cNvSpPr txBox="1">
            <a:spLocks/>
          </p:cNvSpPr>
          <p:nvPr/>
        </p:nvSpPr>
        <p:spPr>
          <a:xfrm>
            <a:off x="1321725" y="4808552"/>
            <a:ext cx="6505826" cy="961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ECEBCA3E-0A89-71E9-435A-1DEF7737FF9B}"/>
              </a:ext>
            </a:extLst>
          </p:cNvPr>
          <p:cNvSpPr txBox="1">
            <a:spLocks/>
          </p:cNvSpPr>
          <p:nvPr/>
        </p:nvSpPr>
        <p:spPr>
          <a:xfrm>
            <a:off x="8873067" y="2164948"/>
            <a:ext cx="2542026" cy="777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F2EE9B5B-FC04-33F6-68AC-E9BE7229A72B}"/>
              </a:ext>
            </a:extLst>
          </p:cNvPr>
          <p:cNvSpPr txBox="1">
            <a:spLocks/>
          </p:cNvSpPr>
          <p:nvPr/>
        </p:nvSpPr>
        <p:spPr>
          <a:xfrm>
            <a:off x="8873067" y="3486750"/>
            <a:ext cx="2542026" cy="777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B42D67BA-F844-F1F5-3DF2-81FD80D869CA}"/>
              </a:ext>
            </a:extLst>
          </p:cNvPr>
          <p:cNvSpPr txBox="1">
            <a:spLocks/>
          </p:cNvSpPr>
          <p:nvPr/>
        </p:nvSpPr>
        <p:spPr>
          <a:xfrm>
            <a:off x="8873067" y="4808552"/>
            <a:ext cx="2542026" cy="777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355BE243-A3C0-1A17-53C9-E7DD98D838CD}"/>
              </a:ext>
            </a:extLst>
          </p:cNvPr>
          <p:cNvGrpSpPr>
            <a:grpSpLocks/>
          </p:cNvGrpSpPr>
          <p:nvPr/>
        </p:nvGrpSpPr>
        <p:grpSpPr>
          <a:xfrm>
            <a:off x="8424708" y="3306750"/>
            <a:ext cx="2990384" cy="1321802"/>
            <a:chOff x="1321725" y="3306750"/>
            <a:chExt cx="6505826" cy="132180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8E0B507B-15A6-B0C9-F4F7-ECEB015C6DB4}"/>
                </a:ext>
              </a:extLst>
            </p:cNvPr>
            <p:cNvCxnSpPr>
              <a:cxnSpLocks/>
            </p:cNvCxnSpPr>
            <p:nvPr/>
          </p:nvCxnSpPr>
          <p:spPr>
            <a:xfrm>
              <a:off x="1321725" y="3306750"/>
              <a:ext cx="6505826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B0A16DCB-C592-7D36-19B4-609122EBC240}"/>
                </a:ext>
              </a:extLst>
            </p:cNvPr>
            <p:cNvCxnSpPr>
              <a:cxnSpLocks/>
            </p:cNvCxnSpPr>
            <p:nvPr/>
          </p:nvCxnSpPr>
          <p:spPr>
            <a:xfrm>
              <a:off x="1321725" y="4628552"/>
              <a:ext cx="6505826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feld 65">
            <a:extLst>
              <a:ext uri="{FF2B5EF4-FFF2-40B4-BE49-F238E27FC236}">
                <a16:creationId xmlns:a16="http://schemas.microsoft.com/office/drawing/2014/main" id="{638B6FE8-CBAB-0827-EDB7-0D490CDF2287}"/>
              </a:ext>
            </a:extLst>
          </p:cNvPr>
          <p:cNvSpPr txBox="1">
            <a:spLocks/>
          </p:cNvSpPr>
          <p:nvPr/>
        </p:nvSpPr>
        <p:spPr>
          <a:xfrm>
            <a:off x="8873067" y="1621782"/>
            <a:ext cx="254202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20XX</a:t>
            </a:r>
            <a:endParaRPr lang="en-GB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F6D81839-6688-7214-43D6-49B30680598F}"/>
              </a:ext>
            </a:extLst>
          </p:cNvPr>
          <p:cNvSpPr txBox="1">
            <a:spLocks/>
          </p:cNvSpPr>
          <p:nvPr/>
        </p:nvSpPr>
        <p:spPr>
          <a:xfrm>
            <a:off x="8424709" y="2164948"/>
            <a:ext cx="3382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6EBBFFC8-43A1-2760-0600-96C140CA8DE2}"/>
              </a:ext>
            </a:extLst>
          </p:cNvPr>
          <p:cNvSpPr txBox="1">
            <a:spLocks/>
          </p:cNvSpPr>
          <p:nvPr/>
        </p:nvSpPr>
        <p:spPr>
          <a:xfrm>
            <a:off x="8424709" y="3486750"/>
            <a:ext cx="3382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864AD35A-648C-E171-7F9E-4AA5AEC00B48}"/>
              </a:ext>
            </a:extLst>
          </p:cNvPr>
          <p:cNvSpPr txBox="1">
            <a:spLocks/>
          </p:cNvSpPr>
          <p:nvPr/>
        </p:nvSpPr>
        <p:spPr>
          <a:xfrm>
            <a:off x="8424709" y="4808552"/>
            <a:ext cx="3382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DD15999-8B0D-AC2E-D2C3-E01A534C6658}"/>
              </a:ext>
            </a:extLst>
          </p:cNvPr>
          <p:cNvGrpSpPr/>
          <p:nvPr/>
        </p:nvGrpSpPr>
        <p:grpSpPr>
          <a:xfrm>
            <a:off x="539750" y="2164948"/>
            <a:ext cx="522436" cy="522436"/>
            <a:chOff x="539750" y="2164948"/>
            <a:chExt cx="522436" cy="522436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6A3A9E48-4302-55C2-7D6B-169B64BE2503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2" name="Grafik 1">
              <a:extLst>
                <a:ext uri="{FF2B5EF4-FFF2-40B4-BE49-F238E27FC236}">
                  <a16:creationId xmlns:a16="http://schemas.microsoft.com/office/drawing/2014/main" id="{A7B38B2B-29B1-13A2-E01A-6F2C8472A1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DAA713A-464A-A8B1-48F6-905914C7714F}"/>
              </a:ext>
            </a:extLst>
          </p:cNvPr>
          <p:cNvGrpSpPr>
            <a:grpSpLocks/>
          </p:cNvGrpSpPr>
          <p:nvPr/>
        </p:nvGrpSpPr>
        <p:grpSpPr>
          <a:xfrm>
            <a:off x="539750" y="3486750"/>
            <a:ext cx="522436" cy="522436"/>
            <a:chOff x="539750" y="2164948"/>
            <a:chExt cx="522436" cy="522436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B68191DC-C1E8-5032-06FC-407CBEA49D12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DCCEE792-6919-3ED4-92D0-EB82D4FF7D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C87E8184-DE77-5B71-3518-9D06D1B1A9E7}"/>
              </a:ext>
            </a:extLst>
          </p:cNvPr>
          <p:cNvGrpSpPr>
            <a:grpSpLocks/>
          </p:cNvGrpSpPr>
          <p:nvPr/>
        </p:nvGrpSpPr>
        <p:grpSpPr>
          <a:xfrm>
            <a:off x="539750" y="4808552"/>
            <a:ext cx="522436" cy="522436"/>
            <a:chOff x="539750" y="2164948"/>
            <a:chExt cx="522436" cy="522436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A24D8160-8C1A-6DAE-6FDE-9606460CE252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416E6B3E-48C0-37A7-711E-35FDBDF80F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17139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EF6-E4DA-719B-8249-1284E954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2B9DF07-4CBB-C758-44AA-A918EB264C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911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B9DF07-4CBB-C758-44AA-A918EB264C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0656E1A8-5C0B-A225-B7CA-BCABB6E06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Strategy &amp; Outcome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2A25218A-E453-8A71-2F78-CCC240E0C3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39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E9926E7-7646-450D-DCBF-8178DBBA89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Please insert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A91C3A1-4E35-7F03-A914-E958ED619D9A}"/>
              </a:ext>
            </a:extLst>
          </p:cNvPr>
          <p:cNvSpPr>
            <a:spLocks/>
          </p:cNvSpPr>
          <p:nvPr/>
        </p:nvSpPr>
        <p:spPr>
          <a:xfrm>
            <a:off x="8187553" y="1350963"/>
            <a:ext cx="3464694" cy="46942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4B539978-3310-6021-02C6-C6DE4987ED17}"/>
              </a:ext>
            </a:extLst>
          </p:cNvPr>
          <p:cNvGrpSpPr/>
          <p:nvPr/>
        </p:nvGrpSpPr>
        <p:grpSpPr>
          <a:xfrm>
            <a:off x="1321725" y="3306750"/>
            <a:ext cx="6505826" cy="1321802"/>
            <a:chOff x="1321725" y="3306750"/>
            <a:chExt cx="6505826" cy="1321802"/>
          </a:xfrm>
        </p:grpSpPr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4387B0ED-355D-58F4-1BAB-564B7D1495AA}"/>
                </a:ext>
              </a:extLst>
            </p:cNvPr>
            <p:cNvCxnSpPr>
              <a:cxnSpLocks/>
            </p:cNvCxnSpPr>
            <p:nvPr/>
          </p:nvCxnSpPr>
          <p:spPr>
            <a:xfrm>
              <a:off x="1321725" y="3306750"/>
              <a:ext cx="6505826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0455FCE3-CBD4-F4F0-4ED5-2EECF31EC72D}"/>
                </a:ext>
              </a:extLst>
            </p:cNvPr>
            <p:cNvCxnSpPr>
              <a:cxnSpLocks/>
            </p:cNvCxnSpPr>
            <p:nvPr/>
          </p:nvCxnSpPr>
          <p:spPr>
            <a:xfrm>
              <a:off x="1321725" y="4628552"/>
              <a:ext cx="6505826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76021B22-C7B6-0D51-567B-C4F4E60FF73C}"/>
              </a:ext>
            </a:extLst>
          </p:cNvPr>
          <p:cNvSpPr txBox="1">
            <a:spLocks/>
          </p:cNvSpPr>
          <p:nvPr/>
        </p:nvSpPr>
        <p:spPr>
          <a:xfrm>
            <a:off x="1321725" y="2164948"/>
            <a:ext cx="6505826" cy="961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2B259F9-32EA-FAF6-7F60-E56CB53883A0}"/>
              </a:ext>
            </a:extLst>
          </p:cNvPr>
          <p:cNvSpPr txBox="1">
            <a:spLocks/>
          </p:cNvSpPr>
          <p:nvPr/>
        </p:nvSpPr>
        <p:spPr>
          <a:xfrm>
            <a:off x="1321725" y="3486750"/>
            <a:ext cx="6505826" cy="961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3B2B06C-FF40-E1E7-8A0F-955FD482C516}"/>
              </a:ext>
            </a:extLst>
          </p:cNvPr>
          <p:cNvSpPr txBox="1">
            <a:spLocks/>
          </p:cNvSpPr>
          <p:nvPr/>
        </p:nvSpPr>
        <p:spPr>
          <a:xfrm>
            <a:off x="1321725" y="4808552"/>
            <a:ext cx="6505826" cy="961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B28EE343-1630-BE13-9A16-24D7E55C92DD}"/>
              </a:ext>
            </a:extLst>
          </p:cNvPr>
          <p:cNvSpPr txBox="1">
            <a:spLocks/>
          </p:cNvSpPr>
          <p:nvPr/>
        </p:nvSpPr>
        <p:spPr>
          <a:xfrm>
            <a:off x="8873067" y="2164948"/>
            <a:ext cx="2542026" cy="777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bg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C3974556-86C4-FA38-DD81-18956997E8CB}"/>
              </a:ext>
            </a:extLst>
          </p:cNvPr>
          <p:cNvSpPr txBox="1">
            <a:spLocks/>
          </p:cNvSpPr>
          <p:nvPr/>
        </p:nvSpPr>
        <p:spPr>
          <a:xfrm>
            <a:off x="8873067" y="3486750"/>
            <a:ext cx="2542026" cy="777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bg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25A24B5D-F13B-8880-58F0-9001693A3C53}"/>
              </a:ext>
            </a:extLst>
          </p:cNvPr>
          <p:cNvSpPr txBox="1">
            <a:spLocks/>
          </p:cNvSpPr>
          <p:nvPr/>
        </p:nvSpPr>
        <p:spPr>
          <a:xfrm>
            <a:off x="8873067" y="4808552"/>
            <a:ext cx="2542026" cy="777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bg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5EBAE394-1303-67CF-F827-75A9B8ED3BA5}"/>
              </a:ext>
            </a:extLst>
          </p:cNvPr>
          <p:cNvGrpSpPr>
            <a:grpSpLocks/>
          </p:cNvGrpSpPr>
          <p:nvPr/>
        </p:nvGrpSpPr>
        <p:grpSpPr>
          <a:xfrm>
            <a:off x="8424708" y="3306750"/>
            <a:ext cx="2990384" cy="1321802"/>
            <a:chOff x="1321725" y="3306750"/>
            <a:chExt cx="6505826" cy="132180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751BD9D9-1321-981C-8E24-36CB0C053C42}"/>
                </a:ext>
              </a:extLst>
            </p:cNvPr>
            <p:cNvCxnSpPr>
              <a:cxnSpLocks/>
            </p:cNvCxnSpPr>
            <p:nvPr/>
          </p:nvCxnSpPr>
          <p:spPr>
            <a:xfrm>
              <a:off x="1321725" y="3306750"/>
              <a:ext cx="6505826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E3B77153-490A-515E-EF14-DEB0AC9E6008}"/>
                </a:ext>
              </a:extLst>
            </p:cNvPr>
            <p:cNvCxnSpPr>
              <a:cxnSpLocks/>
            </p:cNvCxnSpPr>
            <p:nvPr/>
          </p:nvCxnSpPr>
          <p:spPr>
            <a:xfrm>
              <a:off x="1321725" y="4628552"/>
              <a:ext cx="6505826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feld 65">
            <a:extLst>
              <a:ext uri="{FF2B5EF4-FFF2-40B4-BE49-F238E27FC236}">
                <a16:creationId xmlns:a16="http://schemas.microsoft.com/office/drawing/2014/main" id="{25066081-38AC-0E5E-59F5-9B6BF31A93DE}"/>
              </a:ext>
            </a:extLst>
          </p:cNvPr>
          <p:cNvSpPr txBox="1">
            <a:spLocks/>
          </p:cNvSpPr>
          <p:nvPr/>
        </p:nvSpPr>
        <p:spPr>
          <a:xfrm>
            <a:off x="8873067" y="1621782"/>
            <a:ext cx="254202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20XX</a:t>
            </a:r>
            <a:endParaRPr lang="en-GB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69BDC7A0-A216-372E-88ED-DC9E509E1BA0}"/>
              </a:ext>
            </a:extLst>
          </p:cNvPr>
          <p:cNvSpPr txBox="1">
            <a:spLocks/>
          </p:cNvSpPr>
          <p:nvPr/>
        </p:nvSpPr>
        <p:spPr>
          <a:xfrm>
            <a:off x="8424709" y="2164948"/>
            <a:ext cx="3382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028D1654-8E10-57A6-0AA7-579C29EE22F0}"/>
              </a:ext>
            </a:extLst>
          </p:cNvPr>
          <p:cNvSpPr txBox="1">
            <a:spLocks/>
          </p:cNvSpPr>
          <p:nvPr/>
        </p:nvSpPr>
        <p:spPr>
          <a:xfrm>
            <a:off x="8424709" y="3486750"/>
            <a:ext cx="3382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1727B684-8D99-192D-91CA-1FA605F5E85E}"/>
              </a:ext>
            </a:extLst>
          </p:cNvPr>
          <p:cNvSpPr txBox="1">
            <a:spLocks/>
          </p:cNvSpPr>
          <p:nvPr/>
        </p:nvSpPr>
        <p:spPr>
          <a:xfrm>
            <a:off x="8424709" y="4808552"/>
            <a:ext cx="3382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78BC0E6-AB32-0FA3-F426-067C1EF0665F}"/>
              </a:ext>
            </a:extLst>
          </p:cNvPr>
          <p:cNvGrpSpPr/>
          <p:nvPr/>
        </p:nvGrpSpPr>
        <p:grpSpPr>
          <a:xfrm>
            <a:off x="539750" y="2164948"/>
            <a:ext cx="522436" cy="522436"/>
            <a:chOff x="539750" y="2164948"/>
            <a:chExt cx="522436" cy="522436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C7C235CB-FDB0-5251-207A-1ADA43DBF4DD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150479A1-BAB1-33DB-6C6D-BF5AE6AF78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D03A9CA-B1CB-EC96-7AD1-BAED5B1DA331}"/>
              </a:ext>
            </a:extLst>
          </p:cNvPr>
          <p:cNvGrpSpPr>
            <a:grpSpLocks/>
          </p:cNvGrpSpPr>
          <p:nvPr/>
        </p:nvGrpSpPr>
        <p:grpSpPr>
          <a:xfrm>
            <a:off x="539750" y="3486750"/>
            <a:ext cx="522436" cy="522436"/>
            <a:chOff x="539750" y="2164948"/>
            <a:chExt cx="522436" cy="522436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803D2C3B-7BA1-F79E-8AFE-227E34EAC089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CED8939A-04E1-4922-A3F3-18496FCEA6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75A0D1AC-945D-742B-59A9-91E1BCAF25AC}"/>
              </a:ext>
            </a:extLst>
          </p:cNvPr>
          <p:cNvGrpSpPr>
            <a:grpSpLocks/>
          </p:cNvGrpSpPr>
          <p:nvPr/>
        </p:nvGrpSpPr>
        <p:grpSpPr>
          <a:xfrm>
            <a:off x="539750" y="4808552"/>
            <a:ext cx="522436" cy="522436"/>
            <a:chOff x="539750" y="2164948"/>
            <a:chExt cx="522436" cy="522436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C134279-9EBB-84B3-988C-F0634D0A37FD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688EB65F-E236-74E2-273E-10271A3DB4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6702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DCC13-8561-03A5-85FB-B7C4E7EF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>
            <a:extLst>
              <a:ext uri="{FF2B5EF4-FFF2-40B4-BE49-F238E27FC236}">
                <a16:creationId xmlns:a16="http://schemas.microsoft.com/office/drawing/2014/main" id="{D757E740-9F6D-3367-3463-4C3F46EDFC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01651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757E740-9F6D-3367-3463-4C3F46EDFC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el 15">
            <a:extLst>
              <a:ext uri="{FF2B5EF4-FFF2-40B4-BE49-F238E27FC236}">
                <a16:creationId xmlns:a16="http://schemas.microsoft.com/office/drawing/2014/main" id="{632CCA0A-08B3-480A-8DB2-BEFA797F6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48" y="1875367"/>
            <a:ext cx="11112502" cy="1821921"/>
          </a:xfrm>
        </p:spPr>
        <p:txBody>
          <a:bodyPr vert="horz"/>
          <a:lstStyle/>
          <a:p>
            <a:r>
              <a:rPr lang="en-GB" dirty="0"/>
              <a:t>Quarterly Roadmap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F6D4E0-DA7B-1D67-05CF-3531B343999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61813" y="6194425"/>
            <a:ext cx="230187" cy="123825"/>
          </a:xfrm>
        </p:spPr>
        <p:txBody>
          <a:bodyPr/>
          <a:lstStyle/>
          <a:p>
            <a:fld id="{83109594-1B45-46DB-8A0B-416F125317DC}" type="slidenum">
              <a:rPr lang="en-GB" smtClean="0">
                <a:solidFill>
                  <a:schemeClr val="tx2">
                    <a:lumMod val="100000"/>
                  </a:schemeClr>
                </a:solidFill>
              </a:rPr>
              <a:pPr/>
              <a:t>40</a:t>
            </a:fld>
            <a:endParaRPr lang="en-GB" dirty="0">
              <a:solidFill>
                <a:schemeClr val="tx2">
                  <a:lumMod val="10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1958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DC7AB-FA54-A9E2-FE0F-8D22864ED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5E51D8C-2632-2711-E5D3-AA7A56B6C9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5776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E51D8C-2632-2711-E5D3-AA7A56B6C9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E3B3D5AA-FEC8-CA35-1193-3894DB1FB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Quarterly Roadmap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5A7A06AE-92D9-20ED-F3DD-9AE240E462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41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906026C-B889-D900-44B2-5D1833AA08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Please insert </a:t>
            </a:r>
            <a:r>
              <a:rPr lang="en-GB" dirty="0" err="1"/>
              <a:t>Subheadline</a:t>
            </a:r>
            <a:endParaRPr lang="en-GB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45AD9AD9-1F96-A527-2FAF-6591AC953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938847"/>
              </p:ext>
            </p:extLst>
          </p:nvPr>
        </p:nvGraphicFramePr>
        <p:xfrm>
          <a:off x="539749" y="1617663"/>
          <a:ext cx="11112491" cy="387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807">
                  <a:extLst>
                    <a:ext uri="{9D8B030D-6E8A-4147-A177-3AD203B41FA5}">
                      <a16:colId xmlns:a16="http://schemas.microsoft.com/office/drawing/2014/main" val="3060042526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773499983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2384407058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454634977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971695139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2865587775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915404157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386792886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2666469242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1394728963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765147352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85417513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921608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54000" marT="54000" marB="54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GB" sz="1600" b="0" dirty="0">
                          <a:solidFill>
                            <a:schemeClr val="accent2"/>
                          </a:solidFill>
                        </a:rPr>
                        <a:t>Q1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GB" sz="1600" b="0" dirty="0">
                          <a:solidFill>
                            <a:schemeClr val="accent2"/>
                          </a:solidFill>
                        </a:rPr>
                        <a:t>Q2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>
                          <a:solidFill>
                            <a:schemeClr val="accent2"/>
                          </a:solidFill>
                        </a:rPr>
                        <a:t>Q3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>
                          <a:solidFill>
                            <a:schemeClr val="accent2"/>
                          </a:solidFill>
                        </a:rPr>
                        <a:t>Q4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897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L w="12700" cmpd="sng">
                      <a:noFill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r>
                        <a:rPr lang="en-GB" sz="8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8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8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8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8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r>
                        <a:rPr lang="en-GB" sz="8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8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8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8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8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r>
                        <a:rPr lang="en-GB" sz="8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8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8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8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8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n-GB" sz="8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8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8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8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8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08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800" b="1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Jan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Feb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Mar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Apr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May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Jun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Jul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Aug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Sep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Oct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Dec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807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2"/>
                          </a:solidFill>
                        </a:rPr>
                        <a:t>Lorem ipsum </a:t>
                      </a:r>
                    </a:p>
                    <a:p>
                      <a:endParaRPr lang="en-GB" sz="8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26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2"/>
                          </a:solidFill>
                        </a:rPr>
                        <a:t>Lorem ipsum </a:t>
                      </a: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310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2"/>
                          </a:solidFill>
                        </a:rPr>
                        <a:t>Lorem ipsum </a:t>
                      </a: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344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2"/>
                          </a:solidFill>
                        </a:rPr>
                        <a:t>Lorem ipsum </a:t>
                      </a: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975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2"/>
                          </a:solidFill>
                        </a:rPr>
                        <a:t>Lorem ipsum </a:t>
                      </a: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91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2"/>
                          </a:solidFill>
                        </a:rPr>
                        <a:t>Lorem ipsum </a:t>
                      </a: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28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2"/>
                          </a:solidFill>
                        </a:rPr>
                        <a:t>Lorem ipsum </a:t>
                      </a: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082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2"/>
                          </a:solidFill>
                        </a:rPr>
                        <a:t>Lorem ipsum </a:t>
                      </a: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dolor</a:t>
                      </a:r>
                      <a:r>
                        <a:rPr kumimoji="0" lang="en-GB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sit </a:t>
                      </a:r>
                      <a:r>
                        <a:rPr kumimoji="0" lang="en-GB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amet</a:t>
                      </a: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88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5798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3870C-2A5E-2395-7452-C347964B3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2C1851E-4351-80EF-7611-98E9F8FC49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8482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C1851E-4351-80EF-7611-98E9F8FC49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el 15">
            <a:extLst>
              <a:ext uri="{FF2B5EF4-FFF2-40B4-BE49-F238E27FC236}">
                <a16:creationId xmlns:a16="http://schemas.microsoft.com/office/drawing/2014/main" id="{460B801A-7E2A-AB8C-E23E-B2144F949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48" y="1875367"/>
            <a:ext cx="11112502" cy="1821921"/>
          </a:xfrm>
        </p:spPr>
        <p:txBody>
          <a:bodyPr vert="horz"/>
          <a:lstStyle/>
          <a:p>
            <a:r>
              <a:rPr lang="en-GB" dirty="0"/>
              <a:t>Brands and Logos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D2CA1D-10F6-B4DF-709A-3898090A581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61813" y="6194425"/>
            <a:ext cx="230187" cy="123825"/>
          </a:xfrm>
        </p:spPr>
        <p:txBody>
          <a:bodyPr/>
          <a:lstStyle/>
          <a:p>
            <a:fld id="{83109594-1B45-46DB-8A0B-416F125317DC}" type="slidenum">
              <a:rPr lang="en-GB" smtClean="0">
                <a:solidFill>
                  <a:schemeClr val="tx2">
                    <a:lumMod val="100000"/>
                  </a:schemeClr>
                </a:solidFill>
              </a:rPr>
              <a:pPr/>
              <a:t>42</a:t>
            </a:fld>
            <a:endParaRPr lang="en-GB" dirty="0">
              <a:solidFill>
                <a:schemeClr val="tx2">
                  <a:lumMod val="10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7129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7CE40-EAC3-1D9B-3C43-FA4C95A34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890D3B0-ED4A-1B19-38F8-13372AB8B0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90D3B0-ED4A-1B19-38F8-13372AB8B0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>
            <a:extLst>
              <a:ext uri="{FF2B5EF4-FFF2-40B4-BE49-F238E27FC236}">
                <a16:creationId xmlns:a16="http://schemas.microsoft.com/office/drawing/2014/main" id="{D17A04AD-35C1-235A-F2CE-27437607714F}"/>
              </a:ext>
            </a:extLst>
          </p:cNvPr>
          <p:cNvSpPr>
            <a:spLocks/>
          </p:cNvSpPr>
          <p:nvPr/>
        </p:nvSpPr>
        <p:spPr>
          <a:xfrm>
            <a:off x="539751" y="1619252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4787629-2F15-DD9F-DC31-E17F2B5B6132}"/>
              </a:ext>
            </a:extLst>
          </p:cNvPr>
          <p:cNvSpPr>
            <a:spLocks/>
          </p:cNvSpPr>
          <p:nvPr/>
        </p:nvSpPr>
        <p:spPr>
          <a:xfrm>
            <a:off x="2798100" y="1619252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7E7A9D7-3B09-390B-D855-0536CC0262B5}"/>
              </a:ext>
            </a:extLst>
          </p:cNvPr>
          <p:cNvSpPr>
            <a:spLocks/>
          </p:cNvSpPr>
          <p:nvPr/>
        </p:nvSpPr>
        <p:spPr>
          <a:xfrm>
            <a:off x="5056448" y="1619252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4C14235-AB12-D0D4-A6DC-FE6B74809CAF}"/>
              </a:ext>
            </a:extLst>
          </p:cNvPr>
          <p:cNvSpPr>
            <a:spLocks/>
          </p:cNvSpPr>
          <p:nvPr/>
        </p:nvSpPr>
        <p:spPr>
          <a:xfrm>
            <a:off x="7314796" y="1619252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48670DD-34EE-92E4-3782-093E5441FDF9}"/>
              </a:ext>
            </a:extLst>
          </p:cNvPr>
          <p:cNvSpPr>
            <a:spLocks/>
          </p:cNvSpPr>
          <p:nvPr/>
        </p:nvSpPr>
        <p:spPr>
          <a:xfrm>
            <a:off x="9573145" y="1619252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26E12B81-7767-D78C-638A-78EC8E3A59B3}"/>
              </a:ext>
            </a:extLst>
          </p:cNvPr>
          <p:cNvSpPr>
            <a:spLocks/>
          </p:cNvSpPr>
          <p:nvPr/>
        </p:nvSpPr>
        <p:spPr>
          <a:xfrm>
            <a:off x="539751" y="277059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B0DF6DAD-F8F9-D410-6753-9A5CFD92248E}"/>
              </a:ext>
            </a:extLst>
          </p:cNvPr>
          <p:cNvSpPr>
            <a:spLocks/>
          </p:cNvSpPr>
          <p:nvPr/>
        </p:nvSpPr>
        <p:spPr>
          <a:xfrm>
            <a:off x="2798100" y="277059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A3B76607-67CE-6E37-7534-93CEEA87DA22}"/>
              </a:ext>
            </a:extLst>
          </p:cNvPr>
          <p:cNvSpPr>
            <a:spLocks/>
          </p:cNvSpPr>
          <p:nvPr/>
        </p:nvSpPr>
        <p:spPr>
          <a:xfrm>
            <a:off x="7314796" y="277059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1B57BBD1-97D3-018A-E309-01AC2F07D34E}"/>
              </a:ext>
            </a:extLst>
          </p:cNvPr>
          <p:cNvSpPr>
            <a:spLocks/>
          </p:cNvSpPr>
          <p:nvPr/>
        </p:nvSpPr>
        <p:spPr>
          <a:xfrm>
            <a:off x="9573145" y="277059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EF423FFE-F9FC-2ADA-F89C-86A8EC55C858}"/>
              </a:ext>
            </a:extLst>
          </p:cNvPr>
          <p:cNvSpPr>
            <a:spLocks/>
          </p:cNvSpPr>
          <p:nvPr/>
        </p:nvSpPr>
        <p:spPr>
          <a:xfrm>
            <a:off x="5056448" y="277059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12931D31-EFE2-7D6A-7019-EEA60B7419A8}"/>
              </a:ext>
            </a:extLst>
          </p:cNvPr>
          <p:cNvSpPr>
            <a:spLocks/>
          </p:cNvSpPr>
          <p:nvPr/>
        </p:nvSpPr>
        <p:spPr>
          <a:xfrm>
            <a:off x="539751" y="392193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AC215CD4-5458-B808-2BC4-EFD689C23394}"/>
              </a:ext>
            </a:extLst>
          </p:cNvPr>
          <p:cNvSpPr>
            <a:spLocks/>
          </p:cNvSpPr>
          <p:nvPr/>
        </p:nvSpPr>
        <p:spPr>
          <a:xfrm>
            <a:off x="2798100" y="392193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DEE8C272-AA9D-ABA1-EA17-A3F493D56A07}"/>
              </a:ext>
            </a:extLst>
          </p:cNvPr>
          <p:cNvSpPr>
            <a:spLocks/>
          </p:cNvSpPr>
          <p:nvPr/>
        </p:nvSpPr>
        <p:spPr>
          <a:xfrm>
            <a:off x="7314796" y="392193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5D22812A-2AA6-2A27-9313-898CD875287B}"/>
              </a:ext>
            </a:extLst>
          </p:cNvPr>
          <p:cNvSpPr>
            <a:spLocks/>
          </p:cNvSpPr>
          <p:nvPr/>
        </p:nvSpPr>
        <p:spPr>
          <a:xfrm>
            <a:off x="9573145" y="392193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4A968718-3782-EB6B-DAC6-6E14EA59BB27}"/>
              </a:ext>
            </a:extLst>
          </p:cNvPr>
          <p:cNvSpPr>
            <a:spLocks/>
          </p:cNvSpPr>
          <p:nvPr/>
        </p:nvSpPr>
        <p:spPr>
          <a:xfrm>
            <a:off x="5056448" y="392193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9D5B1FE3-16CE-D4CE-A885-62CBB0B6A612}"/>
              </a:ext>
            </a:extLst>
          </p:cNvPr>
          <p:cNvSpPr>
            <a:spLocks/>
          </p:cNvSpPr>
          <p:nvPr/>
        </p:nvSpPr>
        <p:spPr>
          <a:xfrm>
            <a:off x="539751" y="507327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D1F5F7E5-233F-972C-B433-EE19650E3062}"/>
              </a:ext>
            </a:extLst>
          </p:cNvPr>
          <p:cNvSpPr>
            <a:spLocks/>
          </p:cNvSpPr>
          <p:nvPr/>
        </p:nvSpPr>
        <p:spPr>
          <a:xfrm>
            <a:off x="2798100" y="507327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FEAC181E-A684-CA2D-B3E0-DDC50141F120}"/>
              </a:ext>
            </a:extLst>
          </p:cNvPr>
          <p:cNvSpPr>
            <a:spLocks/>
          </p:cNvSpPr>
          <p:nvPr/>
        </p:nvSpPr>
        <p:spPr>
          <a:xfrm>
            <a:off x="7314796" y="507327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22CEA18E-F4C5-8F44-3966-0980458326DD}"/>
              </a:ext>
            </a:extLst>
          </p:cNvPr>
          <p:cNvSpPr>
            <a:spLocks/>
          </p:cNvSpPr>
          <p:nvPr/>
        </p:nvSpPr>
        <p:spPr>
          <a:xfrm>
            <a:off x="9573145" y="507327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50788238-615E-F5DF-C149-39D302584FE1}"/>
              </a:ext>
            </a:extLst>
          </p:cNvPr>
          <p:cNvSpPr>
            <a:spLocks/>
          </p:cNvSpPr>
          <p:nvPr/>
        </p:nvSpPr>
        <p:spPr>
          <a:xfrm>
            <a:off x="5056448" y="5073273"/>
            <a:ext cx="2078348" cy="971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610F7C94-6D94-3C83-7151-8324B5792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Logos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51CC4E2B-7954-F75F-C802-41350367F1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43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AB66973-32F0-2BCA-6C5A-6D02E7DEC1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Please insert </a:t>
            </a:r>
            <a:r>
              <a:rPr lang="en-GB" dirty="0" err="1"/>
              <a:t>Subheadline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53933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1C880BD-55BF-EA4A-1FBE-B48B773B3E5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98604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C880BD-55BF-EA4A-1FBE-B48B773B3E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DAD1C49F-887E-2781-0672-D7AE8132C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Logo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A64218-4E6F-DF17-422A-18C0099EF8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44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E840337-5EA2-FADD-51C0-14C68976E8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References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8522D41-0FE8-58D3-4233-D8E3E858CF8F}"/>
              </a:ext>
            </a:extLst>
          </p:cNvPr>
          <p:cNvGrpSpPr>
            <a:grpSpLocks/>
          </p:cNvGrpSpPr>
          <p:nvPr/>
        </p:nvGrpSpPr>
        <p:grpSpPr>
          <a:xfrm>
            <a:off x="539262" y="1617663"/>
            <a:ext cx="4427852" cy="4427537"/>
            <a:chOff x="539262" y="1617663"/>
            <a:chExt cx="4162085" cy="4161789"/>
          </a:xfrm>
        </p:grpSpPr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A64BA242-98CE-322A-9690-A71F4002BED3}"/>
                </a:ext>
              </a:extLst>
            </p:cNvPr>
            <p:cNvCxnSpPr>
              <a:cxnSpLocks/>
            </p:cNvCxnSpPr>
            <p:nvPr/>
          </p:nvCxnSpPr>
          <p:spPr>
            <a:xfrm>
              <a:off x="3344147" y="1617663"/>
              <a:ext cx="0" cy="4160837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B195E8FA-6D58-617C-CB87-BA0DD684CEE6}"/>
                </a:ext>
              </a:extLst>
            </p:cNvPr>
            <p:cNvCxnSpPr>
              <a:cxnSpLocks/>
            </p:cNvCxnSpPr>
            <p:nvPr/>
          </p:nvCxnSpPr>
          <p:spPr>
            <a:xfrm>
              <a:off x="1896947" y="1617663"/>
              <a:ext cx="0" cy="4160837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ACEC751D-3D33-47B7-1DC2-EC92C1664D19}"/>
                </a:ext>
              </a:extLst>
            </p:cNvPr>
            <p:cNvSpPr>
              <a:spLocks/>
            </p:cNvSpPr>
            <p:nvPr/>
          </p:nvSpPr>
          <p:spPr>
            <a:xfrm>
              <a:off x="539747" y="1617663"/>
              <a:ext cx="1267200" cy="12672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55BFA26F-B423-CEDE-5729-4C69F85EE443}"/>
                </a:ext>
              </a:extLst>
            </p:cNvPr>
            <p:cNvSpPr>
              <a:spLocks/>
            </p:cNvSpPr>
            <p:nvPr/>
          </p:nvSpPr>
          <p:spPr>
            <a:xfrm>
              <a:off x="539747" y="3064926"/>
              <a:ext cx="1267200" cy="12672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C38E1745-8035-129B-8639-12502E76364E}"/>
                </a:ext>
              </a:extLst>
            </p:cNvPr>
            <p:cNvSpPr>
              <a:spLocks/>
            </p:cNvSpPr>
            <p:nvPr/>
          </p:nvSpPr>
          <p:spPr>
            <a:xfrm>
              <a:off x="539747" y="4512189"/>
              <a:ext cx="1267200" cy="12672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51EF6F12-EF6F-773E-2465-4E330D2FC160}"/>
                </a:ext>
              </a:extLst>
            </p:cNvPr>
            <p:cNvSpPr>
              <a:spLocks/>
            </p:cNvSpPr>
            <p:nvPr/>
          </p:nvSpPr>
          <p:spPr>
            <a:xfrm>
              <a:off x="1986947" y="1617663"/>
              <a:ext cx="1267200" cy="12672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BF37387D-7020-D490-5D96-EA70BE2046EA}"/>
                </a:ext>
              </a:extLst>
            </p:cNvPr>
            <p:cNvSpPr>
              <a:spLocks/>
            </p:cNvSpPr>
            <p:nvPr/>
          </p:nvSpPr>
          <p:spPr>
            <a:xfrm>
              <a:off x="1986947" y="3064926"/>
              <a:ext cx="1267200" cy="12672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A9F52A34-2E63-5C87-5BF4-B91E374C2631}"/>
                </a:ext>
              </a:extLst>
            </p:cNvPr>
            <p:cNvSpPr>
              <a:spLocks/>
            </p:cNvSpPr>
            <p:nvPr/>
          </p:nvSpPr>
          <p:spPr>
            <a:xfrm>
              <a:off x="1986947" y="4512189"/>
              <a:ext cx="1267200" cy="12672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3B2F669C-7405-E389-4527-F0E04618BF16}"/>
                </a:ext>
              </a:extLst>
            </p:cNvPr>
            <p:cNvSpPr>
              <a:spLocks/>
            </p:cNvSpPr>
            <p:nvPr/>
          </p:nvSpPr>
          <p:spPr>
            <a:xfrm>
              <a:off x="3434147" y="1617663"/>
              <a:ext cx="1267200" cy="12672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8DAA342A-82B2-88F0-D46E-82D238FB79C0}"/>
                </a:ext>
              </a:extLst>
            </p:cNvPr>
            <p:cNvSpPr>
              <a:spLocks/>
            </p:cNvSpPr>
            <p:nvPr/>
          </p:nvSpPr>
          <p:spPr>
            <a:xfrm>
              <a:off x="3434147" y="3064926"/>
              <a:ext cx="1267200" cy="12672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72AA543D-41FC-3E95-5C32-306ED14E4DBF}"/>
                </a:ext>
              </a:extLst>
            </p:cNvPr>
            <p:cNvSpPr>
              <a:spLocks/>
            </p:cNvSpPr>
            <p:nvPr/>
          </p:nvSpPr>
          <p:spPr>
            <a:xfrm>
              <a:off x="3434147" y="4512189"/>
              <a:ext cx="1267200" cy="12672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F18D48EB-308C-54BA-31FB-D15BD66574E2}"/>
                </a:ext>
              </a:extLst>
            </p:cNvPr>
            <p:cNvCxnSpPr>
              <a:cxnSpLocks/>
            </p:cNvCxnSpPr>
            <p:nvPr/>
          </p:nvCxnSpPr>
          <p:spPr>
            <a:xfrm>
              <a:off x="539262" y="2974926"/>
              <a:ext cx="4103076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DCB77DD3-AA80-BEB8-1C7B-8D8358EE799A}"/>
                </a:ext>
              </a:extLst>
            </p:cNvPr>
            <p:cNvCxnSpPr>
              <a:cxnSpLocks/>
            </p:cNvCxnSpPr>
            <p:nvPr/>
          </p:nvCxnSpPr>
          <p:spPr>
            <a:xfrm>
              <a:off x="539747" y="4422189"/>
              <a:ext cx="4103076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FC886A38-41AF-D531-DCEF-499D5C02CA46}"/>
              </a:ext>
            </a:extLst>
          </p:cNvPr>
          <p:cNvGrpSpPr>
            <a:grpSpLocks/>
          </p:cNvGrpSpPr>
          <p:nvPr/>
        </p:nvGrpSpPr>
        <p:grpSpPr>
          <a:xfrm>
            <a:off x="5507114" y="2403678"/>
            <a:ext cx="3783392" cy="2855508"/>
            <a:chOff x="5241347" y="2067695"/>
            <a:chExt cx="3783392" cy="2855508"/>
          </a:xfrm>
        </p:grpSpPr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7F462440-9814-4E41-2A05-A8BF038D2F2C}"/>
                </a:ext>
              </a:extLst>
            </p:cNvPr>
            <p:cNvSpPr txBox="1">
              <a:spLocks/>
            </p:cNvSpPr>
            <p:nvPr/>
          </p:nvSpPr>
          <p:spPr>
            <a:xfrm>
              <a:off x="5241347" y="2297114"/>
              <a:ext cx="3783392" cy="129266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2800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2800" b="1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2800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br>
                <a:rPr lang="en-GB" sz="28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2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 </a:t>
              </a:r>
              <a:r>
                <a:rPr lang="en-GB" sz="28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2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28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2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28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2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28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2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B189D5CB-BD99-CFE5-1C25-77BBEC9C761E}"/>
                </a:ext>
              </a:extLst>
            </p:cNvPr>
            <p:cNvSpPr txBox="1">
              <a:spLocks/>
            </p:cNvSpPr>
            <p:nvPr/>
          </p:nvSpPr>
          <p:spPr>
            <a:xfrm>
              <a:off x="5241347" y="3961401"/>
              <a:ext cx="3783392" cy="96180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Ut labore et dolore magna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diam. Lorem ipsum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</a:p>
            <a:p>
              <a:pPr>
                <a:spcAft>
                  <a:spcPts val="300"/>
                </a:spcAft>
              </a:pP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diam.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B2A6B96D-4803-2539-836E-CA81F56CE0BA}"/>
                </a:ext>
              </a:extLst>
            </p:cNvPr>
            <p:cNvSpPr txBox="1">
              <a:spLocks/>
            </p:cNvSpPr>
            <p:nvPr/>
          </p:nvSpPr>
          <p:spPr>
            <a:xfrm>
              <a:off x="5241347" y="2067695"/>
              <a:ext cx="3783392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b="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b="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diam.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5064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2072C-48A4-B7FD-1260-8FF4FDB4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9E28276-4F7C-5720-4996-EC424936FD3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E28276-4F7C-5720-4996-EC424936FD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848F76C4-EA24-E997-2226-99705EDB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Logo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F7CDB8-DB4F-9C24-F75B-E9B2F4982C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45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1DA7FC3-6B6A-4096-446F-8EC72F7380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References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99E9B8-A8BD-A666-9120-D13C1773CC6C}"/>
              </a:ext>
            </a:extLst>
          </p:cNvPr>
          <p:cNvCxnSpPr>
            <a:cxnSpLocks/>
          </p:cNvCxnSpPr>
          <p:nvPr/>
        </p:nvCxnSpPr>
        <p:spPr>
          <a:xfrm flipH="1">
            <a:off x="6278431" y="3830041"/>
            <a:ext cx="5373816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AE86F34-6E38-8DF6-5AB2-572ADCDE22DC}"/>
              </a:ext>
            </a:extLst>
          </p:cNvPr>
          <p:cNvCxnSpPr>
            <a:cxnSpLocks/>
          </p:cNvCxnSpPr>
          <p:nvPr/>
        </p:nvCxnSpPr>
        <p:spPr>
          <a:xfrm>
            <a:off x="7299289" y="1617663"/>
            <a:ext cx="0" cy="441954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24">
            <a:extLst>
              <a:ext uri="{FF2B5EF4-FFF2-40B4-BE49-F238E27FC236}">
                <a16:creationId xmlns:a16="http://schemas.microsoft.com/office/drawing/2014/main" id="{1058AE90-6820-58D5-4891-3E5B7277F263}"/>
              </a:ext>
            </a:extLst>
          </p:cNvPr>
          <p:cNvSpPr txBox="1">
            <a:spLocks/>
          </p:cNvSpPr>
          <p:nvPr/>
        </p:nvSpPr>
        <p:spPr>
          <a:xfrm>
            <a:off x="544145" y="1621546"/>
            <a:ext cx="5374287" cy="55399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 </a:t>
            </a:r>
            <a:b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14582DD-2958-EB6A-99B1-7FB169AC05DF}"/>
              </a:ext>
            </a:extLst>
          </p:cNvPr>
          <p:cNvSpPr txBox="1">
            <a:spLocks/>
          </p:cNvSpPr>
          <p:nvPr/>
        </p:nvSpPr>
        <p:spPr>
          <a:xfrm>
            <a:off x="767719" y="2535544"/>
            <a:ext cx="5150713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C7CECEBC-CBA1-2B7E-E580-7914894EA1B4}"/>
              </a:ext>
            </a:extLst>
          </p:cNvPr>
          <p:cNvSpPr>
            <a:spLocks/>
          </p:cNvSpPr>
          <p:nvPr/>
        </p:nvSpPr>
        <p:spPr>
          <a:xfrm rot="10800000" flipV="1">
            <a:off x="538163" y="2535544"/>
            <a:ext cx="49556" cy="646331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ED2AAFC5-25AA-FEC3-5C0B-CD9C856E8422}"/>
              </a:ext>
            </a:extLst>
          </p:cNvPr>
          <p:cNvSpPr txBox="1">
            <a:spLocks/>
          </p:cNvSpPr>
          <p:nvPr/>
        </p:nvSpPr>
        <p:spPr>
          <a:xfrm>
            <a:off x="767719" y="3346354"/>
            <a:ext cx="5150713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E853408-3A34-5A58-3BE1-23D72A1406EB}"/>
              </a:ext>
            </a:extLst>
          </p:cNvPr>
          <p:cNvSpPr>
            <a:spLocks/>
          </p:cNvSpPr>
          <p:nvPr/>
        </p:nvSpPr>
        <p:spPr>
          <a:xfrm rot="10800000" flipV="1">
            <a:off x="538163" y="3346354"/>
            <a:ext cx="49556" cy="646331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7906AA3F-949F-A17A-A6FF-8550A0CCC0EA}"/>
              </a:ext>
            </a:extLst>
          </p:cNvPr>
          <p:cNvSpPr txBox="1">
            <a:spLocks/>
          </p:cNvSpPr>
          <p:nvPr/>
        </p:nvSpPr>
        <p:spPr>
          <a:xfrm>
            <a:off x="767719" y="4157164"/>
            <a:ext cx="5150713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0CC30063-A282-6AE6-909E-6279D023A9CA}"/>
              </a:ext>
            </a:extLst>
          </p:cNvPr>
          <p:cNvSpPr>
            <a:spLocks/>
          </p:cNvSpPr>
          <p:nvPr/>
        </p:nvSpPr>
        <p:spPr>
          <a:xfrm rot="10800000" flipV="1">
            <a:off x="538163" y="4157164"/>
            <a:ext cx="49556" cy="646331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3518348-2845-8FE4-2404-AA2E5E394C6E}"/>
              </a:ext>
            </a:extLst>
          </p:cNvPr>
          <p:cNvSpPr txBox="1">
            <a:spLocks/>
          </p:cNvSpPr>
          <p:nvPr/>
        </p:nvSpPr>
        <p:spPr>
          <a:xfrm>
            <a:off x="767719" y="4967973"/>
            <a:ext cx="5150713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EC52C3F-8845-3864-2297-3DB975823123}"/>
              </a:ext>
            </a:extLst>
          </p:cNvPr>
          <p:cNvSpPr>
            <a:spLocks/>
          </p:cNvSpPr>
          <p:nvPr/>
        </p:nvSpPr>
        <p:spPr>
          <a:xfrm rot="10800000" flipV="1">
            <a:off x="538163" y="4967973"/>
            <a:ext cx="49556" cy="646331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DBAAE0C-3070-A33D-AA6E-AAAD7D63D047}"/>
              </a:ext>
            </a:extLst>
          </p:cNvPr>
          <p:cNvSpPr>
            <a:spLocks/>
          </p:cNvSpPr>
          <p:nvPr/>
        </p:nvSpPr>
        <p:spPr>
          <a:xfrm>
            <a:off x="6278432" y="1617664"/>
            <a:ext cx="930857" cy="9711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pPr algn="ctr"/>
            <a:r>
              <a:rPr lang="en-GB" sz="1400" dirty="0">
                <a:solidFill>
                  <a:schemeClr val="tx2">
                    <a:lumMod val="100000"/>
                  </a:schemeClr>
                </a:solidFill>
              </a:rPr>
              <a:t>Logo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69DC6D2-67AB-364E-1C8E-3DE5D740A42C}"/>
              </a:ext>
            </a:extLst>
          </p:cNvPr>
          <p:cNvSpPr>
            <a:spLocks/>
          </p:cNvSpPr>
          <p:nvPr/>
        </p:nvSpPr>
        <p:spPr>
          <a:xfrm>
            <a:off x="7389289" y="1617664"/>
            <a:ext cx="930857" cy="9711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pPr algn="ctr"/>
            <a:r>
              <a:rPr lang="en-GB" sz="1400" dirty="0">
                <a:solidFill>
                  <a:schemeClr val="tx2">
                    <a:lumMod val="100000"/>
                  </a:schemeClr>
                </a:solidFill>
              </a:rPr>
              <a:t>Logo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CA2B422-9120-661B-6B85-D2FF27FD286E}"/>
              </a:ext>
            </a:extLst>
          </p:cNvPr>
          <p:cNvSpPr>
            <a:spLocks/>
          </p:cNvSpPr>
          <p:nvPr/>
        </p:nvSpPr>
        <p:spPr>
          <a:xfrm>
            <a:off x="8500146" y="1617664"/>
            <a:ext cx="930857" cy="9711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pPr algn="ctr"/>
            <a:r>
              <a:rPr lang="en-GB" sz="1400" dirty="0">
                <a:solidFill>
                  <a:schemeClr val="tx2">
                    <a:lumMod val="100000"/>
                  </a:schemeClr>
                </a:solidFill>
              </a:rPr>
              <a:t>Logo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DF865550-71F2-A9BF-4B5D-891034E32D9D}"/>
              </a:ext>
            </a:extLst>
          </p:cNvPr>
          <p:cNvSpPr>
            <a:spLocks/>
          </p:cNvSpPr>
          <p:nvPr/>
        </p:nvSpPr>
        <p:spPr>
          <a:xfrm>
            <a:off x="10721861" y="1617664"/>
            <a:ext cx="930857" cy="9711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pPr algn="ctr"/>
            <a:r>
              <a:rPr lang="en-GB" sz="1400" dirty="0">
                <a:solidFill>
                  <a:schemeClr val="tx2">
                    <a:lumMod val="100000"/>
                  </a:schemeClr>
                </a:solidFill>
              </a:rPr>
              <a:t>Logo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A19D32A8-1869-7C1E-194B-FDECCB50DE7E}"/>
              </a:ext>
            </a:extLst>
          </p:cNvPr>
          <p:cNvSpPr>
            <a:spLocks/>
          </p:cNvSpPr>
          <p:nvPr/>
        </p:nvSpPr>
        <p:spPr>
          <a:xfrm>
            <a:off x="9611003" y="1617664"/>
            <a:ext cx="930857" cy="9711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pPr algn="ctr"/>
            <a:r>
              <a:rPr lang="en-GB" sz="1400" dirty="0">
                <a:solidFill>
                  <a:schemeClr val="tx2">
                    <a:lumMod val="100000"/>
                  </a:schemeClr>
                </a:solidFill>
              </a:rPr>
              <a:t>Logo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EF16B5BB-7DFF-2D5A-5AF1-AAA52F43D3BE}"/>
              </a:ext>
            </a:extLst>
          </p:cNvPr>
          <p:cNvGrpSpPr>
            <a:grpSpLocks/>
          </p:cNvGrpSpPr>
          <p:nvPr/>
        </p:nvGrpSpPr>
        <p:grpSpPr>
          <a:xfrm>
            <a:off x="6278432" y="2768853"/>
            <a:ext cx="5374286" cy="971189"/>
            <a:chOff x="6278432" y="1617663"/>
            <a:chExt cx="5374286" cy="1346056"/>
          </a:xfrm>
        </p:grpSpPr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C5645924-3CCD-3694-7DD3-3C7AB9D8EC98}"/>
                </a:ext>
              </a:extLst>
            </p:cNvPr>
            <p:cNvSpPr>
              <a:spLocks/>
            </p:cNvSpPr>
            <p:nvPr/>
          </p:nvSpPr>
          <p:spPr>
            <a:xfrm>
              <a:off x="6278432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74FABE0C-BFE4-0257-52A8-61F0A71895EB}"/>
                </a:ext>
              </a:extLst>
            </p:cNvPr>
            <p:cNvSpPr>
              <a:spLocks/>
            </p:cNvSpPr>
            <p:nvPr/>
          </p:nvSpPr>
          <p:spPr>
            <a:xfrm>
              <a:off x="7389289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95A78B50-8336-E4C3-6FB0-84A59FB41529}"/>
                </a:ext>
              </a:extLst>
            </p:cNvPr>
            <p:cNvSpPr>
              <a:spLocks/>
            </p:cNvSpPr>
            <p:nvPr/>
          </p:nvSpPr>
          <p:spPr>
            <a:xfrm>
              <a:off x="8500146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3A1A9A01-8F04-54B9-D682-7D4DD279AC14}"/>
                </a:ext>
              </a:extLst>
            </p:cNvPr>
            <p:cNvSpPr>
              <a:spLocks/>
            </p:cNvSpPr>
            <p:nvPr/>
          </p:nvSpPr>
          <p:spPr>
            <a:xfrm>
              <a:off x="10721861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52DA7E77-49E1-F280-7D4F-03DFB8C1C5CB}"/>
                </a:ext>
              </a:extLst>
            </p:cNvPr>
            <p:cNvSpPr>
              <a:spLocks/>
            </p:cNvSpPr>
            <p:nvPr/>
          </p:nvSpPr>
          <p:spPr>
            <a:xfrm>
              <a:off x="9611004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3B33DFB6-9602-97CE-CB3D-2D9E8C56072B}"/>
              </a:ext>
            </a:extLst>
          </p:cNvPr>
          <p:cNvGrpSpPr>
            <a:grpSpLocks/>
          </p:cNvGrpSpPr>
          <p:nvPr/>
        </p:nvGrpSpPr>
        <p:grpSpPr>
          <a:xfrm>
            <a:off x="6278432" y="3920041"/>
            <a:ext cx="5374286" cy="971189"/>
            <a:chOff x="6278432" y="1617663"/>
            <a:chExt cx="5374286" cy="1346056"/>
          </a:xfrm>
        </p:grpSpPr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5D484C79-87A5-EF62-E5CF-5B0A656C268A}"/>
                </a:ext>
              </a:extLst>
            </p:cNvPr>
            <p:cNvSpPr>
              <a:spLocks/>
            </p:cNvSpPr>
            <p:nvPr/>
          </p:nvSpPr>
          <p:spPr>
            <a:xfrm>
              <a:off x="6278432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0F531FE5-892F-AD60-0B32-1CA32DA0F3CC}"/>
                </a:ext>
              </a:extLst>
            </p:cNvPr>
            <p:cNvSpPr>
              <a:spLocks/>
            </p:cNvSpPr>
            <p:nvPr/>
          </p:nvSpPr>
          <p:spPr>
            <a:xfrm>
              <a:off x="7389289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27AEBDA7-6882-C4B3-48D9-ADB810D08B47}"/>
                </a:ext>
              </a:extLst>
            </p:cNvPr>
            <p:cNvSpPr>
              <a:spLocks/>
            </p:cNvSpPr>
            <p:nvPr/>
          </p:nvSpPr>
          <p:spPr>
            <a:xfrm>
              <a:off x="8500146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24978C69-A64B-B34D-A33B-F93E9A7992B1}"/>
                </a:ext>
              </a:extLst>
            </p:cNvPr>
            <p:cNvSpPr>
              <a:spLocks/>
            </p:cNvSpPr>
            <p:nvPr/>
          </p:nvSpPr>
          <p:spPr>
            <a:xfrm>
              <a:off x="10721861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1935ADEF-2830-BBF6-0516-9415E7609F63}"/>
                </a:ext>
              </a:extLst>
            </p:cNvPr>
            <p:cNvSpPr>
              <a:spLocks/>
            </p:cNvSpPr>
            <p:nvPr/>
          </p:nvSpPr>
          <p:spPr>
            <a:xfrm>
              <a:off x="9611004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7637F32-8BB4-81C9-E053-D00FB57E0CB6}"/>
              </a:ext>
            </a:extLst>
          </p:cNvPr>
          <p:cNvGrpSpPr>
            <a:grpSpLocks/>
          </p:cNvGrpSpPr>
          <p:nvPr/>
        </p:nvGrpSpPr>
        <p:grpSpPr>
          <a:xfrm>
            <a:off x="6278432" y="5071230"/>
            <a:ext cx="5374286" cy="971189"/>
            <a:chOff x="6278432" y="1617663"/>
            <a:chExt cx="5374286" cy="1346056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0E7ED677-EF46-DEF5-45F8-730286853019}"/>
                </a:ext>
              </a:extLst>
            </p:cNvPr>
            <p:cNvSpPr>
              <a:spLocks/>
            </p:cNvSpPr>
            <p:nvPr/>
          </p:nvSpPr>
          <p:spPr>
            <a:xfrm>
              <a:off x="6278432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450BE095-2BB2-FF70-8264-7276FE4C99AA}"/>
                </a:ext>
              </a:extLst>
            </p:cNvPr>
            <p:cNvSpPr>
              <a:spLocks/>
            </p:cNvSpPr>
            <p:nvPr/>
          </p:nvSpPr>
          <p:spPr>
            <a:xfrm>
              <a:off x="7389289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AFA5C0D1-1E8E-B687-5C9F-E47F9E624FD4}"/>
                </a:ext>
              </a:extLst>
            </p:cNvPr>
            <p:cNvSpPr>
              <a:spLocks/>
            </p:cNvSpPr>
            <p:nvPr/>
          </p:nvSpPr>
          <p:spPr>
            <a:xfrm>
              <a:off x="8500146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D38C9547-B149-785A-659C-3E9DCB111553}"/>
                </a:ext>
              </a:extLst>
            </p:cNvPr>
            <p:cNvSpPr>
              <a:spLocks/>
            </p:cNvSpPr>
            <p:nvPr/>
          </p:nvSpPr>
          <p:spPr>
            <a:xfrm>
              <a:off x="10721861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FED06D7F-81EE-489F-CD8E-472935808325}"/>
                </a:ext>
              </a:extLst>
            </p:cNvPr>
            <p:cNvSpPr>
              <a:spLocks/>
            </p:cNvSpPr>
            <p:nvPr/>
          </p:nvSpPr>
          <p:spPr>
            <a:xfrm>
              <a:off x="9611004" y="1617663"/>
              <a:ext cx="930857" cy="13460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</a:rPr>
                <a:t>Logo</a:t>
              </a:r>
            </a:p>
          </p:txBody>
        </p:sp>
      </p:grp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2A3ADA4F-9ABB-358A-248A-E52B360F4454}"/>
              </a:ext>
            </a:extLst>
          </p:cNvPr>
          <p:cNvCxnSpPr>
            <a:cxnSpLocks/>
          </p:cNvCxnSpPr>
          <p:nvPr/>
        </p:nvCxnSpPr>
        <p:spPr>
          <a:xfrm>
            <a:off x="8410146" y="1617663"/>
            <a:ext cx="0" cy="441954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E64182F7-3DC0-F521-DBB5-3DFE09A65D2C}"/>
              </a:ext>
            </a:extLst>
          </p:cNvPr>
          <p:cNvCxnSpPr>
            <a:cxnSpLocks/>
          </p:cNvCxnSpPr>
          <p:nvPr/>
        </p:nvCxnSpPr>
        <p:spPr>
          <a:xfrm>
            <a:off x="9521003" y="1617663"/>
            <a:ext cx="0" cy="441954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C69F4755-401D-1BB4-C385-24BD20EF444A}"/>
              </a:ext>
            </a:extLst>
          </p:cNvPr>
          <p:cNvCxnSpPr>
            <a:cxnSpLocks/>
          </p:cNvCxnSpPr>
          <p:nvPr/>
        </p:nvCxnSpPr>
        <p:spPr>
          <a:xfrm>
            <a:off x="10631860" y="1617663"/>
            <a:ext cx="0" cy="441954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C2AFCDCD-CE25-C92B-6700-1E9628F19405}"/>
              </a:ext>
            </a:extLst>
          </p:cNvPr>
          <p:cNvCxnSpPr>
            <a:cxnSpLocks/>
          </p:cNvCxnSpPr>
          <p:nvPr/>
        </p:nvCxnSpPr>
        <p:spPr>
          <a:xfrm flipH="1">
            <a:off x="6278431" y="2678853"/>
            <a:ext cx="5373816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831326F2-9B1E-F0FA-B7F2-97D95A3FCCC2}"/>
              </a:ext>
            </a:extLst>
          </p:cNvPr>
          <p:cNvCxnSpPr>
            <a:cxnSpLocks/>
          </p:cNvCxnSpPr>
          <p:nvPr/>
        </p:nvCxnSpPr>
        <p:spPr>
          <a:xfrm flipH="1">
            <a:off x="6278431" y="4981230"/>
            <a:ext cx="5373816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2893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D5F1-422C-1D66-CE04-16CA3070C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B76C150-E246-081C-47FB-D5309893A94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76C150-E246-081C-47FB-D5309893A9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el 15">
            <a:extLst>
              <a:ext uri="{FF2B5EF4-FFF2-40B4-BE49-F238E27FC236}">
                <a16:creationId xmlns:a16="http://schemas.microsoft.com/office/drawing/2014/main" id="{344E46E8-3704-8A35-2157-D170D2A1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48" y="1875367"/>
            <a:ext cx="11112502" cy="1821921"/>
          </a:xfrm>
        </p:spPr>
        <p:txBody>
          <a:bodyPr vert="horz"/>
          <a:lstStyle/>
          <a:p>
            <a:r>
              <a:rPr lang="en-GB" dirty="0"/>
              <a:t>Text Content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6E542C-D6B9-AAD1-12C5-9F5F44598B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61813" y="6194425"/>
            <a:ext cx="230187" cy="123825"/>
          </a:xfrm>
        </p:spPr>
        <p:txBody>
          <a:bodyPr/>
          <a:lstStyle/>
          <a:p>
            <a:fld id="{83109594-1B45-46DB-8A0B-416F125317DC}" type="slidenum">
              <a:rPr lang="en-GB" smtClean="0">
                <a:solidFill>
                  <a:schemeClr val="tx2">
                    <a:lumMod val="100000"/>
                  </a:schemeClr>
                </a:solidFill>
              </a:rPr>
              <a:pPr/>
              <a:t>46</a:t>
            </a:fld>
            <a:endParaRPr lang="en-GB" dirty="0">
              <a:solidFill>
                <a:schemeClr val="tx2">
                  <a:lumMod val="10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8068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0F42481-6D5F-3816-B39E-1418775549B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09083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42481-6D5F-3816-B39E-1418775549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>
            <a:extLst>
              <a:ext uri="{FF2B5EF4-FFF2-40B4-BE49-F238E27FC236}">
                <a16:creationId xmlns:a16="http://schemas.microsoft.com/office/drawing/2014/main" id="{80E1FE4E-4391-B4E1-1CAE-711B55169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</a:t>
            </a:r>
          </a:p>
        </p:txBody>
      </p:sp>
      <p:sp>
        <p:nvSpPr>
          <p:cNvPr id="29" name="Foliennummernplatzhalter 28">
            <a:extLst>
              <a:ext uri="{FF2B5EF4-FFF2-40B4-BE49-F238E27FC236}">
                <a16:creationId xmlns:a16="http://schemas.microsoft.com/office/drawing/2014/main" id="{4E546D4B-501A-60C8-9494-3023286746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47</a:t>
            </a:fld>
            <a:endParaRPr lang="en-GB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3E5906F-8B9E-FC41-5080-7A8E8F14C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Consequences 01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DA86942-F72A-ED13-449D-6CEFA4A78585}"/>
              </a:ext>
            </a:extLst>
          </p:cNvPr>
          <p:cNvSpPr txBox="1">
            <a:spLocks/>
          </p:cNvSpPr>
          <p:nvPr/>
        </p:nvSpPr>
        <p:spPr>
          <a:xfrm>
            <a:off x="539752" y="1627532"/>
            <a:ext cx="3464166" cy="7463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D9161A2-C422-C05C-0D86-7F3356CF4866}"/>
              </a:ext>
            </a:extLst>
          </p:cNvPr>
          <p:cNvSpPr txBox="1">
            <a:spLocks/>
          </p:cNvSpPr>
          <p:nvPr/>
        </p:nvSpPr>
        <p:spPr>
          <a:xfrm>
            <a:off x="4363918" y="1627532"/>
            <a:ext cx="3464166" cy="7463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453ACEA-FAAF-0897-D130-A0B9D605F575}"/>
              </a:ext>
            </a:extLst>
          </p:cNvPr>
          <p:cNvSpPr txBox="1">
            <a:spLocks/>
          </p:cNvSpPr>
          <p:nvPr/>
        </p:nvSpPr>
        <p:spPr>
          <a:xfrm>
            <a:off x="8188084" y="1627532"/>
            <a:ext cx="3464166" cy="7463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  <a:p>
            <a:pPr>
              <a:spcAft>
                <a:spcPts val="300"/>
              </a:spcAft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6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rafik 11">
            <a:extLst>
              <a:ext uri="{FF2B5EF4-FFF2-40B4-BE49-F238E27FC236}">
                <a16:creationId xmlns:a16="http://schemas.microsoft.com/office/drawing/2014/main" id="{32199F5E-7AA8-D798-8255-B1A3988517C8}"/>
              </a:ext>
            </a:extLst>
          </p:cNvPr>
          <p:cNvSpPr>
            <a:spLocks/>
          </p:cNvSpPr>
          <p:nvPr/>
        </p:nvSpPr>
        <p:spPr>
          <a:xfrm rot="5400000">
            <a:off x="731099" y="2520806"/>
            <a:ext cx="207186" cy="351908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638259D-2CA0-138D-DB1E-F63D12063AC1}"/>
              </a:ext>
            </a:extLst>
          </p:cNvPr>
          <p:cNvSpPr txBox="1">
            <a:spLocks/>
          </p:cNvSpPr>
          <p:nvPr/>
        </p:nvSpPr>
        <p:spPr>
          <a:xfrm>
            <a:off x="539751" y="3050406"/>
            <a:ext cx="3464166" cy="961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5FF43B4-4BC8-3A4F-4D32-8D7FD356EDFA}"/>
              </a:ext>
            </a:extLst>
          </p:cNvPr>
          <p:cNvSpPr txBox="1">
            <a:spLocks/>
          </p:cNvSpPr>
          <p:nvPr/>
        </p:nvSpPr>
        <p:spPr>
          <a:xfrm>
            <a:off x="539751" y="4192208"/>
            <a:ext cx="3464166" cy="961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C9BE2900-4AC5-25E1-29D5-EDF4DA30A6D0}"/>
              </a:ext>
            </a:extLst>
          </p:cNvPr>
          <p:cNvCxnSpPr>
            <a:cxnSpLocks/>
          </p:cNvCxnSpPr>
          <p:nvPr/>
        </p:nvCxnSpPr>
        <p:spPr>
          <a:xfrm>
            <a:off x="539751" y="4102208"/>
            <a:ext cx="3464166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Grafik 11">
            <a:extLst>
              <a:ext uri="{FF2B5EF4-FFF2-40B4-BE49-F238E27FC236}">
                <a16:creationId xmlns:a16="http://schemas.microsoft.com/office/drawing/2014/main" id="{EECCC9DE-6E3E-6690-D29B-B4E923496643}"/>
              </a:ext>
            </a:extLst>
          </p:cNvPr>
          <p:cNvSpPr>
            <a:spLocks/>
          </p:cNvSpPr>
          <p:nvPr/>
        </p:nvSpPr>
        <p:spPr>
          <a:xfrm rot="5400000">
            <a:off x="4555267" y="2520806"/>
            <a:ext cx="207186" cy="351908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9F696BD-3F85-46EB-BA81-E755CAF47F50}"/>
              </a:ext>
            </a:extLst>
          </p:cNvPr>
          <p:cNvSpPr txBox="1">
            <a:spLocks/>
          </p:cNvSpPr>
          <p:nvPr/>
        </p:nvSpPr>
        <p:spPr>
          <a:xfrm>
            <a:off x="4363919" y="3050406"/>
            <a:ext cx="3464166" cy="961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43B3193-B805-0C90-D3D9-D021889DA357}"/>
              </a:ext>
            </a:extLst>
          </p:cNvPr>
          <p:cNvSpPr txBox="1">
            <a:spLocks/>
          </p:cNvSpPr>
          <p:nvPr/>
        </p:nvSpPr>
        <p:spPr>
          <a:xfrm>
            <a:off x="4363919" y="4192208"/>
            <a:ext cx="3464166" cy="961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1613DE64-8F10-1F3A-4A14-750C8B2550CF}"/>
              </a:ext>
            </a:extLst>
          </p:cNvPr>
          <p:cNvCxnSpPr>
            <a:cxnSpLocks/>
          </p:cNvCxnSpPr>
          <p:nvPr/>
        </p:nvCxnSpPr>
        <p:spPr>
          <a:xfrm>
            <a:off x="4363919" y="4102208"/>
            <a:ext cx="3464166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Grafik 11">
            <a:extLst>
              <a:ext uri="{FF2B5EF4-FFF2-40B4-BE49-F238E27FC236}">
                <a16:creationId xmlns:a16="http://schemas.microsoft.com/office/drawing/2014/main" id="{2A040EBC-28EB-1151-FC37-556D74CF6C40}"/>
              </a:ext>
            </a:extLst>
          </p:cNvPr>
          <p:cNvSpPr>
            <a:spLocks/>
          </p:cNvSpPr>
          <p:nvPr/>
        </p:nvSpPr>
        <p:spPr>
          <a:xfrm rot="5400000">
            <a:off x="8379432" y="2520806"/>
            <a:ext cx="207186" cy="351908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08358F9-F658-261D-29E1-EFB9FD54320C}"/>
              </a:ext>
            </a:extLst>
          </p:cNvPr>
          <p:cNvSpPr txBox="1">
            <a:spLocks/>
          </p:cNvSpPr>
          <p:nvPr/>
        </p:nvSpPr>
        <p:spPr>
          <a:xfrm>
            <a:off x="8188084" y="3050406"/>
            <a:ext cx="3464166" cy="961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901B0EAF-A8C6-32B8-0F2E-21421B27CBDC}"/>
              </a:ext>
            </a:extLst>
          </p:cNvPr>
          <p:cNvSpPr txBox="1">
            <a:spLocks/>
          </p:cNvSpPr>
          <p:nvPr/>
        </p:nvSpPr>
        <p:spPr>
          <a:xfrm>
            <a:off x="8188084" y="4192208"/>
            <a:ext cx="3464166" cy="961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1DE3C672-413B-CCD3-947C-835F21A5A8CF}"/>
              </a:ext>
            </a:extLst>
          </p:cNvPr>
          <p:cNvCxnSpPr>
            <a:cxnSpLocks/>
          </p:cNvCxnSpPr>
          <p:nvPr/>
        </p:nvCxnSpPr>
        <p:spPr>
          <a:xfrm>
            <a:off x="8188084" y="4102208"/>
            <a:ext cx="3464166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4075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B8BEB-D421-61BD-E236-F8764D97D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71EA7DD-E108-5433-96AD-D218F1A184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9358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1EA7DD-E108-5433-96AD-D218F1A184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>
            <a:extLst>
              <a:ext uri="{FF2B5EF4-FFF2-40B4-BE49-F238E27FC236}">
                <a16:creationId xmlns:a16="http://schemas.microsoft.com/office/drawing/2014/main" id="{F61AE81E-AEF3-B424-346E-E8F5D6070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A4B1F501-13CE-C27D-BC27-3CCBD78B1A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48</a:t>
            </a:fld>
            <a:endParaRPr lang="en-GB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7B051F9-8FA3-C2AC-18DE-75B6C6954B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Consequences 02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CA4B7999-397E-CD4C-DC09-0C22386BB25D}"/>
              </a:ext>
            </a:extLst>
          </p:cNvPr>
          <p:cNvGrpSpPr>
            <a:grpSpLocks/>
          </p:cNvGrpSpPr>
          <p:nvPr/>
        </p:nvGrpSpPr>
        <p:grpSpPr>
          <a:xfrm>
            <a:off x="539752" y="2499890"/>
            <a:ext cx="11112496" cy="0"/>
            <a:chOff x="539752" y="4102208"/>
            <a:chExt cx="11112496" cy="0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935CB97B-1F05-D653-933A-4016BEC11BF2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4102208"/>
              <a:ext cx="2542115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EB5860ED-00C1-8843-75AD-A613BEB971BE}"/>
                </a:ext>
              </a:extLst>
            </p:cNvPr>
            <p:cNvCxnSpPr>
              <a:cxnSpLocks/>
            </p:cNvCxnSpPr>
            <p:nvPr/>
          </p:nvCxnSpPr>
          <p:spPr>
            <a:xfrm>
              <a:off x="3621867" y="4102208"/>
              <a:ext cx="80303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feld 11">
            <a:extLst>
              <a:ext uri="{FF2B5EF4-FFF2-40B4-BE49-F238E27FC236}">
                <a16:creationId xmlns:a16="http://schemas.microsoft.com/office/drawing/2014/main" id="{3F20255D-B4E4-E9C7-A08A-424E3C4D88BE}"/>
              </a:ext>
            </a:extLst>
          </p:cNvPr>
          <p:cNvSpPr txBox="1">
            <a:spLocks/>
          </p:cNvSpPr>
          <p:nvPr/>
        </p:nvSpPr>
        <p:spPr>
          <a:xfrm>
            <a:off x="539752" y="2625890"/>
            <a:ext cx="2542115" cy="74635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Grafik 11">
            <a:extLst>
              <a:ext uri="{FF2B5EF4-FFF2-40B4-BE49-F238E27FC236}">
                <a16:creationId xmlns:a16="http://schemas.microsoft.com/office/drawing/2014/main" id="{DF5CF023-7D98-A690-0087-3B1DCC6506E7}"/>
              </a:ext>
            </a:extLst>
          </p:cNvPr>
          <p:cNvSpPr>
            <a:spLocks/>
          </p:cNvSpPr>
          <p:nvPr/>
        </p:nvSpPr>
        <p:spPr>
          <a:xfrm>
            <a:off x="3248273" y="2823115"/>
            <a:ext cx="207186" cy="351908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4D4F4F3-A085-BECA-E5F9-11F5073ABA33}"/>
              </a:ext>
            </a:extLst>
          </p:cNvPr>
          <p:cNvSpPr txBox="1">
            <a:spLocks/>
          </p:cNvSpPr>
          <p:nvPr/>
        </p:nvSpPr>
        <p:spPr>
          <a:xfrm>
            <a:off x="3621867" y="2722070"/>
            <a:ext cx="8030381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Stet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81BAE6C9-728F-9AE8-97E9-88990E79FE74}"/>
              </a:ext>
            </a:extLst>
          </p:cNvPr>
          <p:cNvSpPr txBox="1">
            <a:spLocks/>
          </p:cNvSpPr>
          <p:nvPr/>
        </p:nvSpPr>
        <p:spPr>
          <a:xfrm>
            <a:off x="539752" y="3624248"/>
            <a:ext cx="2542115" cy="74635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Grafik 11">
            <a:extLst>
              <a:ext uri="{FF2B5EF4-FFF2-40B4-BE49-F238E27FC236}">
                <a16:creationId xmlns:a16="http://schemas.microsoft.com/office/drawing/2014/main" id="{2CBDAA85-ABC3-139B-FA45-5E9D504EFAB1}"/>
              </a:ext>
            </a:extLst>
          </p:cNvPr>
          <p:cNvSpPr>
            <a:spLocks/>
          </p:cNvSpPr>
          <p:nvPr/>
        </p:nvSpPr>
        <p:spPr>
          <a:xfrm>
            <a:off x="3248273" y="3821473"/>
            <a:ext cx="207186" cy="351908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F0D5264-BCDA-4F98-CC35-0A6EF0A625EC}"/>
              </a:ext>
            </a:extLst>
          </p:cNvPr>
          <p:cNvSpPr txBox="1">
            <a:spLocks/>
          </p:cNvSpPr>
          <p:nvPr/>
        </p:nvSpPr>
        <p:spPr>
          <a:xfrm>
            <a:off x="3621867" y="3720428"/>
            <a:ext cx="8030381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Stet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012A5E2-C765-62C1-89C0-FC71D4E3C28E}"/>
              </a:ext>
            </a:extLst>
          </p:cNvPr>
          <p:cNvSpPr txBox="1">
            <a:spLocks/>
          </p:cNvSpPr>
          <p:nvPr/>
        </p:nvSpPr>
        <p:spPr>
          <a:xfrm>
            <a:off x="539752" y="4622606"/>
            <a:ext cx="2542115" cy="74635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Grafik 11">
            <a:extLst>
              <a:ext uri="{FF2B5EF4-FFF2-40B4-BE49-F238E27FC236}">
                <a16:creationId xmlns:a16="http://schemas.microsoft.com/office/drawing/2014/main" id="{53EB910B-4276-9C14-1326-6B3138240331}"/>
              </a:ext>
            </a:extLst>
          </p:cNvPr>
          <p:cNvSpPr>
            <a:spLocks/>
          </p:cNvSpPr>
          <p:nvPr/>
        </p:nvSpPr>
        <p:spPr>
          <a:xfrm>
            <a:off x="3248273" y="4819831"/>
            <a:ext cx="207186" cy="351908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C6C5802A-ED2D-0051-DEDE-246A38D175B4}"/>
              </a:ext>
            </a:extLst>
          </p:cNvPr>
          <p:cNvSpPr txBox="1">
            <a:spLocks/>
          </p:cNvSpPr>
          <p:nvPr/>
        </p:nvSpPr>
        <p:spPr>
          <a:xfrm>
            <a:off x="3621867" y="4718786"/>
            <a:ext cx="8030381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Stet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13C1C044-9FEE-08A3-A920-C9B22F9E6947}"/>
              </a:ext>
            </a:extLst>
          </p:cNvPr>
          <p:cNvGrpSpPr>
            <a:grpSpLocks/>
          </p:cNvGrpSpPr>
          <p:nvPr/>
        </p:nvGrpSpPr>
        <p:grpSpPr>
          <a:xfrm>
            <a:off x="539752" y="3498248"/>
            <a:ext cx="11112496" cy="0"/>
            <a:chOff x="539752" y="4102208"/>
            <a:chExt cx="11112496" cy="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2DB6ADFE-4906-0738-8511-68379744857F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4102208"/>
              <a:ext cx="2542115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C070D1B4-B55D-8BB9-C523-989676AB20F7}"/>
                </a:ext>
              </a:extLst>
            </p:cNvPr>
            <p:cNvCxnSpPr>
              <a:cxnSpLocks/>
            </p:cNvCxnSpPr>
            <p:nvPr/>
          </p:nvCxnSpPr>
          <p:spPr>
            <a:xfrm>
              <a:off x="3621867" y="4102208"/>
              <a:ext cx="80303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26F3C1C9-DA27-64A7-5E33-E173068682DE}"/>
              </a:ext>
            </a:extLst>
          </p:cNvPr>
          <p:cNvGrpSpPr>
            <a:grpSpLocks/>
          </p:cNvGrpSpPr>
          <p:nvPr/>
        </p:nvGrpSpPr>
        <p:grpSpPr>
          <a:xfrm>
            <a:off x="539752" y="4496606"/>
            <a:ext cx="11112496" cy="0"/>
            <a:chOff x="539752" y="4102208"/>
            <a:chExt cx="11112496" cy="0"/>
          </a:xfrm>
        </p:grpSpPr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63973A31-0E60-C76E-DEAC-D505B27FABBB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4102208"/>
              <a:ext cx="2542115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EC45751E-CEBE-1320-E4D1-0E3D0A1639ED}"/>
                </a:ext>
              </a:extLst>
            </p:cNvPr>
            <p:cNvCxnSpPr>
              <a:cxnSpLocks/>
            </p:cNvCxnSpPr>
            <p:nvPr/>
          </p:nvCxnSpPr>
          <p:spPr>
            <a:xfrm>
              <a:off x="3621867" y="4102208"/>
              <a:ext cx="80303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Grafik 11">
            <a:extLst>
              <a:ext uri="{FF2B5EF4-FFF2-40B4-BE49-F238E27FC236}">
                <a16:creationId xmlns:a16="http://schemas.microsoft.com/office/drawing/2014/main" id="{F4B018EC-4665-B99B-1DDA-2F2814FFED20}"/>
              </a:ext>
            </a:extLst>
          </p:cNvPr>
          <p:cNvSpPr>
            <a:spLocks/>
          </p:cNvSpPr>
          <p:nvPr/>
        </p:nvSpPr>
        <p:spPr>
          <a:xfrm>
            <a:off x="3248273" y="1824757"/>
            <a:ext cx="207186" cy="351908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170EF94-15CD-1BEE-FEAD-0C3DBA53BBFE}"/>
              </a:ext>
            </a:extLst>
          </p:cNvPr>
          <p:cNvSpPr txBox="1">
            <a:spLocks/>
          </p:cNvSpPr>
          <p:nvPr/>
        </p:nvSpPr>
        <p:spPr>
          <a:xfrm>
            <a:off x="3621867" y="1723712"/>
            <a:ext cx="8030381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Stet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10E0532-FD04-6E25-B4E6-565E567B97ED}"/>
              </a:ext>
            </a:extLst>
          </p:cNvPr>
          <p:cNvSpPr txBox="1">
            <a:spLocks/>
          </p:cNvSpPr>
          <p:nvPr/>
        </p:nvSpPr>
        <p:spPr>
          <a:xfrm>
            <a:off x="539752" y="1627532"/>
            <a:ext cx="2542113" cy="7463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3191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4D476-B595-4A74-154F-DEE16725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C4BA062-EC26-082B-6DAD-F77F824971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76987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4BA062-EC26-082B-6DAD-F77F82497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>
            <a:extLst>
              <a:ext uri="{FF2B5EF4-FFF2-40B4-BE49-F238E27FC236}">
                <a16:creationId xmlns:a16="http://schemas.microsoft.com/office/drawing/2014/main" id="{70F6ED19-7B33-B8F2-4A8A-5E6D4B3B8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</a:t>
            </a:r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ABB64CE5-04BF-4918-0ED4-63E99441C8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49</a:t>
            </a:fld>
            <a:endParaRPr lang="en-GB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E9B3F83-722D-6F33-6174-64678FB11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Consequences 03</a:t>
            </a:r>
          </a:p>
        </p:txBody>
      </p:sp>
      <p:sp>
        <p:nvSpPr>
          <p:cNvPr id="17" name="Grafik 11">
            <a:extLst>
              <a:ext uri="{FF2B5EF4-FFF2-40B4-BE49-F238E27FC236}">
                <a16:creationId xmlns:a16="http://schemas.microsoft.com/office/drawing/2014/main" id="{2E1DBCBF-3445-135F-4715-780E0F067666}"/>
              </a:ext>
            </a:extLst>
          </p:cNvPr>
          <p:cNvSpPr>
            <a:spLocks/>
          </p:cNvSpPr>
          <p:nvPr/>
        </p:nvSpPr>
        <p:spPr>
          <a:xfrm>
            <a:off x="6764866" y="2866410"/>
            <a:ext cx="743990" cy="1263676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52A56787-E0E5-F991-8762-50CA6449F79C}"/>
              </a:ext>
            </a:extLst>
          </p:cNvPr>
          <p:cNvGrpSpPr>
            <a:grpSpLocks/>
          </p:cNvGrpSpPr>
          <p:nvPr/>
        </p:nvGrpSpPr>
        <p:grpSpPr>
          <a:xfrm>
            <a:off x="539752" y="1704476"/>
            <a:ext cx="2169581" cy="3587544"/>
            <a:chOff x="539752" y="1704476"/>
            <a:chExt cx="2542115" cy="3587544"/>
          </a:xfrm>
        </p:grpSpPr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1F0724B0-6795-11F6-0DDE-7E7EB496C07A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1704476"/>
              <a:ext cx="2542115" cy="5924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</a:t>
              </a:r>
            </a:p>
            <a:p>
              <a:r>
                <a:rPr lang="en-GB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endPara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F3B91E6C-B3E5-DFA8-4925-0C147A531BBF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2499890"/>
              <a:ext cx="2542115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57C2AD4-EC77-D2DA-32F9-AB822E1A7333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702834"/>
              <a:ext cx="2542115" cy="5924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</a:t>
              </a:r>
            </a:p>
            <a:p>
              <a:r>
                <a:rPr lang="en-GB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endPara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297669EA-3BA1-386B-ED92-2BE53A72ED73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3701192"/>
              <a:ext cx="2542115" cy="5924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</a:t>
              </a:r>
            </a:p>
            <a:p>
              <a:r>
                <a:rPr lang="en-GB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endPara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85E29C20-FBC9-2A91-51CF-3D36C8C2F502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4699550"/>
              <a:ext cx="2542115" cy="5924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</a:t>
              </a:r>
            </a:p>
            <a:p>
              <a:r>
                <a:rPr lang="en-GB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endPara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F3AADADF-5BDC-04ED-2044-417D58038DC2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3498248"/>
              <a:ext cx="2542115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6660474E-0752-DD16-BCE3-A42BD158828D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4496606"/>
              <a:ext cx="2542115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9007C75-A221-86BD-9BE5-4C20CEA3D7D7}"/>
              </a:ext>
            </a:extLst>
          </p:cNvPr>
          <p:cNvGrpSpPr>
            <a:grpSpLocks/>
          </p:cNvGrpSpPr>
          <p:nvPr/>
        </p:nvGrpSpPr>
        <p:grpSpPr>
          <a:xfrm>
            <a:off x="2889333" y="1723711"/>
            <a:ext cx="3515533" cy="3549073"/>
            <a:chOff x="3261867" y="1723712"/>
            <a:chExt cx="3515533" cy="3549073"/>
          </a:xfrm>
        </p:grpSpPr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36A8022-DC89-D692-4622-755ECB8DB948}"/>
                </a:ext>
              </a:extLst>
            </p:cNvPr>
            <p:cNvSpPr txBox="1">
              <a:spLocks/>
            </p:cNvSpPr>
            <p:nvPr/>
          </p:nvSpPr>
          <p:spPr>
            <a:xfrm>
              <a:off x="3261867" y="1723712"/>
              <a:ext cx="3515533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eirmod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invidunt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diam.</a:t>
              </a:r>
            </a:p>
          </p:txBody>
        </p: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E32927C-088C-73B2-BD5A-B1C35AEAF319}"/>
                </a:ext>
              </a:extLst>
            </p:cNvPr>
            <p:cNvCxnSpPr>
              <a:cxnSpLocks/>
            </p:cNvCxnSpPr>
            <p:nvPr/>
          </p:nvCxnSpPr>
          <p:spPr>
            <a:xfrm>
              <a:off x="3261867" y="2499890"/>
              <a:ext cx="3515533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851AAE9A-7900-5C56-7A0A-EE96B8EB5CD2}"/>
                </a:ext>
              </a:extLst>
            </p:cNvPr>
            <p:cNvSpPr txBox="1">
              <a:spLocks/>
            </p:cNvSpPr>
            <p:nvPr/>
          </p:nvSpPr>
          <p:spPr>
            <a:xfrm>
              <a:off x="3261867" y="2722071"/>
              <a:ext cx="3515533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eirmod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invidunt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diam.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195321D7-2B77-7896-A981-B2013499A8EA}"/>
                </a:ext>
              </a:extLst>
            </p:cNvPr>
            <p:cNvSpPr txBox="1">
              <a:spLocks/>
            </p:cNvSpPr>
            <p:nvPr/>
          </p:nvSpPr>
          <p:spPr>
            <a:xfrm>
              <a:off x="3261867" y="3720429"/>
              <a:ext cx="3515533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eirmod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invidunt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diam.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0B04657D-EA76-18F6-F601-1E6D576E9FC8}"/>
                </a:ext>
              </a:extLst>
            </p:cNvPr>
            <p:cNvSpPr txBox="1">
              <a:spLocks/>
            </p:cNvSpPr>
            <p:nvPr/>
          </p:nvSpPr>
          <p:spPr>
            <a:xfrm>
              <a:off x="3261867" y="4718787"/>
              <a:ext cx="3515533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eirmod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invidunt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diam.</a:t>
              </a:r>
            </a:p>
          </p:txBody>
        </p: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44710979-BE4C-E4EA-9139-13C1DB483F52}"/>
                </a:ext>
              </a:extLst>
            </p:cNvPr>
            <p:cNvCxnSpPr>
              <a:cxnSpLocks/>
            </p:cNvCxnSpPr>
            <p:nvPr/>
          </p:nvCxnSpPr>
          <p:spPr>
            <a:xfrm>
              <a:off x="3261867" y="3498248"/>
              <a:ext cx="3515533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BFF6D723-0F97-848C-A447-9B9FE9AD699C}"/>
                </a:ext>
              </a:extLst>
            </p:cNvPr>
            <p:cNvCxnSpPr>
              <a:cxnSpLocks/>
            </p:cNvCxnSpPr>
            <p:nvPr/>
          </p:nvCxnSpPr>
          <p:spPr>
            <a:xfrm>
              <a:off x="3261867" y="4496606"/>
              <a:ext cx="3515533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feld 9">
            <a:extLst>
              <a:ext uri="{FF2B5EF4-FFF2-40B4-BE49-F238E27FC236}">
                <a16:creationId xmlns:a16="http://schemas.microsoft.com/office/drawing/2014/main" id="{89A1E6DC-799B-017C-EAE7-D403948A1A35}"/>
              </a:ext>
            </a:extLst>
          </p:cNvPr>
          <p:cNvSpPr txBox="1">
            <a:spLocks/>
          </p:cNvSpPr>
          <p:nvPr/>
        </p:nvSpPr>
        <p:spPr>
          <a:xfrm>
            <a:off x="7868856" y="2851917"/>
            <a:ext cx="3783392" cy="129266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GB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28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2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2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4536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D82AD-37B3-3B22-FA92-CEAEA2DD5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27A6923-88E8-4635-40BC-11B144E83D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2465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7A6923-88E8-4635-40BC-11B144E83D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>
            <a:extLst>
              <a:ext uri="{FF2B5EF4-FFF2-40B4-BE49-F238E27FC236}">
                <a16:creationId xmlns:a16="http://schemas.microsoft.com/office/drawing/2014/main" id="{BF175829-C165-B082-5A7D-011D3ABF5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</a:t>
            </a:r>
          </a:p>
        </p:txBody>
      </p:sp>
      <p:sp>
        <p:nvSpPr>
          <p:cNvPr id="39" name="Foliennummernplatzhalter 38">
            <a:extLst>
              <a:ext uri="{FF2B5EF4-FFF2-40B4-BE49-F238E27FC236}">
                <a16:creationId xmlns:a16="http://schemas.microsoft.com/office/drawing/2014/main" id="{08414E5F-EBC7-7510-371D-F1B65AA46A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50</a:t>
            </a:fld>
            <a:endParaRPr lang="en-GB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75D3931-7772-E669-B22E-D6917C1A47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Process Flow 01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731F305-E798-71EA-87BB-D69EDD89F33D}"/>
              </a:ext>
            </a:extLst>
          </p:cNvPr>
          <p:cNvSpPr txBox="1">
            <a:spLocks/>
          </p:cNvSpPr>
          <p:nvPr/>
        </p:nvSpPr>
        <p:spPr>
          <a:xfrm>
            <a:off x="539749" y="1627532"/>
            <a:ext cx="2697125" cy="453183"/>
          </a:xfrm>
          <a:prstGeom prst="homePlate">
            <a:avLst/>
          </a:prstGeom>
          <a:solidFill>
            <a:schemeClr val="tx2"/>
          </a:solidFill>
        </p:spPr>
        <p:txBody>
          <a:bodyPr wrap="square" lIns="360000" tIns="72000" rIns="108000" bIns="7200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2006C56-57D0-7A25-EC78-9058E3AE28E9}"/>
              </a:ext>
            </a:extLst>
          </p:cNvPr>
          <p:cNvSpPr txBox="1">
            <a:spLocks/>
          </p:cNvSpPr>
          <p:nvPr/>
        </p:nvSpPr>
        <p:spPr>
          <a:xfrm>
            <a:off x="3344874" y="1627532"/>
            <a:ext cx="2697125" cy="453183"/>
          </a:xfrm>
          <a:prstGeom prst="chevron">
            <a:avLst/>
          </a:prstGeom>
          <a:solidFill>
            <a:schemeClr val="tx2"/>
          </a:solidFill>
        </p:spPr>
        <p:txBody>
          <a:bodyPr wrap="square" lIns="360000" tIns="72000" rIns="108000" bIns="7200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E92B268-B47A-7FBD-BC30-7EFDCA23A201}"/>
              </a:ext>
            </a:extLst>
          </p:cNvPr>
          <p:cNvSpPr txBox="1">
            <a:spLocks/>
          </p:cNvSpPr>
          <p:nvPr/>
        </p:nvSpPr>
        <p:spPr>
          <a:xfrm>
            <a:off x="8955125" y="1627532"/>
            <a:ext cx="2697125" cy="453183"/>
          </a:xfrm>
          <a:prstGeom prst="chevron">
            <a:avLst/>
          </a:prstGeom>
          <a:solidFill>
            <a:schemeClr val="tx2"/>
          </a:solidFill>
        </p:spPr>
        <p:txBody>
          <a:bodyPr wrap="square" lIns="360000" tIns="72000" rIns="108000" bIns="7200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72322BB-B7DB-2874-E50F-F531FB1925F3}"/>
              </a:ext>
            </a:extLst>
          </p:cNvPr>
          <p:cNvSpPr txBox="1">
            <a:spLocks/>
          </p:cNvSpPr>
          <p:nvPr/>
        </p:nvSpPr>
        <p:spPr>
          <a:xfrm>
            <a:off x="6149999" y="1627532"/>
            <a:ext cx="2697125" cy="453183"/>
          </a:xfrm>
          <a:prstGeom prst="chevron">
            <a:avLst/>
          </a:prstGeom>
          <a:solidFill>
            <a:schemeClr val="tx2"/>
          </a:solidFill>
        </p:spPr>
        <p:txBody>
          <a:bodyPr wrap="square" lIns="360000" tIns="72000" rIns="108000" bIns="7200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56FCC03-4D4B-8C79-3B85-F187C58505E7}"/>
              </a:ext>
            </a:extLst>
          </p:cNvPr>
          <p:cNvGrpSpPr/>
          <p:nvPr/>
        </p:nvGrpSpPr>
        <p:grpSpPr>
          <a:xfrm>
            <a:off x="539752" y="2260715"/>
            <a:ext cx="2461681" cy="3206934"/>
            <a:chOff x="539752" y="2260715"/>
            <a:chExt cx="2461681" cy="3206934"/>
          </a:xfrm>
        </p:grpSpPr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2546A0FA-42F2-BAF1-9B67-199C5A48667D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994713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5D65CAE9-D75F-3E06-6A1F-4EA231A701A5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4321181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138E0DC1-4BBE-43B5-2F07-E1BCDC46C7C9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4231181"/>
              <a:ext cx="24616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41D5C218-3B8E-272F-6810-629F135E1B3E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260715"/>
              <a:ext cx="246168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3A32A38-A695-2B06-14DB-BA516CCA167B}"/>
              </a:ext>
            </a:extLst>
          </p:cNvPr>
          <p:cNvGrpSpPr>
            <a:grpSpLocks/>
          </p:cNvGrpSpPr>
          <p:nvPr/>
        </p:nvGrpSpPr>
        <p:grpSpPr>
          <a:xfrm>
            <a:off x="3344874" y="2260715"/>
            <a:ext cx="2461681" cy="3206934"/>
            <a:chOff x="539752" y="2260715"/>
            <a:chExt cx="2461681" cy="3206934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937DAE7E-0AF7-01C3-6484-6B586734D127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994713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BEB74F3B-4451-9BF9-2A73-C7E5B2279DB9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4321181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99F2ECAB-0AD7-5A88-F165-1B5D3BB89397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4231181"/>
              <a:ext cx="24616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562C080-D182-64EF-E726-C5C9B269988D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260715"/>
              <a:ext cx="246168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28192BF0-C047-9194-D435-3DC92EC200AC}"/>
              </a:ext>
            </a:extLst>
          </p:cNvPr>
          <p:cNvGrpSpPr>
            <a:grpSpLocks/>
          </p:cNvGrpSpPr>
          <p:nvPr/>
        </p:nvGrpSpPr>
        <p:grpSpPr>
          <a:xfrm>
            <a:off x="6149999" y="2260715"/>
            <a:ext cx="2461681" cy="3206934"/>
            <a:chOff x="539752" y="2260715"/>
            <a:chExt cx="2461681" cy="3206934"/>
          </a:xfrm>
        </p:grpSpPr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0AAF02EF-35BA-67E0-EBF2-E2DC9B6B00C3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994713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5A3AC01A-CC9A-9217-C5B7-1BFE5B3A4AA2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4321181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8F527067-CC45-DAA6-CDC4-BBD0376F66FE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4231181"/>
              <a:ext cx="24616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F567F90B-7B48-143E-4058-67E1C5D99C3C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260715"/>
              <a:ext cx="246168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071E3677-B105-AF14-37C7-13EE9D75BDCD}"/>
              </a:ext>
            </a:extLst>
          </p:cNvPr>
          <p:cNvGrpSpPr>
            <a:grpSpLocks/>
          </p:cNvGrpSpPr>
          <p:nvPr/>
        </p:nvGrpSpPr>
        <p:grpSpPr>
          <a:xfrm>
            <a:off x="8955125" y="2260715"/>
            <a:ext cx="2461681" cy="3206934"/>
            <a:chOff x="539752" y="2260715"/>
            <a:chExt cx="2461681" cy="3206934"/>
          </a:xfrm>
        </p:grpSpPr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E45E08A7-AB37-8F63-2845-6AAD960538E4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994713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0B22E31-D0A4-D6F8-B5F3-CC8CDBD57596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4321181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A916F3D0-1282-1D3B-75A1-74018E4E75C4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4231181"/>
              <a:ext cx="24616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1E6516A4-0A02-541F-62FC-73A6F98293BC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260715"/>
              <a:ext cx="246168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11645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8029F-7F6A-6328-4185-18DB2179B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C39746D-DBAA-4C6B-B02D-1499E244A19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2230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9746D-DBAA-4C6B-B02D-1499E244A1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>
            <a:extLst>
              <a:ext uri="{FF2B5EF4-FFF2-40B4-BE49-F238E27FC236}">
                <a16:creationId xmlns:a16="http://schemas.microsoft.com/office/drawing/2014/main" id="{4D8135D5-AD8A-AD11-216D-646A473A4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</a:t>
            </a:r>
          </a:p>
        </p:txBody>
      </p:sp>
      <p:sp>
        <p:nvSpPr>
          <p:cNvPr id="52" name="Foliennummernplatzhalter 51">
            <a:extLst>
              <a:ext uri="{FF2B5EF4-FFF2-40B4-BE49-F238E27FC236}">
                <a16:creationId xmlns:a16="http://schemas.microsoft.com/office/drawing/2014/main" id="{C85B3497-B0C7-300C-7792-CCAE1EBCAB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51</a:t>
            </a:fld>
            <a:endParaRPr lang="en-GB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67DEC9D-6C4A-470F-C167-2C2C9CB691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Process Flow 02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728950B-7336-1036-9652-8B8EB8E99CD4}"/>
              </a:ext>
            </a:extLst>
          </p:cNvPr>
          <p:cNvGrpSpPr>
            <a:grpSpLocks/>
          </p:cNvGrpSpPr>
          <p:nvPr/>
        </p:nvGrpSpPr>
        <p:grpSpPr>
          <a:xfrm>
            <a:off x="539752" y="2260715"/>
            <a:ext cx="2373124" cy="3206934"/>
            <a:chOff x="539752" y="2260715"/>
            <a:chExt cx="2461681" cy="3206934"/>
          </a:xfrm>
        </p:grpSpPr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8A5D8016-DC15-81E6-0CD2-85FA8230B497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994713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581473E5-B0AB-12D8-3DEF-4465EF2C01DF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4321181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6D71F999-583C-F6D7-E00A-33E28799B7D2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4231181"/>
              <a:ext cx="24616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1F4D1D5D-EAF8-9E24-9AD8-2F46BE785B10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260715"/>
              <a:ext cx="246168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Textfeld 12">
            <a:extLst>
              <a:ext uri="{FF2B5EF4-FFF2-40B4-BE49-F238E27FC236}">
                <a16:creationId xmlns:a16="http://schemas.microsoft.com/office/drawing/2014/main" id="{115A1CA4-A150-E51E-62F4-C1E5B55EB3F9}"/>
              </a:ext>
            </a:extLst>
          </p:cNvPr>
          <p:cNvSpPr txBox="1">
            <a:spLocks/>
          </p:cNvSpPr>
          <p:nvPr/>
        </p:nvSpPr>
        <p:spPr>
          <a:xfrm>
            <a:off x="539749" y="1620592"/>
            <a:ext cx="23731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D2BE0E0-84BF-DCAA-2B69-CC38FBB5CB3B}"/>
              </a:ext>
            </a:extLst>
          </p:cNvPr>
          <p:cNvSpPr txBox="1">
            <a:spLocks/>
          </p:cNvSpPr>
          <p:nvPr/>
        </p:nvSpPr>
        <p:spPr>
          <a:xfrm>
            <a:off x="9279124" y="1620592"/>
            <a:ext cx="23731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4CB38F0-729F-5D42-2F4F-8D4FF65D0C44}"/>
              </a:ext>
            </a:extLst>
          </p:cNvPr>
          <p:cNvSpPr txBox="1">
            <a:spLocks/>
          </p:cNvSpPr>
          <p:nvPr/>
        </p:nvSpPr>
        <p:spPr>
          <a:xfrm>
            <a:off x="6365999" y="1620592"/>
            <a:ext cx="23731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0483FE3-515A-D320-4060-B6983EFE53ED}"/>
              </a:ext>
            </a:extLst>
          </p:cNvPr>
          <p:cNvSpPr txBox="1">
            <a:spLocks/>
          </p:cNvSpPr>
          <p:nvPr/>
        </p:nvSpPr>
        <p:spPr>
          <a:xfrm>
            <a:off x="3452874" y="1620592"/>
            <a:ext cx="23731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1922E8B8-1ED4-301B-BBE1-84514249BD0A}"/>
              </a:ext>
            </a:extLst>
          </p:cNvPr>
          <p:cNvGrpSpPr>
            <a:grpSpLocks/>
          </p:cNvGrpSpPr>
          <p:nvPr/>
        </p:nvGrpSpPr>
        <p:grpSpPr>
          <a:xfrm>
            <a:off x="3452876" y="2260715"/>
            <a:ext cx="2373124" cy="3206934"/>
            <a:chOff x="539752" y="2260715"/>
            <a:chExt cx="2461681" cy="3206934"/>
          </a:xfrm>
        </p:grpSpPr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A99CE20F-BC93-CC35-9B2D-0A2B98571E24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994713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7B5A5E1B-273B-5D39-1EAB-9A5B4549710C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4321181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1944BD11-4822-900E-C249-0F5DC6F8FB07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4231181"/>
              <a:ext cx="24616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9DE46BDA-3FC7-0B6D-A9A6-945D8617F94C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260715"/>
              <a:ext cx="246168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36E380F6-077B-316A-E06D-A1565C343ACB}"/>
              </a:ext>
            </a:extLst>
          </p:cNvPr>
          <p:cNvGrpSpPr>
            <a:grpSpLocks/>
          </p:cNvGrpSpPr>
          <p:nvPr/>
        </p:nvGrpSpPr>
        <p:grpSpPr>
          <a:xfrm>
            <a:off x="6366001" y="2260715"/>
            <a:ext cx="2373124" cy="3206934"/>
            <a:chOff x="539752" y="2260715"/>
            <a:chExt cx="2461681" cy="3206934"/>
          </a:xfrm>
        </p:grpSpPr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317C25F2-F82F-DFB6-9F5F-0BC5470722DC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994713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33DECF3C-5755-6A09-27CB-1EE6650329E7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4321181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660152F6-9191-802A-2AB0-205715536DF6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4231181"/>
              <a:ext cx="24616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01895819-EC2A-5045-87FF-0215041077C3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260715"/>
              <a:ext cx="246168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00269E0C-0BE1-1122-834B-88781CE0E368}"/>
              </a:ext>
            </a:extLst>
          </p:cNvPr>
          <p:cNvGrpSpPr>
            <a:grpSpLocks/>
          </p:cNvGrpSpPr>
          <p:nvPr/>
        </p:nvGrpSpPr>
        <p:grpSpPr>
          <a:xfrm>
            <a:off x="9279126" y="2260715"/>
            <a:ext cx="2373124" cy="3206934"/>
            <a:chOff x="539752" y="2260715"/>
            <a:chExt cx="2461681" cy="3206934"/>
          </a:xfrm>
        </p:grpSpPr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FDC42B3D-7CAF-A7BF-CE09-7B6D7EED0D8B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994713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25C4D2B4-BF14-878C-6887-13C3AA05B524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4321181"/>
              <a:ext cx="2461681" cy="11464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 labore et dolore magna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aliquyam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erat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8ABC2E22-5E85-8BB7-9291-220EF2260FBF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2" y="4231181"/>
              <a:ext cx="24616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2A90CDCF-F377-4669-624C-E5B9143364C3}"/>
                </a:ext>
              </a:extLst>
            </p:cNvPr>
            <p:cNvSpPr txBox="1">
              <a:spLocks/>
            </p:cNvSpPr>
            <p:nvPr/>
          </p:nvSpPr>
          <p:spPr>
            <a:xfrm>
              <a:off x="539752" y="2260715"/>
              <a:ext cx="246168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8" name="Grafik 11">
            <a:extLst>
              <a:ext uri="{FF2B5EF4-FFF2-40B4-BE49-F238E27FC236}">
                <a16:creationId xmlns:a16="http://schemas.microsoft.com/office/drawing/2014/main" id="{28CE8B3B-F8EE-7337-46E4-839878608CA7}"/>
              </a:ext>
            </a:extLst>
          </p:cNvPr>
          <p:cNvSpPr>
            <a:spLocks/>
          </p:cNvSpPr>
          <p:nvPr/>
        </p:nvSpPr>
        <p:spPr>
          <a:xfrm>
            <a:off x="3079280" y="1721637"/>
            <a:ext cx="207186" cy="351908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9" name="Grafik 11">
            <a:extLst>
              <a:ext uri="{FF2B5EF4-FFF2-40B4-BE49-F238E27FC236}">
                <a16:creationId xmlns:a16="http://schemas.microsoft.com/office/drawing/2014/main" id="{822F7837-0A2C-4EE3-372F-2AAC8D8CF90B}"/>
              </a:ext>
            </a:extLst>
          </p:cNvPr>
          <p:cNvSpPr>
            <a:spLocks/>
          </p:cNvSpPr>
          <p:nvPr/>
        </p:nvSpPr>
        <p:spPr>
          <a:xfrm>
            <a:off x="5992406" y="1721637"/>
            <a:ext cx="207186" cy="351908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50" name="Grafik 11">
            <a:extLst>
              <a:ext uri="{FF2B5EF4-FFF2-40B4-BE49-F238E27FC236}">
                <a16:creationId xmlns:a16="http://schemas.microsoft.com/office/drawing/2014/main" id="{F3830D01-E6CF-3982-A73B-1E5A1637056B}"/>
              </a:ext>
            </a:extLst>
          </p:cNvPr>
          <p:cNvSpPr>
            <a:spLocks/>
          </p:cNvSpPr>
          <p:nvPr/>
        </p:nvSpPr>
        <p:spPr>
          <a:xfrm>
            <a:off x="8905531" y="1721637"/>
            <a:ext cx="207186" cy="351908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54773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2AB10-F64B-5CF9-15C8-BF20A8523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9BF52F4-311D-EBA6-B22F-5808A46A5ED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915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BF52F4-311D-EBA6-B22F-5808A46A5E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>
            <a:extLst>
              <a:ext uri="{FF2B5EF4-FFF2-40B4-BE49-F238E27FC236}">
                <a16:creationId xmlns:a16="http://schemas.microsoft.com/office/drawing/2014/main" id="{518FDDB4-8BD3-92E4-6F2E-2D7917CE0369}"/>
              </a:ext>
            </a:extLst>
          </p:cNvPr>
          <p:cNvSpPr>
            <a:spLocks/>
          </p:cNvSpPr>
          <p:nvPr/>
        </p:nvSpPr>
        <p:spPr>
          <a:xfrm>
            <a:off x="0" y="4249181"/>
            <a:ext cx="12192000" cy="1796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2F98825-8AF8-94E7-F162-BAFC7F13D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</a:t>
            </a:r>
          </a:p>
        </p:txBody>
      </p:sp>
      <p:sp>
        <p:nvSpPr>
          <p:cNvPr id="52" name="Foliennummernplatzhalter 51">
            <a:extLst>
              <a:ext uri="{FF2B5EF4-FFF2-40B4-BE49-F238E27FC236}">
                <a16:creationId xmlns:a16="http://schemas.microsoft.com/office/drawing/2014/main" id="{611A412F-FC16-DF5F-E5BC-3A56EBA916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52</a:t>
            </a:fld>
            <a:endParaRPr lang="en-GB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E0A5B8E-0D80-96D9-BA0E-B78776A90E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Process Flow 03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4227F83-2E96-2257-143D-D19DEDDCEE77}"/>
              </a:ext>
            </a:extLst>
          </p:cNvPr>
          <p:cNvSpPr txBox="1">
            <a:spLocks/>
          </p:cNvSpPr>
          <p:nvPr/>
        </p:nvSpPr>
        <p:spPr>
          <a:xfrm>
            <a:off x="539752" y="2922713"/>
            <a:ext cx="2373124" cy="11464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A719023-21C5-1E14-D811-2A753554B4AD}"/>
              </a:ext>
            </a:extLst>
          </p:cNvPr>
          <p:cNvSpPr txBox="1">
            <a:spLocks/>
          </p:cNvSpPr>
          <p:nvPr/>
        </p:nvSpPr>
        <p:spPr>
          <a:xfrm>
            <a:off x="539752" y="4249181"/>
            <a:ext cx="2373124" cy="1328226"/>
          </a:xfrm>
          <a:prstGeom prst="rect">
            <a:avLst/>
          </a:prstGeom>
          <a:noFill/>
        </p:spPr>
        <p:txBody>
          <a:bodyPr wrap="square" lIns="0" tIns="18000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DD2A3B0-949A-995C-49CA-F29762545D62}"/>
              </a:ext>
            </a:extLst>
          </p:cNvPr>
          <p:cNvSpPr txBox="1">
            <a:spLocks/>
          </p:cNvSpPr>
          <p:nvPr/>
        </p:nvSpPr>
        <p:spPr>
          <a:xfrm>
            <a:off x="539752" y="2260715"/>
            <a:ext cx="237312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E41D410-9848-6AE6-8B2F-1EDBD8B88D18}"/>
              </a:ext>
            </a:extLst>
          </p:cNvPr>
          <p:cNvSpPr txBox="1">
            <a:spLocks/>
          </p:cNvSpPr>
          <p:nvPr/>
        </p:nvSpPr>
        <p:spPr>
          <a:xfrm>
            <a:off x="539749" y="1620592"/>
            <a:ext cx="23731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BC242C2-13F3-5D82-A6F2-91E404324EBC}"/>
              </a:ext>
            </a:extLst>
          </p:cNvPr>
          <p:cNvSpPr txBox="1">
            <a:spLocks/>
          </p:cNvSpPr>
          <p:nvPr/>
        </p:nvSpPr>
        <p:spPr>
          <a:xfrm>
            <a:off x="9279124" y="1620592"/>
            <a:ext cx="23731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374ECF6-0CAF-4D56-5AD2-D00ADCBC0298}"/>
              </a:ext>
            </a:extLst>
          </p:cNvPr>
          <p:cNvSpPr txBox="1">
            <a:spLocks/>
          </p:cNvSpPr>
          <p:nvPr/>
        </p:nvSpPr>
        <p:spPr>
          <a:xfrm>
            <a:off x="6365999" y="1620592"/>
            <a:ext cx="23731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946B313-9ABB-5C02-C0DD-AF8DDE54B97D}"/>
              </a:ext>
            </a:extLst>
          </p:cNvPr>
          <p:cNvSpPr txBox="1">
            <a:spLocks/>
          </p:cNvSpPr>
          <p:nvPr/>
        </p:nvSpPr>
        <p:spPr>
          <a:xfrm>
            <a:off x="3452874" y="1620592"/>
            <a:ext cx="23731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533904F-5CB2-E787-D5B7-E17CA9CAEDB3}"/>
              </a:ext>
            </a:extLst>
          </p:cNvPr>
          <p:cNvSpPr txBox="1">
            <a:spLocks/>
          </p:cNvSpPr>
          <p:nvPr/>
        </p:nvSpPr>
        <p:spPr>
          <a:xfrm>
            <a:off x="3452876" y="2922713"/>
            <a:ext cx="2373124" cy="11464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FF18971-8481-A392-4490-B1C424D7FD27}"/>
              </a:ext>
            </a:extLst>
          </p:cNvPr>
          <p:cNvSpPr txBox="1">
            <a:spLocks/>
          </p:cNvSpPr>
          <p:nvPr/>
        </p:nvSpPr>
        <p:spPr>
          <a:xfrm>
            <a:off x="3452876" y="4249181"/>
            <a:ext cx="2373124" cy="1328226"/>
          </a:xfrm>
          <a:prstGeom prst="rect">
            <a:avLst/>
          </a:prstGeom>
          <a:noFill/>
        </p:spPr>
        <p:txBody>
          <a:bodyPr wrap="square" lIns="0" tIns="18000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7ACFF07-576E-5AA5-BE72-33F9F198FA7E}"/>
              </a:ext>
            </a:extLst>
          </p:cNvPr>
          <p:cNvSpPr txBox="1">
            <a:spLocks/>
          </p:cNvSpPr>
          <p:nvPr/>
        </p:nvSpPr>
        <p:spPr>
          <a:xfrm>
            <a:off x="3452876" y="2260715"/>
            <a:ext cx="237312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26782981-CEE2-999F-74CB-B6CE4C2AA5B2}"/>
              </a:ext>
            </a:extLst>
          </p:cNvPr>
          <p:cNvSpPr txBox="1">
            <a:spLocks/>
          </p:cNvSpPr>
          <p:nvPr/>
        </p:nvSpPr>
        <p:spPr>
          <a:xfrm>
            <a:off x="6366001" y="2922713"/>
            <a:ext cx="2373124" cy="11464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8EB1F87D-353C-96FF-C884-189ADC9C7068}"/>
              </a:ext>
            </a:extLst>
          </p:cNvPr>
          <p:cNvSpPr txBox="1">
            <a:spLocks/>
          </p:cNvSpPr>
          <p:nvPr/>
        </p:nvSpPr>
        <p:spPr>
          <a:xfrm>
            <a:off x="6366001" y="4249181"/>
            <a:ext cx="2373124" cy="1328226"/>
          </a:xfrm>
          <a:prstGeom prst="rect">
            <a:avLst/>
          </a:prstGeom>
          <a:noFill/>
        </p:spPr>
        <p:txBody>
          <a:bodyPr wrap="square" lIns="0" tIns="18000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6C9C268C-6236-055E-1894-DED804F66B75}"/>
              </a:ext>
            </a:extLst>
          </p:cNvPr>
          <p:cNvSpPr txBox="1">
            <a:spLocks/>
          </p:cNvSpPr>
          <p:nvPr/>
        </p:nvSpPr>
        <p:spPr>
          <a:xfrm>
            <a:off x="6366001" y="2260715"/>
            <a:ext cx="237312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3839F73E-7EF0-BB45-A570-5E113FD1E9E3}"/>
              </a:ext>
            </a:extLst>
          </p:cNvPr>
          <p:cNvSpPr txBox="1">
            <a:spLocks/>
          </p:cNvSpPr>
          <p:nvPr/>
        </p:nvSpPr>
        <p:spPr>
          <a:xfrm>
            <a:off x="9279126" y="2922713"/>
            <a:ext cx="2373124" cy="11464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637CBC3B-D9C4-E045-9C7D-2547BAF5CD1D}"/>
              </a:ext>
            </a:extLst>
          </p:cNvPr>
          <p:cNvSpPr txBox="1">
            <a:spLocks/>
          </p:cNvSpPr>
          <p:nvPr/>
        </p:nvSpPr>
        <p:spPr>
          <a:xfrm>
            <a:off x="9279126" y="4249181"/>
            <a:ext cx="2373124" cy="1328226"/>
          </a:xfrm>
          <a:prstGeom prst="rect">
            <a:avLst/>
          </a:prstGeom>
          <a:noFill/>
        </p:spPr>
        <p:txBody>
          <a:bodyPr wrap="square" lIns="0" tIns="18000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C5AAAFA3-D8CC-9DE7-F133-7BF37ACC4A9B}"/>
              </a:ext>
            </a:extLst>
          </p:cNvPr>
          <p:cNvSpPr txBox="1">
            <a:spLocks/>
          </p:cNvSpPr>
          <p:nvPr/>
        </p:nvSpPr>
        <p:spPr>
          <a:xfrm>
            <a:off x="9279126" y="2260715"/>
            <a:ext cx="237312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Grafik 11">
            <a:extLst>
              <a:ext uri="{FF2B5EF4-FFF2-40B4-BE49-F238E27FC236}">
                <a16:creationId xmlns:a16="http://schemas.microsoft.com/office/drawing/2014/main" id="{F3D83B49-B4C0-FDC1-D11F-52F53571CA3D}"/>
              </a:ext>
            </a:extLst>
          </p:cNvPr>
          <p:cNvSpPr>
            <a:spLocks/>
          </p:cNvSpPr>
          <p:nvPr/>
        </p:nvSpPr>
        <p:spPr>
          <a:xfrm>
            <a:off x="3079280" y="1721637"/>
            <a:ext cx="207186" cy="351908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9" name="Grafik 11">
            <a:extLst>
              <a:ext uri="{FF2B5EF4-FFF2-40B4-BE49-F238E27FC236}">
                <a16:creationId xmlns:a16="http://schemas.microsoft.com/office/drawing/2014/main" id="{18619BB1-3343-EBC7-902E-153A879A1DF2}"/>
              </a:ext>
            </a:extLst>
          </p:cNvPr>
          <p:cNvSpPr>
            <a:spLocks/>
          </p:cNvSpPr>
          <p:nvPr/>
        </p:nvSpPr>
        <p:spPr>
          <a:xfrm>
            <a:off x="5992406" y="1721637"/>
            <a:ext cx="207186" cy="351908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50" name="Grafik 11">
            <a:extLst>
              <a:ext uri="{FF2B5EF4-FFF2-40B4-BE49-F238E27FC236}">
                <a16:creationId xmlns:a16="http://schemas.microsoft.com/office/drawing/2014/main" id="{4402EBA9-6360-CC46-E686-0CF5D4C33E32}"/>
              </a:ext>
            </a:extLst>
          </p:cNvPr>
          <p:cNvSpPr>
            <a:spLocks/>
          </p:cNvSpPr>
          <p:nvPr/>
        </p:nvSpPr>
        <p:spPr>
          <a:xfrm>
            <a:off x="8905531" y="1721637"/>
            <a:ext cx="207186" cy="351908"/>
          </a:xfrm>
          <a:custGeom>
            <a:avLst/>
            <a:gdLst>
              <a:gd name="connsiteX0" fmla="*/ 52352 w 347292"/>
              <a:gd name="connsiteY0" fmla="*/ 589882 h 589881"/>
              <a:gd name="connsiteX1" fmla="*/ 0 w 347292"/>
              <a:gd name="connsiteY1" fmla="*/ 537530 h 589881"/>
              <a:gd name="connsiteX2" fmla="*/ 242589 w 347292"/>
              <a:gd name="connsiteY2" fmla="*/ 294941 h 589881"/>
              <a:gd name="connsiteX3" fmla="*/ 0 w 347292"/>
              <a:gd name="connsiteY3" fmla="*/ 52352 h 589881"/>
              <a:gd name="connsiteX4" fmla="*/ 52352 w 347292"/>
              <a:gd name="connsiteY4" fmla="*/ 0 h 589881"/>
              <a:gd name="connsiteX5" fmla="*/ 347293 w 347292"/>
              <a:gd name="connsiteY5" fmla="*/ 294941 h 589881"/>
              <a:gd name="connsiteX6" fmla="*/ 52352 w 347292"/>
              <a:gd name="connsiteY6" fmla="*/ 589882 h 58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292" h="589881">
                <a:moveTo>
                  <a:pt x="52352" y="589882"/>
                </a:moveTo>
                <a:lnTo>
                  <a:pt x="0" y="537530"/>
                </a:lnTo>
                <a:lnTo>
                  <a:pt x="242589" y="294941"/>
                </a:lnTo>
                <a:lnTo>
                  <a:pt x="0" y="52352"/>
                </a:lnTo>
                <a:lnTo>
                  <a:pt x="52352" y="0"/>
                </a:lnTo>
                <a:lnTo>
                  <a:pt x="347293" y="294941"/>
                </a:lnTo>
                <a:lnTo>
                  <a:pt x="52352" y="589882"/>
                </a:lnTo>
                <a:close/>
              </a:path>
            </a:pathLst>
          </a:custGeom>
          <a:solidFill>
            <a:schemeClr val="tx2"/>
          </a:solidFill>
          <a:ln w="73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2249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2E3281C8-8ED5-1B41-046E-A35F450A47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3906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3281C8-8ED5-1B41-046E-A35F450A4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62300733-B6B9-05D8-3F8F-6DC80AFA627D}"/>
              </a:ext>
            </a:extLst>
          </p:cNvPr>
          <p:cNvSpPr>
            <a:spLocks/>
          </p:cNvSpPr>
          <p:nvPr/>
        </p:nvSpPr>
        <p:spPr>
          <a:xfrm>
            <a:off x="539748" y="1617663"/>
            <a:ext cx="4923206" cy="44275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BD154E-9740-463E-C963-4EE21F62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180D53-7B88-BFBC-1916-115E8CF591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53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5104AE7-E4A2-DB11-5A4F-A8B934C745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 err="1"/>
              <a:t>Keyfacts</a:t>
            </a:r>
            <a:endParaRPr lang="en-GB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E3ED97D-4B44-EFA6-BB0C-DA9992884FAF}"/>
              </a:ext>
            </a:extLst>
          </p:cNvPr>
          <p:cNvSpPr txBox="1">
            <a:spLocks/>
          </p:cNvSpPr>
          <p:nvPr/>
        </p:nvSpPr>
        <p:spPr>
          <a:xfrm>
            <a:off x="1109655" y="2382699"/>
            <a:ext cx="3783392" cy="12926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28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28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28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28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28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8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28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8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28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dirty="0">
              <a:solidFill>
                <a:schemeClr val="bg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225876D-EAC0-B716-F810-951F79F24397}"/>
              </a:ext>
            </a:extLst>
          </p:cNvPr>
          <p:cNvSpPr txBox="1">
            <a:spLocks/>
          </p:cNvSpPr>
          <p:nvPr/>
        </p:nvSpPr>
        <p:spPr>
          <a:xfrm>
            <a:off x="1109655" y="4293172"/>
            <a:ext cx="3783392" cy="961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Ut labore et dolore magna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diam. Lorem ipsum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diam.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0BDEB1F-68EA-ECBB-4379-EAC00B455A97}"/>
              </a:ext>
            </a:extLst>
          </p:cNvPr>
          <p:cNvSpPr txBox="1">
            <a:spLocks/>
          </p:cNvSpPr>
          <p:nvPr/>
        </p:nvSpPr>
        <p:spPr>
          <a:xfrm>
            <a:off x="1109655" y="2153280"/>
            <a:ext cx="3783392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 labore et dolore magna </a:t>
            </a:r>
            <a:r>
              <a:rPr lang="en-GB" sz="1200" b="1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2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b="1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2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b="1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diam.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1EE58AE-E915-5C39-8CBF-DC55B778D053}"/>
              </a:ext>
            </a:extLst>
          </p:cNvPr>
          <p:cNvSpPr txBox="1">
            <a:spLocks/>
          </p:cNvSpPr>
          <p:nvPr/>
        </p:nvSpPr>
        <p:spPr>
          <a:xfrm>
            <a:off x="5786677" y="4600949"/>
            <a:ext cx="2768508" cy="654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sz="16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6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DEAC4E6-67BE-B226-C1BF-8673EB8F95FA}"/>
              </a:ext>
            </a:extLst>
          </p:cNvPr>
          <p:cNvSpPr txBox="1">
            <a:spLocks/>
          </p:cNvSpPr>
          <p:nvPr/>
        </p:nvSpPr>
        <p:spPr>
          <a:xfrm>
            <a:off x="8879184" y="4600949"/>
            <a:ext cx="2768508" cy="654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sz="16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6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79A18EC-44B1-C76F-7500-98704DED0709}"/>
              </a:ext>
            </a:extLst>
          </p:cNvPr>
          <p:cNvSpPr txBox="1">
            <a:spLocks/>
          </p:cNvSpPr>
          <p:nvPr/>
        </p:nvSpPr>
        <p:spPr>
          <a:xfrm>
            <a:off x="5786677" y="2916894"/>
            <a:ext cx="2768508" cy="654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sz="16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6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064A027-3BB2-F36D-5C9D-6C5383A95C2A}"/>
              </a:ext>
            </a:extLst>
          </p:cNvPr>
          <p:cNvSpPr txBox="1">
            <a:spLocks/>
          </p:cNvSpPr>
          <p:nvPr/>
        </p:nvSpPr>
        <p:spPr>
          <a:xfrm>
            <a:off x="8879184" y="2916894"/>
            <a:ext cx="2768508" cy="654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sz="16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6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6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C650914F-B42B-F56E-C22F-81B7777C5D30}"/>
              </a:ext>
            </a:extLst>
          </p:cNvPr>
          <p:cNvGrpSpPr>
            <a:grpSpLocks/>
          </p:cNvGrpSpPr>
          <p:nvPr/>
        </p:nvGrpSpPr>
        <p:grpSpPr>
          <a:xfrm>
            <a:off x="5786676" y="2153280"/>
            <a:ext cx="682001" cy="682001"/>
            <a:chOff x="539750" y="2164948"/>
            <a:chExt cx="522436" cy="522436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F06D2370-379F-DB07-5BE9-A70CAD1D2CD6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7E1AB5A3-7CEE-5989-A0EB-392EE3D3F9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D640F95C-0ACD-B2B4-25BE-5B9D57B2FEDF}"/>
              </a:ext>
            </a:extLst>
          </p:cNvPr>
          <p:cNvGrpSpPr>
            <a:grpSpLocks/>
          </p:cNvGrpSpPr>
          <p:nvPr/>
        </p:nvGrpSpPr>
        <p:grpSpPr>
          <a:xfrm>
            <a:off x="5786676" y="3827219"/>
            <a:ext cx="682001" cy="682001"/>
            <a:chOff x="539750" y="2164948"/>
            <a:chExt cx="522436" cy="522436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E43B597C-86EA-3DC7-BF81-DA1CED90824D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38ABE26A-E17C-5E29-B528-F548CA8045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E727DB17-1479-1193-3BFD-A5A03E2AF5FB}"/>
              </a:ext>
            </a:extLst>
          </p:cNvPr>
          <p:cNvGrpSpPr>
            <a:grpSpLocks/>
          </p:cNvGrpSpPr>
          <p:nvPr/>
        </p:nvGrpSpPr>
        <p:grpSpPr>
          <a:xfrm>
            <a:off x="8879184" y="3827219"/>
            <a:ext cx="682001" cy="682001"/>
            <a:chOff x="539750" y="2164948"/>
            <a:chExt cx="522436" cy="522436"/>
          </a:xfrm>
        </p:grpSpPr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B0088263-374A-6542-1AA9-5C2DE2AD82C2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504B0740-4452-61FF-55EE-7EA53501C6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FB120627-892C-9365-0BB6-D0CD9B74DD9C}"/>
              </a:ext>
            </a:extLst>
          </p:cNvPr>
          <p:cNvGrpSpPr>
            <a:grpSpLocks/>
          </p:cNvGrpSpPr>
          <p:nvPr/>
        </p:nvGrpSpPr>
        <p:grpSpPr>
          <a:xfrm>
            <a:off x="8879184" y="2153280"/>
            <a:ext cx="682001" cy="682001"/>
            <a:chOff x="539750" y="2164948"/>
            <a:chExt cx="522436" cy="522436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A26FE725-A540-2A86-AD23-23D79FC6F717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2D981A79-66EC-78F6-726E-D3C143D1C4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66589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F7AF9EC-2F3A-191A-665B-1C65C9D23D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2493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F7AF9EC-2F3A-191A-665B-1C65C9D23D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DCDDA714-CCDD-47F3-0F04-2BA43B31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BC96EF-B76B-1F13-CCEE-EB909A4C7A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54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60C04C-2A1E-849C-1195-4BF80DCA32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Two boxes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E7278DB-9B23-D46E-B69A-AE86A423F863}"/>
              </a:ext>
            </a:extLst>
          </p:cNvPr>
          <p:cNvSpPr txBox="1">
            <a:spLocks/>
          </p:cNvSpPr>
          <p:nvPr/>
        </p:nvSpPr>
        <p:spPr>
          <a:xfrm>
            <a:off x="541653" y="1625705"/>
            <a:ext cx="9228348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b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 </a:t>
            </a: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Aenean </a:t>
            </a: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massa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D672C68-709F-DEC9-1263-46E599F763D2}"/>
              </a:ext>
            </a:extLst>
          </p:cNvPr>
          <p:cNvSpPr txBox="1">
            <a:spLocks/>
          </p:cNvSpPr>
          <p:nvPr/>
        </p:nvSpPr>
        <p:spPr>
          <a:xfrm>
            <a:off x="538164" y="2431703"/>
            <a:ext cx="5466840" cy="2786226"/>
          </a:xfrm>
          <a:prstGeom prst="rect">
            <a:avLst/>
          </a:prstGeom>
          <a:solidFill>
            <a:srgbClr val="00AEEF"/>
          </a:solidFill>
        </p:spPr>
        <p:txBody>
          <a:bodyPr wrap="square" lIns="180000" tIns="540000" rIns="144000" bIns="360000" rtlCol="0">
            <a:noAutofit/>
          </a:bodyPr>
          <a:lstStyle/>
          <a:p>
            <a:pPr defTabSz="361950">
              <a:spcAft>
                <a:spcPts val="600"/>
              </a:spcAft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0000" marR="0" lvl="0" indent="-180000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marR="0" lvl="0" indent="-1800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0000" lvl="0" indent="-180000"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lvl="0" indent="-18000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A03786EB-F1DA-27F4-1A95-E44A781D9E9C}"/>
              </a:ext>
            </a:extLst>
          </p:cNvPr>
          <p:cNvSpPr txBox="1">
            <a:spLocks/>
          </p:cNvSpPr>
          <p:nvPr/>
        </p:nvSpPr>
        <p:spPr>
          <a:xfrm>
            <a:off x="6185410" y="2431703"/>
            <a:ext cx="5466840" cy="2786226"/>
          </a:xfrm>
          <a:prstGeom prst="rect">
            <a:avLst/>
          </a:prstGeom>
          <a:solidFill>
            <a:schemeClr val="tx2"/>
          </a:solidFill>
        </p:spPr>
        <p:txBody>
          <a:bodyPr wrap="square" lIns="180000" tIns="540000" rIns="144000" bIns="360000" rtlCol="0">
            <a:noAutofit/>
          </a:bodyPr>
          <a:lstStyle/>
          <a:p>
            <a:pPr defTabSz="361950">
              <a:spcAft>
                <a:spcPts val="600"/>
              </a:spcAft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  <a:p>
            <a:pPr lvl="0">
              <a:spcAft>
                <a:spcPts val="30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30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lvl="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lvl="0" indent="-1800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9DAB852-FE9D-A9A9-3BEE-D6172C649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37143" y="2516373"/>
            <a:ext cx="630437" cy="63043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ED3DFE6-1E2A-0DF8-19CB-07C05368A7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9897" y="2516373"/>
            <a:ext cx="630437" cy="63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409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F4615-2D31-D3F9-F489-B0274956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A20C45B3-958F-FB9F-7B42-8582CDED500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1230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0C45B3-958F-FB9F-7B42-8582CDED50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D8E14E3F-236E-115A-5FBF-4B418385F415}"/>
              </a:ext>
            </a:extLst>
          </p:cNvPr>
          <p:cNvSpPr txBox="1">
            <a:spLocks/>
          </p:cNvSpPr>
          <p:nvPr/>
        </p:nvSpPr>
        <p:spPr>
          <a:xfrm>
            <a:off x="541653" y="1625705"/>
            <a:ext cx="922834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b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Aenean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massa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9658CBDA-00E9-5535-7EBD-ABD2773B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954DE2-1A4B-7CE3-5458-071C0DD82A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55</a:t>
            </a:fld>
            <a:endParaRPr lang="en-GB" dirty="0"/>
          </a:p>
        </p:txBody>
      </p:sp>
      <p:sp>
        <p:nvSpPr>
          <p:cNvPr id="34" name="Textplatzhalter 4">
            <a:extLst>
              <a:ext uri="{FF2B5EF4-FFF2-40B4-BE49-F238E27FC236}">
                <a16:creationId xmlns:a16="http://schemas.microsoft.com/office/drawing/2014/main" id="{9D38CFED-9A45-9159-8741-D25A5E2C50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Four boxes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A865526-2510-DDEB-4807-C0EA725612B5}"/>
              </a:ext>
            </a:extLst>
          </p:cNvPr>
          <p:cNvSpPr txBox="1">
            <a:spLocks/>
          </p:cNvSpPr>
          <p:nvPr/>
        </p:nvSpPr>
        <p:spPr>
          <a:xfrm>
            <a:off x="538163" y="2431703"/>
            <a:ext cx="2643217" cy="2786226"/>
          </a:xfrm>
          <a:prstGeom prst="rect">
            <a:avLst/>
          </a:prstGeom>
          <a:solidFill>
            <a:srgbClr val="00AEEF"/>
          </a:solidFill>
        </p:spPr>
        <p:txBody>
          <a:bodyPr wrap="square" lIns="180000" tIns="540000" rIns="144000" bIns="360000" rtlCol="0">
            <a:noAutofit/>
          </a:bodyPr>
          <a:lstStyle/>
          <a:p>
            <a:pPr defTabSz="361950">
              <a:spcAft>
                <a:spcPts val="600"/>
              </a:spcAft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  <a:p>
            <a:pPr defTabSz="361950">
              <a:spcAft>
                <a:spcPts val="300"/>
              </a:spcAft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elit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. Aenean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commodo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ligula.</a:t>
            </a:r>
          </a:p>
          <a:p>
            <a:pPr defTabSz="361950">
              <a:spcAft>
                <a:spcPts val="300"/>
              </a:spcAft>
            </a:pPr>
            <a:endParaRPr lang="en-GB" sz="1400" dirty="0">
              <a:solidFill>
                <a:schemeClr val="bg1"/>
              </a:solidFill>
              <a:latin typeface="Arial" panose="020B0604020202020204" pitchFamily="34" charset="0"/>
              <a:ea typeface="PP Neue Montreal SemiBold" panose="00000700000000000000" pitchFamily="2" charset="0"/>
              <a:cs typeface="Arial" panose="020B0604020202020204" pitchFamily="34" charset="0"/>
            </a:endParaRPr>
          </a:p>
          <a:p>
            <a:pPr defTabSz="361950">
              <a:spcAft>
                <a:spcPts val="300"/>
              </a:spcAft>
            </a:pPr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Lorem ipsum </a:t>
            </a:r>
            <a:r>
              <a:rPr lang="en-GB" sz="1400" b="1" dirty="0" err="1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dolor</a:t>
            </a:r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 sit </a:t>
            </a:r>
            <a:r>
              <a:rPr lang="en-GB" sz="1400" b="1" dirty="0" err="1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amet</a:t>
            </a:r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, </a:t>
            </a:r>
            <a:r>
              <a:rPr lang="en-GB" sz="1400" b="1" dirty="0" err="1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consectetuer</a:t>
            </a:r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8E0278F-56B9-0395-A975-CD0ECD5AD8F5}"/>
              </a:ext>
            </a:extLst>
          </p:cNvPr>
          <p:cNvSpPr txBox="1">
            <a:spLocks/>
          </p:cNvSpPr>
          <p:nvPr/>
        </p:nvSpPr>
        <p:spPr>
          <a:xfrm>
            <a:off x="3361786" y="2431703"/>
            <a:ext cx="2643217" cy="2786226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540000" rIns="144000" bIns="360000" rtlCol="0">
            <a:noAutofit/>
          </a:bodyPr>
          <a:lstStyle/>
          <a:p>
            <a:pPr defTabSz="361950">
              <a:spcAft>
                <a:spcPts val="6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elit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. Aenean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commodo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ligula.</a:t>
            </a: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PP Neue Montreal SemiBold" panose="00000700000000000000" pitchFamily="2" charset="0"/>
              <a:cs typeface="Arial" panose="020B0604020202020204" pitchFamily="34" charset="0"/>
            </a:endParaRP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dolor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 sit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amet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,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consectetuer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EB4AD0F-254A-B53D-7F93-02D8CDF4D3FC}"/>
              </a:ext>
            </a:extLst>
          </p:cNvPr>
          <p:cNvSpPr txBox="1">
            <a:spLocks/>
          </p:cNvSpPr>
          <p:nvPr/>
        </p:nvSpPr>
        <p:spPr>
          <a:xfrm>
            <a:off x="6185409" y="2431703"/>
            <a:ext cx="2643217" cy="2786226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540000" rIns="144000" bIns="360000" rtlCol="0">
            <a:noAutofit/>
          </a:bodyPr>
          <a:lstStyle/>
          <a:p>
            <a:pPr defTabSz="361950">
              <a:spcAft>
                <a:spcPts val="6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elit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. Aenean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commodo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ligula.</a:t>
            </a: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B1F41"/>
              </a:solidFill>
              <a:effectLst/>
              <a:uLnTx/>
              <a:uFillTx/>
              <a:latin typeface="Arial" panose="020B0604020202020204" pitchFamily="34" charset="0"/>
              <a:ea typeface="PP Neue Montreal SemiBold" panose="00000700000000000000" pitchFamily="2" charset="0"/>
              <a:cs typeface="Arial" panose="020B0604020202020204" pitchFamily="34" charset="0"/>
            </a:endParaRP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dolor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 sit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amet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,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consectetuer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3C45835-D3A6-087A-335D-B5A48D820CF0}"/>
              </a:ext>
            </a:extLst>
          </p:cNvPr>
          <p:cNvSpPr txBox="1">
            <a:spLocks/>
          </p:cNvSpPr>
          <p:nvPr/>
        </p:nvSpPr>
        <p:spPr>
          <a:xfrm>
            <a:off x="9009033" y="2431703"/>
            <a:ext cx="2643217" cy="2786226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540000" rIns="144000" bIns="360000" rtlCol="0">
            <a:noAutofit/>
          </a:bodyPr>
          <a:lstStyle/>
          <a:p>
            <a:pPr defTabSz="361950">
              <a:spcAft>
                <a:spcPts val="6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elit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. Aenean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commodo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ligula.</a:t>
            </a: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B1F41"/>
              </a:solidFill>
              <a:effectLst/>
              <a:uLnTx/>
              <a:uFillTx/>
              <a:latin typeface="Arial" panose="020B0604020202020204" pitchFamily="34" charset="0"/>
              <a:ea typeface="PP Neue Montreal SemiBold" panose="00000700000000000000" pitchFamily="2" charset="0"/>
              <a:cs typeface="Arial" panose="020B0604020202020204" pitchFamily="34" charset="0"/>
            </a:endParaRP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dolor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 sit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amet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,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consectetuer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B1F4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EF2E56E-F966-9E75-2B86-6338BCA089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9897" y="2516373"/>
            <a:ext cx="630437" cy="63043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CDF344C-994F-64D5-11C3-5F26F87513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3519" y="2516373"/>
            <a:ext cx="630437" cy="63043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0F10733-6209-7F88-B075-92FC397FE4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6273" y="2516373"/>
            <a:ext cx="630437" cy="63043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E51CD8A-D823-28C8-57C6-56AC827DFA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37143" y="2516373"/>
            <a:ext cx="630437" cy="63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821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421C9-D14E-A7DE-1016-81906CE56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FF0E4CF1-1A6B-0528-332E-794B08344F3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2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0E4CF1-1A6B-0528-332E-794B08344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2C196550-D69E-8967-8E61-394FFC876F88}"/>
              </a:ext>
            </a:extLst>
          </p:cNvPr>
          <p:cNvSpPr txBox="1">
            <a:spLocks/>
          </p:cNvSpPr>
          <p:nvPr/>
        </p:nvSpPr>
        <p:spPr>
          <a:xfrm>
            <a:off x="541653" y="1625705"/>
            <a:ext cx="922834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b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Aenean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massa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A520585-26FD-DEDC-42A5-81E3E02F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BC74E5-2C84-69EC-0EAD-93F9919B28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56</a:t>
            </a:fld>
            <a:endParaRPr lang="en-GB" dirty="0"/>
          </a:p>
        </p:txBody>
      </p:sp>
      <p:sp>
        <p:nvSpPr>
          <p:cNvPr id="34" name="Textplatzhalter 4">
            <a:extLst>
              <a:ext uri="{FF2B5EF4-FFF2-40B4-BE49-F238E27FC236}">
                <a16:creationId xmlns:a16="http://schemas.microsoft.com/office/drawing/2014/main" id="{056609F0-9520-E970-EEDA-B1729E580F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Four boxes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8450833-7F20-6343-59D0-C17D59C3E81F}"/>
              </a:ext>
            </a:extLst>
          </p:cNvPr>
          <p:cNvSpPr txBox="1">
            <a:spLocks/>
          </p:cNvSpPr>
          <p:nvPr/>
        </p:nvSpPr>
        <p:spPr>
          <a:xfrm>
            <a:off x="538163" y="2431703"/>
            <a:ext cx="2643217" cy="2786226"/>
          </a:xfrm>
          <a:prstGeom prst="rect">
            <a:avLst/>
          </a:prstGeom>
          <a:solidFill>
            <a:srgbClr val="243754"/>
          </a:solidFill>
          <a:ln>
            <a:solidFill>
              <a:srgbClr val="243754"/>
            </a:solidFill>
          </a:ln>
        </p:spPr>
        <p:txBody>
          <a:bodyPr wrap="square" lIns="180000" tIns="540000" rIns="144000" bIns="360000" rtlCol="0">
            <a:noAutofit/>
          </a:bodyPr>
          <a:lstStyle/>
          <a:p>
            <a:pPr defTabSz="361950">
              <a:spcAft>
                <a:spcPts val="600"/>
              </a:spcAft>
            </a:pPr>
            <a:r>
              <a:rPr lang="en-GB" dirty="0">
                <a:solidFill>
                  <a:srgbClr val="00B0F0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  <a:p>
            <a:pPr defTabSz="361950">
              <a:spcAft>
                <a:spcPts val="300"/>
              </a:spcAft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elit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. Aenean </a:t>
            </a:r>
            <a:r>
              <a:rPr lang="en-GB" sz="1400" dirty="0" err="1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commodo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ligula.</a:t>
            </a:r>
          </a:p>
          <a:p>
            <a:pPr defTabSz="361950">
              <a:spcAft>
                <a:spcPts val="300"/>
              </a:spcAft>
            </a:pPr>
            <a:endParaRPr lang="en-GB" sz="1400" dirty="0">
              <a:solidFill>
                <a:schemeClr val="bg1"/>
              </a:solidFill>
              <a:latin typeface="Arial" panose="020B0604020202020204" pitchFamily="34" charset="0"/>
              <a:ea typeface="PP Neue Montreal SemiBold" panose="00000700000000000000" pitchFamily="2" charset="0"/>
              <a:cs typeface="Arial" panose="020B0604020202020204" pitchFamily="34" charset="0"/>
            </a:endParaRPr>
          </a:p>
          <a:p>
            <a:pPr defTabSz="361950">
              <a:spcAft>
                <a:spcPts val="300"/>
              </a:spcAft>
            </a:pPr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Lorem ipsum </a:t>
            </a:r>
            <a:r>
              <a:rPr lang="en-GB" sz="1400" b="1" dirty="0" err="1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dolor</a:t>
            </a:r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 sit </a:t>
            </a:r>
            <a:r>
              <a:rPr lang="en-GB" sz="1400" b="1" dirty="0" err="1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amet</a:t>
            </a:r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, </a:t>
            </a:r>
            <a:r>
              <a:rPr lang="en-GB" sz="1400" b="1" dirty="0" err="1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consectetuer</a:t>
            </a:r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23A2D3E-1924-8742-F161-1FF52228F97A}"/>
              </a:ext>
            </a:extLst>
          </p:cNvPr>
          <p:cNvSpPr txBox="1">
            <a:spLocks/>
          </p:cNvSpPr>
          <p:nvPr/>
        </p:nvSpPr>
        <p:spPr>
          <a:xfrm>
            <a:off x="3361786" y="2431703"/>
            <a:ext cx="2643217" cy="2786226"/>
          </a:xfrm>
          <a:prstGeom prst="rect">
            <a:avLst/>
          </a:prstGeom>
          <a:solidFill>
            <a:srgbClr val="243754"/>
          </a:solidFill>
          <a:ln>
            <a:solidFill>
              <a:srgbClr val="243754"/>
            </a:solidFill>
          </a:ln>
        </p:spPr>
        <p:txBody>
          <a:bodyPr wrap="square" lIns="180000" tIns="540000" rIns="144000" bIns="360000" rtlCol="0">
            <a:noAutofit/>
          </a:bodyPr>
          <a:lstStyle/>
          <a:p>
            <a:pPr defTabSz="361950">
              <a:spcAft>
                <a:spcPts val="6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elit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. Aenean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commodo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ligula.</a:t>
            </a: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PP Neue Montreal SemiBold" panose="00000700000000000000" pitchFamily="2" charset="0"/>
              <a:cs typeface="Arial" panose="020B0604020202020204" pitchFamily="34" charset="0"/>
            </a:endParaRP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dolor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 sit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amet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,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consectetuer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2EBABA9-A812-A8D9-7AE8-DB475F64260D}"/>
              </a:ext>
            </a:extLst>
          </p:cNvPr>
          <p:cNvSpPr txBox="1">
            <a:spLocks/>
          </p:cNvSpPr>
          <p:nvPr/>
        </p:nvSpPr>
        <p:spPr>
          <a:xfrm>
            <a:off x="6185409" y="2431703"/>
            <a:ext cx="2643217" cy="2786226"/>
          </a:xfrm>
          <a:prstGeom prst="rect">
            <a:avLst/>
          </a:prstGeom>
          <a:solidFill>
            <a:srgbClr val="243754"/>
          </a:solidFill>
          <a:ln>
            <a:solidFill>
              <a:srgbClr val="243754"/>
            </a:solidFill>
          </a:ln>
        </p:spPr>
        <p:txBody>
          <a:bodyPr wrap="square" lIns="180000" tIns="540000" rIns="144000" bIns="360000" rtlCol="0">
            <a:noAutofit/>
          </a:bodyPr>
          <a:lstStyle/>
          <a:p>
            <a:pPr defTabSz="361950">
              <a:spcAft>
                <a:spcPts val="6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elit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. Aenean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commodo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ligula.</a:t>
            </a: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PP Neue Montreal SemiBold" panose="00000700000000000000" pitchFamily="2" charset="0"/>
              <a:cs typeface="Arial" panose="020B0604020202020204" pitchFamily="34" charset="0"/>
            </a:endParaRP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dolor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 sit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amet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,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consectetuer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C7156B6-372F-7601-03CC-50005BD79377}"/>
              </a:ext>
            </a:extLst>
          </p:cNvPr>
          <p:cNvSpPr txBox="1">
            <a:spLocks/>
          </p:cNvSpPr>
          <p:nvPr/>
        </p:nvSpPr>
        <p:spPr>
          <a:xfrm>
            <a:off x="9009033" y="2431703"/>
            <a:ext cx="2643217" cy="2786226"/>
          </a:xfrm>
          <a:prstGeom prst="rect">
            <a:avLst/>
          </a:prstGeom>
          <a:solidFill>
            <a:srgbClr val="243754"/>
          </a:solidFill>
          <a:ln>
            <a:solidFill>
              <a:srgbClr val="243754"/>
            </a:solidFill>
          </a:ln>
        </p:spPr>
        <p:txBody>
          <a:bodyPr wrap="square" lIns="180000" tIns="540000" rIns="144000" bIns="360000" rtlCol="0">
            <a:noAutofit/>
          </a:bodyPr>
          <a:lstStyle/>
          <a:p>
            <a:pPr defTabSz="361950">
              <a:spcAft>
                <a:spcPts val="600"/>
              </a:spcAft>
            </a:pPr>
            <a:r>
              <a:rPr lang="en-GB" dirty="0">
                <a:solidFill>
                  <a:schemeClr val="accent2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consectetuer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adipiscing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elit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. Aenean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commodo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ligula.</a:t>
            </a: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PP Neue Montreal SemiBold" panose="00000700000000000000" pitchFamily="2" charset="0"/>
              <a:cs typeface="Arial" panose="020B0604020202020204" pitchFamily="34" charset="0"/>
            </a:endParaRPr>
          </a:p>
          <a:p>
            <a:pPr marL="0" marR="0" lvl="0" indent="0" algn="l" defTabSz="361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dolor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 sit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amet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,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consectetuer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PP Neue Montreal SemiBold" panose="00000700000000000000" pitchFamily="2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1773C26-799B-2A33-D635-69EE6CA894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9897" y="2516373"/>
            <a:ext cx="630437" cy="63043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3F53E0A-38FD-9C9D-07CA-524D8ACB53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3519" y="2516373"/>
            <a:ext cx="630437" cy="63043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887C13F-1071-D4B7-AC8B-2976FD5F87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6273" y="2516373"/>
            <a:ext cx="630437" cy="63043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B07C537-4628-809E-A2DF-8C630B51F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37143" y="2516373"/>
            <a:ext cx="630437" cy="63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048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A8D6A-BE97-7087-8212-090BA5E7F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1F2400F-19B1-8755-B9AF-7A954EDBFA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9195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F2400F-19B1-8755-B9AF-7A954EDBF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2D240CD3-CFC4-07D0-FF2C-64F88A077638}"/>
              </a:ext>
            </a:extLst>
          </p:cNvPr>
          <p:cNvSpPr txBox="1">
            <a:spLocks/>
          </p:cNvSpPr>
          <p:nvPr/>
        </p:nvSpPr>
        <p:spPr>
          <a:xfrm>
            <a:off x="538164" y="1625705"/>
            <a:ext cx="1111059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longer, like in this formidable example,</a:t>
            </a:r>
          </a:p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could also use this space for the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70AF737-DE9D-489B-4DE7-BF8B61A2F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02 Collums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17D83363-2064-E46C-4078-710E53BC8A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57</a:t>
            </a:fld>
            <a:endParaRPr lang="en-GB" dirty="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951AA787-78D7-5265-E20E-3B2DC88A12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With Icons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7744EC9-76C0-72ED-9911-E0D2F9F210B9}"/>
              </a:ext>
            </a:extLst>
          </p:cNvPr>
          <p:cNvSpPr txBox="1">
            <a:spLocks/>
          </p:cNvSpPr>
          <p:nvPr/>
        </p:nvSpPr>
        <p:spPr>
          <a:xfrm>
            <a:off x="538164" y="3466984"/>
            <a:ext cx="5377042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690C0AAE-9412-E6E8-D29D-59C53BD9219D}"/>
              </a:ext>
            </a:extLst>
          </p:cNvPr>
          <p:cNvSpPr txBox="1">
            <a:spLocks/>
          </p:cNvSpPr>
          <p:nvPr/>
        </p:nvSpPr>
        <p:spPr>
          <a:xfrm>
            <a:off x="538164" y="3851983"/>
            <a:ext cx="5377042" cy="6309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A9449BA-458C-B983-157E-EC3B34982445}"/>
              </a:ext>
            </a:extLst>
          </p:cNvPr>
          <p:cNvSpPr txBox="1">
            <a:spLocks/>
          </p:cNvSpPr>
          <p:nvPr/>
        </p:nvSpPr>
        <p:spPr>
          <a:xfrm>
            <a:off x="6275206" y="3466984"/>
            <a:ext cx="5377042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2282A02-2091-F935-8C5B-58624D421B1C}"/>
              </a:ext>
            </a:extLst>
          </p:cNvPr>
          <p:cNvSpPr txBox="1">
            <a:spLocks/>
          </p:cNvSpPr>
          <p:nvPr/>
        </p:nvSpPr>
        <p:spPr>
          <a:xfrm>
            <a:off x="6275206" y="3851983"/>
            <a:ext cx="5377042" cy="6309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DC75E347-3533-F67B-B2E8-E88904100472}"/>
              </a:ext>
            </a:extLst>
          </p:cNvPr>
          <p:cNvGrpSpPr>
            <a:grpSpLocks/>
          </p:cNvGrpSpPr>
          <p:nvPr/>
        </p:nvGrpSpPr>
        <p:grpSpPr>
          <a:xfrm>
            <a:off x="538164" y="2359703"/>
            <a:ext cx="927284" cy="927281"/>
            <a:chOff x="539750" y="2164948"/>
            <a:chExt cx="522436" cy="522436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180753B8-C565-F726-4230-D9D45651F879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C9C5815A-DDCE-6252-7C18-1129AADCDC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633D5517-5966-741C-A527-263995C51B68}"/>
              </a:ext>
            </a:extLst>
          </p:cNvPr>
          <p:cNvGrpSpPr>
            <a:grpSpLocks/>
          </p:cNvGrpSpPr>
          <p:nvPr/>
        </p:nvGrpSpPr>
        <p:grpSpPr>
          <a:xfrm>
            <a:off x="6275207" y="2359703"/>
            <a:ext cx="927284" cy="927281"/>
            <a:chOff x="539750" y="2164948"/>
            <a:chExt cx="522436" cy="522436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700E9D01-627E-91EF-494D-9C9EAD9D1A18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3BC9B3F6-79EB-66D1-1C64-D8688B8103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97954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9842A-E195-DD09-4702-84FCEDF0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34DC28AB-B653-5352-7FA1-CABA1CF111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7448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DC28AB-B653-5352-7FA1-CABA1CF11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667058EB-6E30-90CC-E4A8-4AA9F4DC8947}"/>
              </a:ext>
            </a:extLst>
          </p:cNvPr>
          <p:cNvSpPr txBox="1">
            <a:spLocks/>
          </p:cNvSpPr>
          <p:nvPr/>
        </p:nvSpPr>
        <p:spPr>
          <a:xfrm>
            <a:off x="538164" y="1625705"/>
            <a:ext cx="1111059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longer, like in this formidable example,</a:t>
            </a:r>
          </a:p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could also use this space for the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2EDF72D-14B9-4F21-C2CF-D95A0A520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03 Collums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0F41B38F-E2D5-3588-0E67-4D8108B4FC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58</a:t>
            </a:fld>
            <a:endParaRPr lang="en-GB" dirty="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74A55FDC-40E9-00CA-03B8-995EF61687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With Icons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D07D4DD-313B-E4B3-C575-4FE9C9663A17}"/>
              </a:ext>
            </a:extLst>
          </p:cNvPr>
          <p:cNvSpPr txBox="1">
            <a:spLocks/>
          </p:cNvSpPr>
          <p:nvPr/>
        </p:nvSpPr>
        <p:spPr>
          <a:xfrm>
            <a:off x="538164" y="3466984"/>
            <a:ext cx="3464695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0D7EB5C-3F62-680C-32FD-5352AA6FCA89}"/>
              </a:ext>
            </a:extLst>
          </p:cNvPr>
          <p:cNvSpPr txBox="1">
            <a:spLocks/>
          </p:cNvSpPr>
          <p:nvPr/>
        </p:nvSpPr>
        <p:spPr>
          <a:xfrm>
            <a:off x="4362859" y="3466984"/>
            <a:ext cx="3464695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1D551A80-E56E-ED54-95E8-A02411800D8F}"/>
              </a:ext>
            </a:extLst>
          </p:cNvPr>
          <p:cNvSpPr txBox="1">
            <a:spLocks/>
          </p:cNvSpPr>
          <p:nvPr/>
        </p:nvSpPr>
        <p:spPr>
          <a:xfrm>
            <a:off x="8187555" y="3466984"/>
            <a:ext cx="3464695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79AB8056-88B3-1C41-382D-C7ECB2E10BF3}"/>
              </a:ext>
            </a:extLst>
          </p:cNvPr>
          <p:cNvSpPr txBox="1">
            <a:spLocks/>
          </p:cNvSpPr>
          <p:nvPr/>
        </p:nvSpPr>
        <p:spPr>
          <a:xfrm>
            <a:off x="538164" y="3851983"/>
            <a:ext cx="3464695" cy="118494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32AB2CC9-6573-2166-D177-5A6BCD8E4D62}"/>
              </a:ext>
            </a:extLst>
          </p:cNvPr>
          <p:cNvSpPr txBox="1">
            <a:spLocks/>
          </p:cNvSpPr>
          <p:nvPr/>
        </p:nvSpPr>
        <p:spPr>
          <a:xfrm>
            <a:off x="4362859" y="3851983"/>
            <a:ext cx="3464695" cy="118494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DD154EC7-0F20-684A-6D67-48E935239114}"/>
              </a:ext>
            </a:extLst>
          </p:cNvPr>
          <p:cNvSpPr txBox="1">
            <a:spLocks/>
          </p:cNvSpPr>
          <p:nvPr/>
        </p:nvSpPr>
        <p:spPr>
          <a:xfrm>
            <a:off x="8187555" y="3851983"/>
            <a:ext cx="3464695" cy="118494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DF25BA00-8C7C-10A2-780E-47375CACCA24}"/>
              </a:ext>
            </a:extLst>
          </p:cNvPr>
          <p:cNvGrpSpPr>
            <a:grpSpLocks/>
          </p:cNvGrpSpPr>
          <p:nvPr/>
        </p:nvGrpSpPr>
        <p:grpSpPr>
          <a:xfrm>
            <a:off x="538164" y="2359703"/>
            <a:ext cx="927284" cy="927281"/>
            <a:chOff x="539750" y="2164948"/>
            <a:chExt cx="522436" cy="522436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F87644D0-B6D4-E8AA-2E52-79B889B6CCF2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D4F5634F-3CA8-2FCF-1C2E-BF17A8F5F2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317481C0-3449-3F9F-CAD5-147E5A8764A6}"/>
              </a:ext>
            </a:extLst>
          </p:cNvPr>
          <p:cNvGrpSpPr>
            <a:grpSpLocks/>
          </p:cNvGrpSpPr>
          <p:nvPr/>
        </p:nvGrpSpPr>
        <p:grpSpPr>
          <a:xfrm>
            <a:off x="4362859" y="2359703"/>
            <a:ext cx="927284" cy="927281"/>
            <a:chOff x="539750" y="2164948"/>
            <a:chExt cx="522436" cy="522436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2B63D7DE-D5DE-C2E0-5E73-5BBAB77E8041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8863A924-1546-F867-20B0-32D98CD353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4595CA15-7D75-60CF-51DB-7484055C1D23}"/>
              </a:ext>
            </a:extLst>
          </p:cNvPr>
          <p:cNvGrpSpPr>
            <a:grpSpLocks/>
          </p:cNvGrpSpPr>
          <p:nvPr/>
        </p:nvGrpSpPr>
        <p:grpSpPr>
          <a:xfrm>
            <a:off x="8187555" y="2359703"/>
            <a:ext cx="927284" cy="927281"/>
            <a:chOff x="539750" y="2164948"/>
            <a:chExt cx="522436" cy="522436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52035F57-D72B-2A73-A706-535B7059FF6E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7ACEBF69-2AE3-10D6-54E3-EE0F8DE73F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03248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C6D50-108B-7A93-C273-DAC2E066A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C92AC9E-0813-EB36-3347-CB79759FAD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66584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92AC9E-0813-EB36-3347-CB79759FAD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87042C30-2ACF-DF05-7212-9C0A3D35943A}"/>
              </a:ext>
            </a:extLst>
          </p:cNvPr>
          <p:cNvSpPr txBox="1">
            <a:spLocks/>
          </p:cNvSpPr>
          <p:nvPr/>
        </p:nvSpPr>
        <p:spPr>
          <a:xfrm>
            <a:off x="538164" y="1625705"/>
            <a:ext cx="1111059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longer, like in this formidable example,</a:t>
            </a:r>
          </a:p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could also use this space for the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74C5C06-8930-0C49-8731-F9AA14245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04 Collums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3B3021CD-5B4D-571C-0767-2DC9CDA233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59</a:t>
            </a:fld>
            <a:endParaRPr lang="en-GB" dirty="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9979B1EA-0F14-B8BD-9D0A-019BD9C58B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With Icons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9F786C0-88AC-3E2C-1B01-26D191D642BB}"/>
              </a:ext>
            </a:extLst>
          </p:cNvPr>
          <p:cNvSpPr txBox="1">
            <a:spLocks/>
          </p:cNvSpPr>
          <p:nvPr/>
        </p:nvSpPr>
        <p:spPr>
          <a:xfrm>
            <a:off x="538164" y="3466984"/>
            <a:ext cx="2508521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0E549CB-0585-1AFF-E936-9DA29B7B6665}"/>
              </a:ext>
            </a:extLst>
          </p:cNvPr>
          <p:cNvSpPr txBox="1">
            <a:spLocks/>
          </p:cNvSpPr>
          <p:nvPr/>
        </p:nvSpPr>
        <p:spPr>
          <a:xfrm>
            <a:off x="3406685" y="3466984"/>
            <a:ext cx="2508521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21123E89-BEF7-F3C2-BA24-43AE06D9DCA8}"/>
              </a:ext>
            </a:extLst>
          </p:cNvPr>
          <p:cNvSpPr txBox="1">
            <a:spLocks/>
          </p:cNvSpPr>
          <p:nvPr/>
        </p:nvSpPr>
        <p:spPr>
          <a:xfrm>
            <a:off x="9143729" y="3466984"/>
            <a:ext cx="2508521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D5C3A8E8-8F00-2410-9AF0-282DA2CE14F0}"/>
              </a:ext>
            </a:extLst>
          </p:cNvPr>
          <p:cNvSpPr txBox="1">
            <a:spLocks/>
          </p:cNvSpPr>
          <p:nvPr/>
        </p:nvSpPr>
        <p:spPr>
          <a:xfrm>
            <a:off x="538164" y="3851983"/>
            <a:ext cx="2508521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F919D01B-EBFE-E804-6B3D-DE1D06D2C8FF}"/>
              </a:ext>
            </a:extLst>
          </p:cNvPr>
          <p:cNvSpPr txBox="1">
            <a:spLocks/>
          </p:cNvSpPr>
          <p:nvPr/>
        </p:nvSpPr>
        <p:spPr>
          <a:xfrm>
            <a:off x="3406685" y="3851983"/>
            <a:ext cx="2508521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974D724-875E-8CE8-C04E-45002866E92F}"/>
              </a:ext>
            </a:extLst>
          </p:cNvPr>
          <p:cNvSpPr txBox="1">
            <a:spLocks/>
          </p:cNvSpPr>
          <p:nvPr/>
        </p:nvSpPr>
        <p:spPr>
          <a:xfrm>
            <a:off x="9143729" y="3851983"/>
            <a:ext cx="2508521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F6829DF-0756-9C26-04B3-667086AA4333}"/>
              </a:ext>
            </a:extLst>
          </p:cNvPr>
          <p:cNvSpPr txBox="1">
            <a:spLocks/>
          </p:cNvSpPr>
          <p:nvPr/>
        </p:nvSpPr>
        <p:spPr>
          <a:xfrm>
            <a:off x="6275207" y="3466984"/>
            <a:ext cx="2508521" cy="276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4D500CA-C193-722D-AA7F-DC19BC67A68C}"/>
              </a:ext>
            </a:extLst>
          </p:cNvPr>
          <p:cNvSpPr txBox="1">
            <a:spLocks/>
          </p:cNvSpPr>
          <p:nvPr/>
        </p:nvSpPr>
        <p:spPr>
          <a:xfrm>
            <a:off x="6275207" y="3851983"/>
            <a:ext cx="2508521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2ECB83E-5CBD-54B2-EAD6-CEC1C08A6FCD}"/>
              </a:ext>
            </a:extLst>
          </p:cNvPr>
          <p:cNvGrpSpPr>
            <a:grpSpLocks/>
          </p:cNvGrpSpPr>
          <p:nvPr/>
        </p:nvGrpSpPr>
        <p:grpSpPr>
          <a:xfrm>
            <a:off x="538164" y="2359703"/>
            <a:ext cx="927284" cy="927281"/>
            <a:chOff x="539750" y="2164948"/>
            <a:chExt cx="522436" cy="522436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EB31BA58-91FA-E426-4254-D67044F87656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79B27B3A-7B21-FB66-51DD-5D2BB2AA2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F76589F-342A-7960-8212-743C32A68186}"/>
              </a:ext>
            </a:extLst>
          </p:cNvPr>
          <p:cNvGrpSpPr>
            <a:grpSpLocks/>
          </p:cNvGrpSpPr>
          <p:nvPr/>
        </p:nvGrpSpPr>
        <p:grpSpPr>
          <a:xfrm>
            <a:off x="3406685" y="2359703"/>
            <a:ext cx="927284" cy="927281"/>
            <a:chOff x="539750" y="2164948"/>
            <a:chExt cx="522436" cy="522436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50E34EC2-8E3E-073A-D019-78B4BFDCFF00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FA90EC7F-F991-00D1-60BA-7B9F7F7F29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842DFB7-3E69-8024-F973-01F4CA907801}"/>
              </a:ext>
            </a:extLst>
          </p:cNvPr>
          <p:cNvGrpSpPr>
            <a:grpSpLocks/>
          </p:cNvGrpSpPr>
          <p:nvPr/>
        </p:nvGrpSpPr>
        <p:grpSpPr>
          <a:xfrm>
            <a:off x="6275207" y="2359703"/>
            <a:ext cx="927284" cy="927281"/>
            <a:chOff x="539750" y="2164948"/>
            <a:chExt cx="522436" cy="522436"/>
          </a:xfrm>
        </p:grpSpPr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15C7980A-28FF-05A3-C84E-F9BDEAFF8B19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A03C6EA6-4CED-D19B-8295-BB4346E3BD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BC76C483-5137-7C7C-052B-BBEE02EBF1C2}"/>
              </a:ext>
            </a:extLst>
          </p:cNvPr>
          <p:cNvGrpSpPr>
            <a:grpSpLocks/>
          </p:cNvGrpSpPr>
          <p:nvPr/>
        </p:nvGrpSpPr>
        <p:grpSpPr>
          <a:xfrm>
            <a:off x="9143729" y="2359703"/>
            <a:ext cx="927284" cy="927281"/>
            <a:chOff x="539750" y="2164948"/>
            <a:chExt cx="522436" cy="522436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33CC4B3D-8EAB-AFE7-5239-24807C64CC5C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951FB009-7C21-BC79-2318-4E79F3EB60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49434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464B7DF-DDC2-B862-470B-3A89D72BC5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76619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64B7DF-DDC2-B862-470B-3A89D72BC5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 5">
            <a:extLst>
              <a:ext uri="{FF2B5EF4-FFF2-40B4-BE49-F238E27FC236}">
                <a16:creationId xmlns:a16="http://schemas.microsoft.com/office/drawing/2014/main" id="{C66773D7-D60C-073E-0DBE-15DE3FC59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1" y="540001"/>
            <a:ext cx="5376612" cy="387798"/>
          </a:xfrm>
        </p:spPr>
        <p:txBody>
          <a:bodyPr vert="horz"/>
          <a:lstStyle/>
          <a:p>
            <a:r>
              <a:rPr lang="en-GB" dirty="0"/>
              <a:t>Split Design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E214C6-A74B-A28E-D31E-FF7385DF7C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60</a:t>
            </a:fld>
            <a:endParaRPr lang="en-GB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17DEB41-E560-5D72-1C9C-2130591B46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1" y="927799"/>
            <a:ext cx="5376306" cy="388937"/>
          </a:xfrm>
        </p:spPr>
        <p:txBody>
          <a:bodyPr/>
          <a:lstStyle/>
          <a:p>
            <a:r>
              <a:rPr lang="en-GB" dirty="0"/>
              <a:t>Two Textboxes</a:t>
            </a: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9B175583-4B0A-73A2-E5EF-A3FD468AE83B}"/>
              </a:ext>
            </a:extLst>
          </p:cNvPr>
          <p:cNvSpPr txBox="1">
            <a:spLocks/>
          </p:cNvSpPr>
          <p:nvPr/>
        </p:nvSpPr>
        <p:spPr>
          <a:xfrm>
            <a:off x="544145" y="1621546"/>
            <a:ext cx="5451133" cy="55399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 </a:t>
            </a:r>
            <a:b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28DD106E-EA57-485D-8BAB-AFC0F1E296E4}"/>
              </a:ext>
            </a:extLst>
          </p:cNvPr>
          <p:cNvSpPr txBox="1">
            <a:spLocks/>
          </p:cNvSpPr>
          <p:nvPr/>
        </p:nvSpPr>
        <p:spPr>
          <a:xfrm>
            <a:off x="6459170" y="1621546"/>
            <a:ext cx="5451133" cy="55399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>
                <a:solidFill>
                  <a:schemeClr val="bg1">
                    <a:lumMod val="100000"/>
                  </a:schemeClr>
                </a:solidFill>
              </a:rPr>
              <a:t>Lorem ipsum </a:t>
            </a:r>
            <a:r>
              <a:rPr lang="en-GB" sz="1800" b="1" dirty="0" err="1">
                <a:solidFill>
                  <a:schemeClr val="bg1">
                    <a:lumMod val="100000"/>
                  </a:schemeClr>
                </a:solidFill>
              </a:rPr>
              <a:t>dolor</a:t>
            </a:r>
            <a:r>
              <a:rPr lang="en-GB" sz="1800" b="1" dirty="0">
                <a:solidFill>
                  <a:schemeClr val="bg1">
                    <a:lumMod val="100000"/>
                  </a:schemeClr>
                </a:solidFill>
              </a:rPr>
              <a:t> sit </a:t>
            </a:r>
            <a:r>
              <a:rPr lang="en-GB" sz="1800" b="1" dirty="0" err="1">
                <a:solidFill>
                  <a:schemeClr val="bg1">
                    <a:lumMod val="100000"/>
                  </a:schemeClr>
                </a:solidFill>
              </a:rPr>
              <a:t>amet</a:t>
            </a:r>
            <a:r>
              <a:rPr lang="en-GB" sz="1800" b="1" dirty="0">
                <a:solidFill>
                  <a:schemeClr val="bg1">
                    <a:lumMod val="100000"/>
                  </a:schemeClr>
                </a:solidFill>
              </a:rPr>
              <a:t> </a:t>
            </a:r>
            <a:br>
              <a:rPr lang="en-GB" sz="1800" b="1" dirty="0">
                <a:solidFill>
                  <a:schemeClr val="bg1">
                    <a:lumMod val="100000"/>
                  </a:schemeClr>
                </a:solidFill>
              </a:rPr>
            </a:br>
            <a:r>
              <a:rPr lang="en-GB" sz="1800" dirty="0" err="1">
                <a:solidFill>
                  <a:schemeClr val="bg1">
                    <a:lumMod val="100000"/>
                  </a:schemeClr>
                </a:solidFill>
              </a:rPr>
              <a:t>consectetuer</a:t>
            </a:r>
            <a:r>
              <a:rPr lang="en-GB" sz="1800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bg1">
                    <a:lumMod val="100000"/>
                  </a:schemeClr>
                </a:solidFill>
              </a:rPr>
              <a:t>adipiscing</a:t>
            </a:r>
            <a:r>
              <a:rPr lang="en-GB" sz="1800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bg1">
                    <a:lumMod val="100000"/>
                  </a:schemeClr>
                </a:solidFill>
              </a:rPr>
              <a:t>elit</a:t>
            </a:r>
            <a:r>
              <a:rPr lang="en-GB" sz="1800" dirty="0">
                <a:solidFill>
                  <a:schemeClr val="bg1">
                    <a:lumMod val="100000"/>
                  </a:schemeClr>
                </a:solidFill>
              </a:rPr>
              <a:t> 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BDB82ACE-7AAD-3754-E75C-017AF816C1EF}"/>
              </a:ext>
            </a:extLst>
          </p:cNvPr>
          <p:cNvGrpSpPr>
            <a:grpSpLocks/>
          </p:cNvGrpSpPr>
          <p:nvPr/>
        </p:nvGrpSpPr>
        <p:grpSpPr>
          <a:xfrm>
            <a:off x="538163" y="2535544"/>
            <a:ext cx="5377043" cy="3078760"/>
            <a:chOff x="538163" y="2704543"/>
            <a:chExt cx="5377043" cy="3078760"/>
          </a:xfrm>
        </p:grpSpPr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2F915F86-69AA-CBC1-5610-5318D3D4FC40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8163" y="2704543"/>
              <a:ext cx="5377043" cy="646331"/>
              <a:chOff x="538163" y="2596293"/>
              <a:chExt cx="5377043" cy="646331"/>
            </a:xfrm>
          </p:grpSpPr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F78DED47-30A6-F89F-5CAB-A5858C972D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7719" y="2596293"/>
                <a:ext cx="5147487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E530514E-44AA-BF17-5F9C-12F62E925D12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538163" y="2596293"/>
                <a:ext cx="49556" cy="646331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21C0401F-F2E2-FAA4-3AA4-A8A0CEA76B69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8163" y="3515353"/>
              <a:ext cx="5377043" cy="646331"/>
              <a:chOff x="538163" y="3441585"/>
              <a:chExt cx="5377043" cy="646331"/>
            </a:xfrm>
          </p:grpSpPr>
          <p:sp>
            <p:nvSpPr>
              <p:cNvPr id="51" name="Textfeld 50">
                <a:extLst>
                  <a:ext uri="{FF2B5EF4-FFF2-40B4-BE49-F238E27FC236}">
                    <a16:creationId xmlns:a16="http://schemas.microsoft.com/office/drawing/2014/main" id="{8573328B-D7B6-0F73-B72F-3066F6F1B7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7719" y="3441585"/>
                <a:ext cx="5147487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94E5D393-6DE7-B280-9577-699EE3A6788D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538163" y="3441585"/>
                <a:ext cx="49556" cy="646331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07E6A19B-ED91-3D19-A0A6-F85B5F09F700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8163" y="4326163"/>
              <a:ext cx="5377043" cy="646331"/>
              <a:chOff x="538163" y="4286877"/>
              <a:chExt cx="5377043" cy="646331"/>
            </a:xfrm>
          </p:grpSpPr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A9E9D998-0775-220F-DFFD-6842506E37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7719" y="4286877"/>
                <a:ext cx="5147487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D597ACA7-C6FA-B525-D134-CD523A66255B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538163" y="4286877"/>
                <a:ext cx="49556" cy="646331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BE51DED1-457A-F2C6-E521-662079AB4877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8163" y="5136972"/>
              <a:ext cx="5377043" cy="646331"/>
              <a:chOff x="538163" y="5132169"/>
              <a:chExt cx="5377043" cy="646331"/>
            </a:xfrm>
          </p:grpSpPr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7FBA586A-7F76-F02C-FBCA-A3A3694F53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7719" y="5132169"/>
                <a:ext cx="5147487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7F9AE329-A0A0-7B92-7B01-510FF316ED69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538163" y="5132169"/>
                <a:ext cx="49556" cy="646331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035AB0FE-0DBD-7C96-DD4D-2A446CE6288B}"/>
              </a:ext>
            </a:extLst>
          </p:cNvPr>
          <p:cNvGrpSpPr>
            <a:grpSpLocks/>
          </p:cNvGrpSpPr>
          <p:nvPr/>
        </p:nvGrpSpPr>
        <p:grpSpPr>
          <a:xfrm>
            <a:off x="6459170" y="2535544"/>
            <a:ext cx="5377043" cy="3078760"/>
            <a:chOff x="538163" y="2704543"/>
            <a:chExt cx="5377043" cy="3078760"/>
          </a:xfrm>
        </p:grpSpPr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FEBE2B05-9A38-2E06-7CD9-89476097E80B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8163" y="2704543"/>
              <a:ext cx="5377043" cy="646331"/>
              <a:chOff x="538163" y="2596293"/>
              <a:chExt cx="5377043" cy="646331"/>
            </a:xfrm>
          </p:grpSpPr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CB0EB22F-1F03-069A-6455-667F0039D2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7719" y="2596293"/>
                <a:ext cx="5147487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97B852C4-C87D-FE50-E167-46BFB4947ECC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538163" y="2596293"/>
                <a:ext cx="49556" cy="646331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21110F86-D21A-CC47-8993-2CD18936B7F4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8163" y="3515353"/>
              <a:ext cx="5377043" cy="646331"/>
              <a:chOff x="538163" y="3441585"/>
              <a:chExt cx="5377043" cy="646331"/>
            </a:xfrm>
          </p:grpSpPr>
          <p:sp>
            <p:nvSpPr>
              <p:cNvPr id="69" name="Textfeld 68">
                <a:extLst>
                  <a:ext uri="{FF2B5EF4-FFF2-40B4-BE49-F238E27FC236}">
                    <a16:creationId xmlns:a16="http://schemas.microsoft.com/office/drawing/2014/main" id="{963D5DC4-890C-98A7-847C-543B3E2CB2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7719" y="3441585"/>
                <a:ext cx="5147487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24365D7E-84EA-F68D-C49F-D8F75A9B46E6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538163" y="3441585"/>
                <a:ext cx="49556" cy="646331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BF04EA96-4506-D16E-620C-D6B54792AE66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8163" y="4326163"/>
              <a:ext cx="5377043" cy="646331"/>
              <a:chOff x="538163" y="4286877"/>
              <a:chExt cx="5377043" cy="646331"/>
            </a:xfrm>
          </p:grpSpPr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10D9A64C-CE79-A03E-DF17-C3DA07FAC3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7719" y="4286877"/>
                <a:ext cx="5147487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65C5F573-4A05-E2AB-E6D8-889B7D081939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538163" y="4286877"/>
                <a:ext cx="49556" cy="646331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6C1415C7-01F7-799B-B3D3-1E6931160BA6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8163" y="5136972"/>
              <a:ext cx="5377043" cy="646331"/>
              <a:chOff x="538163" y="5132169"/>
              <a:chExt cx="5377043" cy="646331"/>
            </a:xfrm>
          </p:grpSpPr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8040B929-0255-5BFD-D537-2868A31CA1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7719" y="5132169"/>
                <a:ext cx="5147487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consectetuer</a:t>
                </a:r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adipiscing</a:t>
                </a:r>
                <a:endParaRPr lang="en-GB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EA91E4EB-0EFC-5F9B-B5DA-24EB372A9217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538163" y="5132169"/>
                <a:ext cx="49556" cy="646331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52501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C3121-9D01-8114-3E24-92F760AA5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B9094AE2-BBBC-E646-3F3C-78F8235D16A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7553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094AE2-BBBC-E646-3F3C-78F8235D16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>
            <a:extLst>
              <a:ext uri="{FF2B5EF4-FFF2-40B4-BE49-F238E27FC236}">
                <a16:creationId xmlns:a16="http://schemas.microsoft.com/office/drawing/2014/main" id="{5EDDB3DD-FB9E-0B04-9FD2-4FDD193F3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 Boxes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5507BF6D-BE14-9991-6B0E-9E0CFD8966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61</a:t>
            </a:fld>
            <a:endParaRPr lang="en-GB" dirty="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21161B2B-7EEF-C90C-488E-8E473A9EAB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Four Consequences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74D9D01-D620-8839-513A-42E86054B175}"/>
              </a:ext>
            </a:extLst>
          </p:cNvPr>
          <p:cNvSpPr txBox="1">
            <a:spLocks/>
          </p:cNvSpPr>
          <p:nvPr/>
        </p:nvSpPr>
        <p:spPr>
          <a:xfrm>
            <a:off x="3405188" y="1618805"/>
            <a:ext cx="8247059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AB2D07ED-3752-F0B6-A8C2-CD6E17B78937}"/>
              </a:ext>
            </a:extLst>
          </p:cNvPr>
          <p:cNvSpPr txBox="1">
            <a:spLocks/>
          </p:cNvSpPr>
          <p:nvPr/>
        </p:nvSpPr>
        <p:spPr>
          <a:xfrm>
            <a:off x="538163" y="1618805"/>
            <a:ext cx="2519362" cy="8617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Lorem Ipsum</a:t>
            </a: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/>
          </a:p>
        </p:txBody>
      </p: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93988FA7-1D9B-7842-98C1-CAB7C2E58827}"/>
              </a:ext>
            </a:extLst>
          </p:cNvPr>
          <p:cNvGrpSpPr>
            <a:grpSpLocks/>
          </p:cNvGrpSpPr>
          <p:nvPr/>
        </p:nvGrpSpPr>
        <p:grpSpPr>
          <a:xfrm>
            <a:off x="538161" y="3020579"/>
            <a:ext cx="11114089" cy="2125487"/>
            <a:chOff x="538161" y="3247765"/>
            <a:chExt cx="11114089" cy="2125487"/>
          </a:xfrm>
        </p:grpSpPr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0E4D0A3B-5EE0-87A3-8ED2-F717B56C3BDF}"/>
                </a:ext>
              </a:extLst>
            </p:cNvPr>
            <p:cNvGrpSpPr/>
            <p:nvPr/>
          </p:nvGrpSpPr>
          <p:grpSpPr>
            <a:xfrm>
              <a:off x="538161" y="3247765"/>
              <a:ext cx="11114089" cy="186216"/>
              <a:chOff x="538161" y="3273892"/>
              <a:chExt cx="11114089" cy="186216"/>
            </a:xfrm>
          </p:grpSpPr>
          <p:grpSp>
            <p:nvGrpSpPr>
              <p:cNvPr id="2" name="Gruppieren 1">
                <a:extLst>
                  <a:ext uri="{FF2B5EF4-FFF2-40B4-BE49-F238E27FC236}">
                    <a16:creationId xmlns:a16="http://schemas.microsoft.com/office/drawing/2014/main" id="{B7323191-7C08-A4C8-81BE-39E8EC17C76B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38161" y="3273892"/>
                <a:ext cx="174640" cy="174640"/>
                <a:chOff x="2900441" y="1462045"/>
                <a:chExt cx="174640" cy="174640"/>
              </a:xfrm>
            </p:grpSpPr>
            <p:sp>
              <p:nvSpPr>
                <p:cNvPr id="5" name="Ellipse 4">
                  <a:extLst>
                    <a:ext uri="{FF2B5EF4-FFF2-40B4-BE49-F238E27FC236}">
                      <a16:creationId xmlns:a16="http://schemas.microsoft.com/office/drawing/2014/main" id="{5828AD05-2A2C-7007-633C-FCBE1D51236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00441" y="1462045"/>
                  <a:ext cx="174640" cy="174640"/>
                </a:xfrm>
                <a:prstGeom prst="ellipse">
                  <a:avLst/>
                </a:prstGeom>
                <a:solidFill>
                  <a:schemeClr val="accent2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72000" rIns="108000" bIns="72000" rtlCol="0" anchor="t">
                  <a:spAutoFit/>
                </a:bodyPr>
                <a:lstStyle/>
                <a:p>
                  <a:pPr algn="l"/>
                  <a:endParaRPr lang="en-US" err="1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6" name="Ellipse 5">
                  <a:extLst>
                    <a:ext uri="{FF2B5EF4-FFF2-40B4-BE49-F238E27FC236}">
                      <a16:creationId xmlns:a16="http://schemas.microsoft.com/office/drawing/2014/main" id="{22796550-B85A-B3BE-AF01-66B214FF3F5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37836" y="1499440"/>
                  <a:ext cx="99850" cy="998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72000" rIns="108000" bIns="72000" rtlCol="0" anchor="t">
                  <a:spAutoFit/>
                </a:bodyPr>
                <a:lstStyle/>
                <a:p>
                  <a:pPr algn="l"/>
                  <a:endParaRPr lang="en-US" err="1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7" name="Gruppieren 6">
                <a:extLst>
                  <a:ext uri="{FF2B5EF4-FFF2-40B4-BE49-F238E27FC236}">
                    <a16:creationId xmlns:a16="http://schemas.microsoft.com/office/drawing/2014/main" id="{A8745DCA-67F9-A68A-62F2-E92592A44C44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3406685" y="3285468"/>
                <a:ext cx="174640" cy="174640"/>
                <a:chOff x="2900441" y="1462045"/>
                <a:chExt cx="174640" cy="174640"/>
              </a:xfrm>
            </p:grpSpPr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A94E8430-4CEF-5AD3-1304-623DA8022C4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00441" y="1462045"/>
                  <a:ext cx="174640" cy="174640"/>
                </a:xfrm>
                <a:prstGeom prst="ellipse">
                  <a:avLst/>
                </a:prstGeom>
                <a:solidFill>
                  <a:schemeClr val="accent2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72000" rIns="108000" bIns="72000" rtlCol="0" anchor="t">
                  <a:spAutoFit/>
                </a:bodyPr>
                <a:lstStyle/>
                <a:p>
                  <a:pPr algn="l"/>
                  <a:endParaRPr lang="en-US" err="1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id="{FE113CB9-8A44-1E3F-A241-6A5B150E61A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37836" y="1499440"/>
                  <a:ext cx="99850" cy="998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72000" rIns="108000" bIns="72000" rtlCol="0" anchor="t">
                  <a:spAutoFit/>
                </a:bodyPr>
                <a:lstStyle/>
                <a:p>
                  <a:pPr algn="l"/>
                  <a:endParaRPr lang="en-US" err="1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8" name="Gruppieren 17">
                <a:extLst>
                  <a:ext uri="{FF2B5EF4-FFF2-40B4-BE49-F238E27FC236}">
                    <a16:creationId xmlns:a16="http://schemas.microsoft.com/office/drawing/2014/main" id="{630B8B13-5797-7D53-E310-CEC41E08E07B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6275207" y="3285468"/>
                <a:ext cx="174640" cy="174640"/>
                <a:chOff x="2900441" y="1462045"/>
                <a:chExt cx="174640" cy="174640"/>
              </a:xfrm>
            </p:grpSpPr>
            <p:sp>
              <p:nvSpPr>
                <p:cNvPr id="20" name="Ellipse 19">
                  <a:extLst>
                    <a:ext uri="{FF2B5EF4-FFF2-40B4-BE49-F238E27FC236}">
                      <a16:creationId xmlns:a16="http://schemas.microsoft.com/office/drawing/2014/main" id="{C7237943-EB05-321A-AB2C-1E4941A6648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00441" y="1462045"/>
                  <a:ext cx="174640" cy="174640"/>
                </a:xfrm>
                <a:prstGeom prst="ellipse">
                  <a:avLst/>
                </a:prstGeom>
                <a:solidFill>
                  <a:schemeClr val="accent2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72000" rIns="108000" bIns="72000" rtlCol="0" anchor="t">
                  <a:spAutoFit/>
                </a:bodyPr>
                <a:lstStyle/>
                <a:p>
                  <a:pPr algn="l"/>
                  <a:endParaRPr lang="en-US" err="1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BCFDCF1F-2D41-BC0C-31DD-DF3DFCFF4AF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37836" y="1499440"/>
                  <a:ext cx="99850" cy="998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72000" rIns="108000" bIns="72000" rtlCol="0" anchor="t">
                  <a:spAutoFit/>
                </a:bodyPr>
                <a:lstStyle/>
                <a:p>
                  <a:pPr algn="l"/>
                  <a:endParaRPr lang="en-US" err="1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22" name="Gruppieren 21">
                <a:extLst>
                  <a:ext uri="{FF2B5EF4-FFF2-40B4-BE49-F238E27FC236}">
                    <a16:creationId xmlns:a16="http://schemas.microsoft.com/office/drawing/2014/main" id="{16AE6D21-7D1F-0AA5-3507-EF9EF6067F49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9143729" y="3285468"/>
                <a:ext cx="174640" cy="174640"/>
                <a:chOff x="2900441" y="1462045"/>
                <a:chExt cx="174640" cy="174640"/>
              </a:xfrm>
            </p:grpSpPr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90441D3F-E1D6-3745-4591-E7FE1C580FD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00441" y="1462045"/>
                  <a:ext cx="174640" cy="174640"/>
                </a:xfrm>
                <a:prstGeom prst="ellipse">
                  <a:avLst/>
                </a:prstGeom>
                <a:solidFill>
                  <a:schemeClr val="accent2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72000" rIns="108000" bIns="72000" rtlCol="0" anchor="t">
                  <a:spAutoFit/>
                </a:bodyPr>
                <a:lstStyle/>
                <a:p>
                  <a:pPr algn="l"/>
                  <a:endParaRPr lang="en-US" err="1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24" name="Ellipse 23">
                  <a:extLst>
                    <a:ext uri="{FF2B5EF4-FFF2-40B4-BE49-F238E27FC236}">
                      <a16:creationId xmlns:a16="http://schemas.microsoft.com/office/drawing/2014/main" id="{0528E9BE-9A8A-C294-FF69-9828349D64E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37836" y="1499440"/>
                  <a:ext cx="99850" cy="998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72000" rIns="108000" bIns="72000" rtlCol="0" anchor="t">
                  <a:spAutoFit/>
                </a:bodyPr>
                <a:lstStyle/>
                <a:p>
                  <a:pPr algn="l"/>
                  <a:endParaRPr lang="en-US" err="1">
                    <a:solidFill>
                      <a:schemeClr val="tx2"/>
                    </a:solidFill>
                  </a:endParaRPr>
                </a:p>
              </p:txBody>
            </p:sp>
          </p:grp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9E69B218-6E21-F3C1-3998-3682B281B0BD}"/>
                  </a:ext>
                </a:extLst>
              </p:cNvPr>
              <p:cNvCxnSpPr>
                <a:cxnSpLocks/>
                <a:stCxn id="6" idx="6"/>
              </p:cNvCxnSpPr>
              <p:nvPr/>
            </p:nvCxnSpPr>
            <p:spPr>
              <a:xfrm>
                <a:off x="675406" y="3361212"/>
                <a:ext cx="10976844" cy="11576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D8D6863D-0AD8-D11A-12FE-06BD0DAF34E9}"/>
                </a:ext>
              </a:extLst>
            </p:cNvPr>
            <p:cNvSpPr txBox="1">
              <a:spLocks/>
            </p:cNvSpPr>
            <p:nvPr/>
          </p:nvSpPr>
          <p:spPr>
            <a:xfrm>
              <a:off x="538161" y="3541981"/>
              <a:ext cx="2508522" cy="18312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2000" dirty="0">
                  <a:solidFill>
                    <a:schemeClr val="accent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</a:p>
            <a:p>
              <a:pPr>
                <a:spcAft>
                  <a:spcPts val="6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</a:t>
              </a: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aenean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commodo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ligula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Cum sociis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natoque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penatibus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dis parturient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montes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Donec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ultricies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nec,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pellentesque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quis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E78A1079-3640-FAF8-AD9D-63775930A825}"/>
                </a:ext>
              </a:extLst>
            </p:cNvPr>
            <p:cNvSpPr txBox="1">
              <a:spLocks/>
            </p:cNvSpPr>
            <p:nvPr/>
          </p:nvSpPr>
          <p:spPr>
            <a:xfrm>
              <a:off x="3406685" y="3541981"/>
              <a:ext cx="2508521" cy="18312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2000" dirty="0">
                  <a:solidFill>
                    <a:schemeClr val="accent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</a:p>
            <a:p>
              <a:pPr>
                <a:spcAft>
                  <a:spcPts val="6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</a:t>
              </a: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aenean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commodo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ligula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Cum sociis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natoque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penatibus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dis parturient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montes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Donec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ultricies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nec,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pellentesque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quis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817E9F41-0810-770C-F18B-C63D86809BD2}"/>
                </a:ext>
              </a:extLst>
            </p:cNvPr>
            <p:cNvSpPr txBox="1">
              <a:spLocks/>
            </p:cNvSpPr>
            <p:nvPr/>
          </p:nvSpPr>
          <p:spPr>
            <a:xfrm>
              <a:off x="6275207" y="3541981"/>
              <a:ext cx="2508521" cy="18312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2000" dirty="0">
                  <a:solidFill>
                    <a:schemeClr val="accent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</a:p>
            <a:p>
              <a:pPr>
                <a:spcAft>
                  <a:spcPts val="6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</a:t>
              </a: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aenean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commodo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ligula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Cum sociis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natoque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penatibus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dis parturient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montes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Donec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ultricies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nec,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pellentesque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quis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EF1E9F98-67DE-F9C3-AD98-0BC1FA60F9E0}"/>
                </a:ext>
              </a:extLst>
            </p:cNvPr>
            <p:cNvSpPr txBox="1">
              <a:spLocks/>
            </p:cNvSpPr>
            <p:nvPr/>
          </p:nvSpPr>
          <p:spPr>
            <a:xfrm>
              <a:off x="9143729" y="3541981"/>
              <a:ext cx="2508521" cy="18312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2000" dirty="0">
                  <a:solidFill>
                    <a:schemeClr val="accent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</a:p>
            <a:p>
              <a:pPr>
                <a:spcAft>
                  <a:spcPts val="6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</a:t>
              </a: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aenean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commodo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ligula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Cum sociis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natoque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penatibus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dis parturient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montes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Donec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ultricies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nec,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pellentesque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quis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51813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89992-6DD4-603C-3780-2B698E2A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176C2CBD-AD3E-C6E6-3B94-8282550139D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4860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6C2CBD-AD3E-C6E6-3B94-8282550139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8700A4-DDA1-1069-5758-70D3D0E8B0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62</a:t>
            </a:fld>
            <a:endParaRPr lang="en-GB" dirty="0"/>
          </a:p>
        </p:txBody>
      </p:sp>
      <p:pic>
        <p:nvPicPr>
          <p:cNvPr id="10" name="Grafik 9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156CC741-A39F-330D-3E63-8ADCDD17CAB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4760094" cy="685799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0BA1F0A-754A-58E7-F31A-9DA1880E15F0}"/>
              </a:ext>
            </a:extLst>
          </p:cNvPr>
          <p:cNvSpPr txBox="1">
            <a:spLocks/>
          </p:cNvSpPr>
          <p:nvPr/>
        </p:nvSpPr>
        <p:spPr>
          <a:xfrm>
            <a:off x="5120093" y="1628331"/>
            <a:ext cx="6532153" cy="37164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900"/>
              </a:spcAft>
            </a:pP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labore et dolore magna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b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spcAft>
                <a:spcPts val="9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spcAft>
                <a:spcPts val="9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Stet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est.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Surname Name</a:t>
            </a:r>
            <a:b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Position, Al-Futtaim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8E5DA133-473F-2112-2B2F-46B959789F6A}"/>
              </a:ext>
            </a:extLst>
          </p:cNvPr>
          <p:cNvSpPr/>
          <p:nvPr/>
        </p:nvSpPr>
        <p:spPr>
          <a:xfrm>
            <a:off x="1096249" y="2860924"/>
            <a:ext cx="2562563" cy="1251215"/>
          </a:xfrm>
          <a:prstGeom prst="wedgeRectCallo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Blue Image is a Placeholder. Change Image.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5408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90A4-F25A-A915-98D9-14B63925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A5300D95-5813-BB28-89E4-14667A2A78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3118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73" imgH="473" progId="TCLayout.ActiveDocument.1">
                  <p:embed/>
                </p:oleObj>
              </mc:Choice>
              <mc:Fallback>
                <p:oleObj name="think-cell Folie" r:id="rId4" imgW="473" imgH="473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300D95-5813-BB28-89E4-14667A2A78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Grafik 26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9BC80A3C-10F4-6909-B385-AA2FF755D3A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9748" y="3530279"/>
            <a:ext cx="3631974" cy="2247570"/>
          </a:xfrm>
          <a:prstGeom prst="rect">
            <a:avLst/>
          </a:prstGeom>
        </p:spPr>
      </p:pic>
      <p:pic>
        <p:nvPicPr>
          <p:cNvPr id="31" name="Grafik 30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D7E68A7E-A6E0-5A3C-06F9-E983A810368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19696" y="3530279"/>
            <a:ext cx="3631974" cy="2247570"/>
          </a:xfrm>
          <a:prstGeom prst="rect">
            <a:avLst/>
          </a:prstGeom>
        </p:spPr>
      </p:pic>
      <p:pic>
        <p:nvPicPr>
          <p:cNvPr id="32" name="Grafik 31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487DB99A-A657-CBE4-C79B-AA33F46FCA4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79722" y="3530279"/>
            <a:ext cx="3631974" cy="2247570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0A3EC72E-D130-6141-8912-A6183AA68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 and images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7B313791-8B29-9DD1-DEDB-2D15AFB1B6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63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1C390AF-DA5E-904F-A779-BD4DB1F214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Please insert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6698D84-6652-F015-B15D-13080B6EAA0C}"/>
              </a:ext>
            </a:extLst>
          </p:cNvPr>
          <p:cNvSpPr>
            <a:spLocks/>
          </p:cNvSpPr>
          <p:nvPr/>
        </p:nvSpPr>
        <p:spPr>
          <a:xfrm rot="5400000" flipV="1">
            <a:off x="816199" y="3207527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F208015-895A-F489-E8E6-B211634081D5}"/>
              </a:ext>
            </a:extLst>
          </p:cNvPr>
          <p:cNvSpPr>
            <a:spLocks/>
          </p:cNvSpPr>
          <p:nvPr/>
        </p:nvSpPr>
        <p:spPr>
          <a:xfrm rot="5400000" flipV="1">
            <a:off x="4556173" y="3207527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DFCBF57-CB80-C027-B152-514A0E6B8951}"/>
              </a:ext>
            </a:extLst>
          </p:cNvPr>
          <p:cNvSpPr>
            <a:spLocks/>
          </p:cNvSpPr>
          <p:nvPr/>
        </p:nvSpPr>
        <p:spPr>
          <a:xfrm rot="5400000" flipV="1">
            <a:off x="8296147" y="3207528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5BC652B-E08F-369E-D31A-70CBEE848997}"/>
              </a:ext>
            </a:extLst>
          </p:cNvPr>
          <p:cNvSpPr txBox="1">
            <a:spLocks/>
          </p:cNvSpPr>
          <p:nvPr/>
        </p:nvSpPr>
        <p:spPr>
          <a:xfrm>
            <a:off x="539747" y="5263762"/>
            <a:ext cx="3631974" cy="514738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108000" tIns="72000" rIns="108000" bIns="72000" rtlCol="0" anchor="b">
            <a:spAutoFit/>
          </a:bodyPr>
          <a:lstStyle/>
          <a:p>
            <a:pPr defTabSz="361950">
              <a:spcAft>
                <a:spcPts val="300"/>
              </a:spcAft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  <a:b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endParaRPr lang="en-GB" sz="1200" dirty="0">
              <a:solidFill>
                <a:schemeClr val="bg1">
                  <a:lumMod val="100000"/>
                </a:schemeClr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9808C89-9D09-C36A-84B8-A53BF1F27B1F}"/>
              </a:ext>
            </a:extLst>
          </p:cNvPr>
          <p:cNvSpPr txBox="1">
            <a:spLocks/>
          </p:cNvSpPr>
          <p:nvPr/>
        </p:nvSpPr>
        <p:spPr>
          <a:xfrm>
            <a:off x="4279722" y="5263762"/>
            <a:ext cx="3631974" cy="514738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108000" tIns="72000" rIns="108000" bIns="72000" rtlCol="0" anchor="b">
            <a:spAutoFit/>
          </a:bodyPr>
          <a:lstStyle/>
          <a:p>
            <a:pPr defTabSz="361950">
              <a:spcAft>
                <a:spcPts val="300"/>
              </a:spcAft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  <a:b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endParaRPr lang="en-GB" sz="1200" dirty="0">
              <a:solidFill>
                <a:schemeClr val="bg1">
                  <a:lumMod val="100000"/>
                </a:schemeClr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3F2A877-FA07-616A-41EB-CC1B41FCF471}"/>
              </a:ext>
            </a:extLst>
          </p:cNvPr>
          <p:cNvSpPr txBox="1">
            <a:spLocks/>
          </p:cNvSpPr>
          <p:nvPr/>
        </p:nvSpPr>
        <p:spPr>
          <a:xfrm>
            <a:off x="8019696" y="5263762"/>
            <a:ext cx="3631974" cy="514738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wrap="square" lIns="108000" tIns="72000" rIns="108000" bIns="72000" rtlCol="0" anchor="b">
            <a:spAutoFit/>
          </a:bodyPr>
          <a:lstStyle/>
          <a:p>
            <a:pPr defTabSz="361950">
              <a:spcAft>
                <a:spcPts val="300"/>
              </a:spcAft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Lorem ipsum</a:t>
            </a:r>
            <a:b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ea typeface="PP Neue Montreal" panose="00000500000000000000" pitchFamily="50" charset="0"/>
                <a:cs typeface="Arial" panose="020B0604020202020204" pitchFamily="34" charset="0"/>
              </a:rPr>
              <a:t>amet</a:t>
            </a:r>
            <a:endParaRPr lang="en-GB" sz="1200" dirty="0">
              <a:solidFill>
                <a:schemeClr val="bg1">
                  <a:lumMod val="100000"/>
                </a:schemeClr>
              </a:solidFill>
              <a:latin typeface="Arial" panose="020B0604020202020204" pitchFamily="34" charset="0"/>
              <a:ea typeface="PP Neue Montreal" panose="00000500000000000000" pitchFamily="50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A003A4B-9DE8-73AA-85AB-9260540DD122}"/>
              </a:ext>
            </a:extLst>
          </p:cNvPr>
          <p:cNvSpPr txBox="1">
            <a:spLocks/>
          </p:cNvSpPr>
          <p:nvPr/>
        </p:nvSpPr>
        <p:spPr>
          <a:xfrm>
            <a:off x="6185670" y="1630070"/>
            <a:ext cx="5466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ipsum: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201B004-AB66-6319-D4CD-2DC35CA4DB95}"/>
              </a:ext>
            </a:extLst>
          </p:cNvPr>
          <p:cNvSpPr txBox="1">
            <a:spLocks/>
          </p:cNvSpPr>
          <p:nvPr/>
        </p:nvSpPr>
        <p:spPr>
          <a:xfrm>
            <a:off x="542681" y="1630070"/>
            <a:ext cx="537478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diam.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00EDD7A-0575-2F2D-6C4C-8E5894991AAF}"/>
              </a:ext>
            </a:extLst>
          </p:cNvPr>
          <p:cNvSpPr>
            <a:spLocks/>
          </p:cNvSpPr>
          <p:nvPr/>
        </p:nvSpPr>
        <p:spPr>
          <a:xfrm>
            <a:off x="6185670" y="1987669"/>
            <a:ext cx="2679000" cy="550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rIns="108000" bIns="72000" rtlCol="0" anchor="ctr">
            <a:noAutofit/>
          </a:bodyPr>
          <a:lstStyle/>
          <a:p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5F46165-2BF9-8217-01B0-063949621D13}"/>
              </a:ext>
            </a:extLst>
          </p:cNvPr>
          <p:cNvSpPr>
            <a:spLocks/>
          </p:cNvSpPr>
          <p:nvPr/>
        </p:nvSpPr>
        <p:spPr>
          <a:xfrm>
            <a:off x="6185670" y="2646002"/>
            <a:ext cx="2679000" cy="550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rIns="108000" bIns="72000" rtlCol="0" anchor="ctr">
            <a:noAutofit/>
          </a:bodyPr>
          <a:lstStyle/>
          <a:p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3930BC8-12CD-694F-9E7E-9CA3AA08333E}"/>
              </a:ext>
            </a:extLst>
          </p:cNvPr>
          <p:cNvSpPr>
            <a:spLocks/>
          </p:cNvSpPr>
          <p:nvPr/>
        </p:nvSpPr>
        <p:spPr>
          <a:xfrm>
            <a:off x="8972670" y="1987669"/>
            <a:ext cx="2679000" cy="550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rIns="108000" bIns="72000" rtlCol="0" anchor="ctr">
            <a:noAutofit/>
          </a:bodyPr>
          <a:lstStyle/>
          <a:p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229038E-E452-49DC-CDFB-95C9C9E2003A}"/>
              </a:ext>
            </a:extLst>
          </p:cNvPr>
          <p:cNvSpPr>
            <a:spLocks/>
          </p:cNvSpPr>
          <p:nvPr/>
        </p:nvSpPr>
        <p:spPr>
          <a:xfrm>
            <a:off x="8972670" y="2646002"/>
            <a:ext cx="2679000" cy="550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rIns="108000" bIns="72000" rtlCol="0" anchor="ctr">
            <a:noAutofit/>
          </a:bodyPr>
          <a:lstStyle/>
          <a:p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  <a:endParaRPr lang="en-GB" sz="1400" dirty="0">
              <a:solidFill>
                <a:schemeClr val="bg1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6EADC4-26C9-8FF7-21AC-360A532BFA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4474" y="2036474"/>
            <a:ext cx="452726" cy="45272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7419101-2C7C-D86D-A3A4-96A51409D8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4474" y="2694807"/>
            <a:ext cx="452726" cy="45272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D106C08-668E-F9BE-A13B-7CF7C67986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21474" y="2036474"/>
            <a:ext cx="452726" cy="45272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AF3FCC4-72AF-6566-FA9E-69ABA17575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21474" y="2694807"/>
            <a:ext cx="452726" cy="452724"/>
          </a:xfrm>
          <a:prstGeom prst="rect">
            <a:avLst/>
          </a:prstGeom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12461FC8-A333-35BF-4C33-C881C98ED03F}"/>
              </a:ext>
            </a:extLst>
          </p:cNvPr>
          <p:cNvSpPr/>
          <p:nvPr/>
        </p:nvSpPr>
        <p:spPr>
          <a:xfrm>
            <a:off x="2912573" y="3159518"/>
            <a:ext cx="2807743" cy="1251215"/>
          </a:xfrm>
          <a:prstGeom prst="wedgeRectCallo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All 3 Blue Images are Placeholders. Change Images.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7824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CBFD7-040A-475E-67AA-55F25504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6A006950-7884-8B05-8670-ED67752754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88309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A006950-7884-8B05-8670-ED67752754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Bildplatzhalter 8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BFA6F137-7FAC-A753-668D-6E280E7CAE5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93C13843-5C56-2328-7410-F58399B7C2ED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A44B92F4-0401-379D-139A-500360A61C0E}"/>
              </a:ext>
            </a:extLst>
          </p:cNvPr>
          <p:cNvSpPr txBox="1">
            <a:spLocks/>
          </p:cNvSpPr>
          <p:nvPr/>
        </p:nvSpPr>
        <p:spPr>
          <a:xfrm>
            <a:off x="539748" y="539990"/>
            <a:ext cx="4997574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Lorem ipsum </a:t>
            </a:r>
            <a:r>
              <a:rPr lang="en-GB" sz="3200" dirty="0" err="1">
                <a:solidFill>
                  <a:schemeClr val="bg1">
                    <a:lumMod val="100000"/>
                  </a:schemeClr>
                </a:solidFill>
              </a:rPr>
              <a:t>dolor</a:t>
            </a:r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 sit </a:t>
            </a:r>
            <a:r>
              <a:rPr lang="en-GB" sz="3200" dirty="0" err="1">
                <a:solidFill>
                  <a:schemeClr val="bg1">
                    <a:lumMod val="100000"/>
                  </a:schemeClr>
                </a:solidFill>
              </a:rPr>
              <a:t>amet</a:t>
            </a:r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, </a:t>
            </a:r>
            <a:r>
              <a:rPr lang="en-GB" sz="3200" dirty="0" err="1">
                <a:solidFill>
                  <a:schemeClr val="bg1">
                    <a:lumMod val="100000"/>
                  </a:schemeClr>
                </a:solidFill>
              </a:rPr>
              <a:t>consectetuer</a:t>
            </a:r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sz="3200" dirty="0" err="1">
                <a:solidFill>
                  <a:schemeClr val="bg1">
                    <a:lumMod val="100000"/>
                  </a:schemeClr>
                </a:solidFill>
              </a:rPr>
              <a:t>adipi-scing</a:t>
            </a:r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sz="3200" dirty="0" err="1">
                <a:solidFill>
                  <a:schemeClr val="bg1">
                    <a:lumMod val="100000"/>
                  </a:schemeClr>
                </a:solidFill>
              </a:rPr>
              <a:t>elit</a:t>
            </a:r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 Aenean </a:t>
            </a:r>
            <a:r>
              <a:rPr lang="en-GB" sz="3200" dirty="0" err="1">
                <a:solidFill>
                  <a:schemeClr val="bg1">
                    <a:lumMod val="100000"/>
                  </a:schemeClr>
                </a:solidFill>
              </a:rPr>
              <a:t>comor</a:t>
            </a:r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55EC008-A4DA-D335-B77F-C71445B78E4D}"/>
              </a:ext>
            </a:extLst>
          </p:cNvPr>
          <p:cNvSpPr txBox="1">
            <a:spLocks/>
          </p:cNvSpPr>
          <p:nvPr/>
        </p:nvSpPr>
        <p:spPr>
          <a:xfrm>
            <a:off x="539748" y="3707187"/>
            <a:ext cx="4997574" cy="11156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4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b="1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b="1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b="1" dirty="0">
              <a:solidFill>
                <a:schemeClr val="bg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grpSp>
        <p:nvGrpSpPr>
          <p:cNvPr id="14" name="Group 5">
            <a:extLst>
              <a:ext uri="{FF2B5EF4-FFF2-40B4-BE49-F238E27FC236}">
                <a16:creationId xmlns:a16="http://schemas.microsoft.com/office/drawing/2014/main" id="{7804707E-931A-1382-60F8-C61DFEA37BBE}"/>
              </a:ext>
            </a:extLst>
          </p:cNvPr>
          <p:cNvGrpSpPr/>
          <p:nvPr/>
        </p:nvGrpSpPr>
        <p:grpSpPr bwMode="black">
          <a:xfrm>
            <a:off x="9951588" y="538699"/>
            <a:ext cx="1704301" cy="363146"/>
            <a:chOff x="9951588" y="538699"/>
            <a:chExt cx="1704301" cy="363146"/>
          </a:xfrm>
          <a:solidFill>
            <a:schemeClr val="bg1"/>
          </a:solidFill>
        </p:grpSpPr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B61309A8-2458-DE77-4F0B-C6A15482A2F4}"/>
                </a:ext>
              </a:extLst>
            </p:cNvPr>
            <p:cNvSpPr/>
            <p:nvPr/>
          </p:nvSpPr>
          <p:spPr bwMode="black"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A333AC09-05DA-A370-E384-10530945A36B}"/>
                </a:ext>
              </a:extLst>
            </p:cNvPr>
            <p:cNvSpPr/>
            <p:nvPr/>
          </p:nvSpPr>
          <p:spPr bwMode="black"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grpFill/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96AD98-C090-6979-BFFA-B5DD420D17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64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1838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8145-F8E3-B218-DC64-499FA633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A33D1161-1CD8-3FC9-286A-637944B152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33D1161-1CD8-3FC9-286A-637944B152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Bildplatzhalter 8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9FB5ED4D-D733-EF13-FBC8-608B50E0DEB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708E94-2900-1230-162C-A7E79936B4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65</a:t>
            </a:fld>
            <a:endParaRPr lang="en-GB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F95A6D0-C7E7-F84B-E01B-72BDF3089E6A}"/>
              </a:ext>
            </a:extLst>
          </p:cNvPr>
          <p:cNvSpPr>
            <a:spLocks/>
          </p:cNvSpPr>
          <p:nvPr/>
        </p:nvSpPr>
        <p:spPr>
          <a:xfrm>
            <a:off x="538163" y="1350963"/>
            <a:ext cx="5377043" cy="44275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>
            <a:noAutofit/>
          </a:bodyPr>
          <a:lstStyle/>
          <a:p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Lorem ipsum </a:t>
            </a:r>
            <a:r>
              <a:rPr lang="en-GB" sz="3200" dirty="0" err="1">
                <a:solidFill>
                  <a:schemeClr val="bg1">
                    <a:lumMod val="100000"/>
                  </a:schemeClr>
                </a:solidFill>
              </a:rPr>
              <a:t>dolor</a:t>
            </a:r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 sit </a:t>
            </a:r>
            <a:r>
              <a:rPr lang="en-GB" sz="3200" dirty="0" err="1">
                <a:solidFill>
                  <a:schemeClr val="bg1">
                    <a:lumMod val="100000"/>
                  </a:schemeClr>
                </a:solidFill>
              </a:rPr>
              <a:t>amet</a:t>
            </a:r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, </a:t>
            </a:r>
            <a:r>
              <a:rPr lang="en-GB" sz="3200" dirty="0" err="1">
                <a:solidFill>
                  <a:schemeClr val="bg1">
                    <a:lumMod val="100000"/>
                  </a:schemeClr>
                </a:solidFill>
              </a:rPr>
              <a:t>consectetuer</a:t>
            </a:r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sz="3200" dirty="0" err="1">
                <a:solidFill>
                  <a:schemeClr val="bg1">
                    <a:lumMod val="100000"/>
                  </a:schemeClr>
                </a:solidFill>
              </a:rPr>
              <a:t>adipi-scing</a:t>
            </a:r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sz="3200" dirty="0" err="1">
                <a:solidFill>
                  <a:schemeClr val="bg1">
                    <a:lumMod val="100000"/>
                  </a:schemeClr>
                </a:solidFill>
              </a:rPr>
              <a:t>elit</a:t>
            </a:r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 Aenean </a:t>
            </a:r>
            <a:r>
              <a:rPr lang="en-GB" sz="3200" dirty="0" err="1">
                <a:solidFill>
                  <a:schemeClr val="bg1">
                    <a:lumMod val="100000"/>
                  </a:schemeClr>
                </a:solidFill>
              </a:rPr>
              <a:t>comor</a:t>
            </a:r>
            <a:r>
              <a:rPr lang="en-GB" sz="3200" dirty="0">
                <a:solidFill>
                  <a:schemeClr val="bg1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2EE8AB9-9ACF-905A-52B5-E06616BBFB37}"/>
              </a:ext>
            </a:extLst>
          </p:cNvPr>
          <p:cNvSpPr txBox="1">
            <a:spLocks/>
          </p:cNvSpPr>
          <p:nvPr/>
        </p:nvSpPr>
        <p:spPr>
          <a:xfrm>
            <a:off x="538163" y="3707187"/>
            <a:ext cx="5377043" cy="1115690"/>
          </a:xfrm>
          <a:prstGeom prst="rect">
            <a:avLst/>
          </a:prstGeom>
          <a:noFill/>
        </p:spPr>
        <p:txBody>
          <a:bodyPr wrap="square" lIns="360000" tIns="0" rIns="36000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4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b="1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b="1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b="1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b="1" dirty="0">
              <a:solidFill>
                <a:schemeClr val="bg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DAA38093-1263-48C7-47AC-29F79DDB52B8}"/>
              </a:ext>
            </a:extLst>
          </p:cNvPr>
          <p:cNvSpPr/>
          <p:nvPr/>
        </p:nvSpPr>
        <p:spPr>
          <a:xfrm>
            <a:off x="8549194" y="2803392"/>
            <a:ext cx="2562563" cy="1251215"/>
          </a:xfrm>
          <a:prstGeom prst="wedgeRectCallo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Blue Image is a Placeholder. Change Image.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6549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6E0EE-0566-7539-AB31-CAA1478D4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6C70FB70-3EE9-ADB2-CEC5-D8CFA2F5F04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70FB70-3EE9-ADB2-CEC5-D8CFA2F5F0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Bildplatzhalter 8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CF5D38FB-EE27-750A-307B-2A640D44449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7D8A6D-33EA-B0C3-AC27-1985A34946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66</a:t>
            </a:fld>
            <a:endParaRPr lang="en-GB" dirty="0"/>
          </a:p>
        </p:txBody>
      </p:sp>
      <p:sp>
        <p:nvSpPr>
          <p:cNvPr id="2" name="Rechteck 12">
            <a:extLst>
              <a:ext uri="{FF2B5EF4-FFF2-40B4-BE49-F238E27FC236}">
                <a16:creationId xmlns:a16="http://schemas.microsoft.com/office/drawing/2014/main" id="{6885D370-02EF-1F7B-E786-2E9C05A6E5A8}"/>
              </a:ext>
            </a:extLst>
          </p:cNvPr>
          <p:cNvSpPr>
            <a:spLocks/>
          </p:cNvSpPr>
          <p:nvPr/>
        </p:nvSpPr>
        <p:spPr>
          <a:xfrm>
            <a:off x="538163" y="3483475"/>
            <a:ext cx="11114087" cy="22950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Lorem ipsum</a:t>
            </a: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52766864-89C3-8745-1CC0-901EBE898ABF}"/>
              </a:ext>
            </a:extLst>
          </p:cNvPr>
          <p:cNvGrpSpPr>
            <a:grpSpLocks/>
          </p:cNvGrpSpPr>
          <p:nvPr/>
        </p:nvGrpSpPr>
        <p:grpSpPr>
          <a:xfrm>
            <a:off x="924538" y="4516897"/>
            <a:ext cx="3207640" cy="861775"/>
            <a:chOff x="538163" y="2488571"/>
            <a:chExt cx="3207640" cy="861775"/>
          </a:xfrm>
        </p:grpSpPr>
        <p:sp>
          <p:nvSpPr>
            <p:cNvPr id="5" name="Textfeld 15">
              <a:extLst>
                <a:ext uri="{FF2B5EF4-FFF2-40B4-BE49-F238E27FC236}">
                  <a16:creationId xmlns:a16="http://schemas.microsoft.com/office/drawing/2014/main" id="{6E619889-C797-6CF2-7409-19D95541A437}"/>
                </a:ext>
              </a:extLst>
            </p:cNvPr>
            <p:cNvSpPr txBox="1">
              <a:spLocks/>
            </p:cNvSpPr>
            <p:nvPr/>
          </p:nvSpPr>
          <p:spPr>
            <a:xfrm>
              <a:off x="767720" y="2488572"/>
              <a:ext cx="2978083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AEE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Lorem ipsum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AEE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dolor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AEE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sit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AEE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amet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AEE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Lorem ipsum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dolor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sit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amet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consetetur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sadipscing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elitr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sed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diam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nonumy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eirmod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tempor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invidunt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6" name="Rechteck 16">
              <a:extLst>
                <a:ext uri="{FF2B5EF4-FFF2-40B4-BE49-F238E27FC236}">
                  <a16:creationId xmlns:a16="http://schemas.microsoft.com/office/drawing/2014/main" id="{E5AB2F82-1E0A-8A54-D6C1-9045A3DA6564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2488571"/>
              <a:ext cx="49556" cy="861774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" name="Gruppieren 17">
            <a:extLst>
              <a:ext uri="{FF2B5EF4-FFF2-40B4-BE49-F238E27FC236}">
                <a16:creationId xmlns:a16="http://schemas.microsoft.com/office/drawing/2014/main" id="{424DBA39-3701-A790-D638-0E5EEC632504}"/>
              </a:ext>
            </a:extLst>
          </p:cNvPr>
          <p:cNvGrpSpPr>
            <a:grpSpLocks/>
          </p:cNvGrpSpPr>
          <p:nvPr/>
        </p:nvGrpSpPr>
        <p:grpSpPr>
          <a:xfrm>
            <a:off x="4492179" y="4516897"/>
            <a:ext cx="3207642" cy="861774"/>
            <a:chOff x="538163" y="3333864"/>
            <a:chExt cx="3207642" cy="861774"/>
          </a:xfrm>
        </p:grpSpPr>
        <p:sp>
          <p:nvSpPr>
            <p:cNvPr id="8" name="Textfeld 18">
              <a:extLst>
                <a:ext uri="{FF2B5EF4-FFF2-40B4-BE49-F238E27FC236}">
                  <a16:creationId xmlns:a16="http://schemas.microsoft.com/office/drawing/2014/main" id="{4761399C-56E2-D375-185C-B2F49D90FA72}"/>
                </a:ext>
              </a:extLst>
            </p:cNvPr>
            <p:cNvSpPr txBox="1">
              <a:spLocks/>
            </p:cNvSpPr>
            <p:nvPr/>
          </p:nvSpPr>
          <p:spPr>
            <a:xfrm>
              <a:off x="767720" y="3333864"/>
              <a:ext cx="2978085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>
                <a:defRPr/>
              </a:pPr>
              <a:r>
                <a:rPr lang="en-GB" sz="1400" dirty="0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400" dirty="0">
                <a:solidFill>
                  <a:srgbClr val="00AEE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lvl="0">
                <a:defRPr/>
              </a:pP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eirmod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invidunt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0" name="Rechteck 19">
              <a:extLst>
                <a:ext uri="{FF2B5EF4-FFF2-40B4-BE49-F238E27FC236}">
                  <a16:creationId xmlns:a16="http://schemas.microsoft.com/office/drawing/2014/main" id="{8A17F045-3017-7CAD-041D-E42524014A9D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3333864"/>
              <a:ext cx="49556" cy="861774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3" name="Gruppieren 20">
            <a:extLst>
              <a:ext uri="{FF2B5EF4-FFF2-40B4-BE49-F238E27FC236}">
                <a16:creationId xmlns:a16="http://schemas.microsoft.com/office/drawing/2014/main" id="{1442E367-F7D8-35A5-7C9B-A520884F6FC2}"/>
              </a:ext>
            </a:extLst>
          </p:cNvPr>
          <p:cNvGrpSpPr>
            <a:grpSpLocks/>
          </p:cNvGrpSpPr>
          <p:nvPr/>
        </p:nvGrpSpPr>
        <p:grpSpPr>
          <a:xfrm>
            <a:off x="8059820" y="4516897"/>
            <a:ext cx="3207642" cy="861775"/>
            <a:chOff x="538163" y="4179155"/>
            <a:chExt cx="3207642" cy="861775"/>
          </a:xfrm>
        </p:grpSpPr>
        <p:sp>
          <p:nvSpPr>
            <p:cNvPr id="14" name="Textfeld 21">
              <a:extLst>
                <a:ext uri="{FF2B5EF4-FFF2-40B4-BE49-F238E27FC236}">
                  <a16:creationId xmlns:a16="http://schemas.microsoft.com/office/drawing/2014/main" id="{F277D0B4-470A-32FB-ACA2-8A442DDF527A}"/>
                </a:ext>
              </a:extLst>
            </p:cNvPr>
            <p:cNvSpPr txBox="1">
              <a:spLocks/>
            </p:cNvSpPr>
            <p:nvPr/>
          </p:nvSpPr>
          <p:spPr>
            <a:xfrm>
              <a:off x="767720" y="4179156"/>
              <a:ext cx="2978085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>
                <a:defRPr/>
              </a:pPr>
              <a:r>
                <a:rPr lang="en-GB" sz="1400" dirty="0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rgbClr val="00AEE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400" dirty="0">
                <a:solidFill>
                  <a:srgbClr val="00AEE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lvl="0">
                <a:defRPr/>
              </a:pP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eirmod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invidunt</a:t>
              </a:r>
              <a:r>
                <a:rPr lang="en-GB" sz="14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5" name="Rechteck 22">
              <a:extLst>
                <a:ext uri="{FF2B5EF4-FFF2-40B4-BE49-F238E27FC236}">
                  <a16:creationId xmlns:a16="http://schemas.microsoft.com/office/drawing/2014/main" id="{A667B537-EC79-C8BC-AABC-3ADA32F0E945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4179155"/>
              <a:ext cx="49556" cy="861774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5680122E-C753-3882-5534-FA9AB885A0FD}"/>
              </a:ext>
            </a:extLst>
          </p:cNvPr>
          <p:cNvSpPr/>
          <p:nvPr/>
        </p:nvSpPr>
        <p:spPr>
          <a:xfrm>
            <a:off x="4929496" y="1152760"/>
            <a:ext cx="2562563" cy="1251215"/>
          </a:xfrm>
          <a:prstGeom prst="wedgeRectCallo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Blue Image is a Placeholder. Change Image.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4467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6C9A857-C134-1685-2AAC-4359304363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92231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C9A857-C134-1685-2AAC-4359304363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" name="Grafik 61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A3B7083F-018D-66A8-8654-118D084961F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75205" y="1617664"/>
            <a:ext cx="5916795" cy="524033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B704B5E-B516-7CE2-F3DB-32B61BED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 with image	</a:t>
            </a:r>
          </a:p>
        </p:txBody>
      </p:sp>
      <p:sp>
        <p:nvSpPr>
          <p:cNvPr id="65" name="Foliennummernplatzhalter 64">
            <a:extLst>
              <a:ext uri="{FF2B5EF4-FFF2-40B4-BE49-F238E27FC236}">
                <a16:creationId xmlns:a16="http://schemas.microsoft.com/office/drawing/2014/main" id="{5389A216-E54F-003E-F50A-BCCE78840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67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37790D-806F-6467-1513-E2D347F2B4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Please insert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49" name="TextBox 24">
            <a:extLst>
              <a:ext uri="{FF2B5EF4-FFF2-40B4-BE49-F238E27FC236}">
                <a16:creationId xmlns:a16="http://schemas.microsoft.com/office/drawing/2014/main" id="{390977EF-D939-2D89-F93C-910376DA0848}"/>
              </a:ext>
            </a:extLst>
          </p:cNvPr>
          <p:cNvSpPr txBox="1">
            <a:spLocks/>
          </p:cNvSpPr>
          <p:nvPr/>
        </p:nvSpPr>
        <p:spPr>
          <a:xfrm>
            <a:off x="538163" y="1621546"/>
            <a:ext cx="5377043" cy="83099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. 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Aenean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commodo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 ligula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eget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. </a:t>
            </a:r>
            <a:br>
              <a:rPr lang="en-GB" sz="1800" b="1" dirty="0"/>
            </a:b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Aenean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massa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. Cum sociis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natoque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penatibus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.</a:t>
            </a:r>
          </a:p>
        </p:txBody>
      </p: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8BBE409F-CF95-2D00-3E14-B174FB377B35}"/>
              </a:ext>
            </a:extLst>
          </p:cNvPr>
          <p:cNvGrpSpPr>
            <a:grpSpLocks/>
          </p:cNvGrpSpPr>
          <p:nvPr/>
        </p:nvGrpSpPr>
        <p:grpSpPr>
          <a:xfrm>
            <a:off x="538163" y="2704543"/>
            <a:ext cx="5377043" cy="646331"/>
            <a:chOff x="538163" y="2596293"/>
            <a:chExt cx="5377043" cy="646331"/>
          </a:xfrm>
        </p:grpSpPr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B36791A9-3BA5-71A0-3521-C5A16605E6B3}"/>
                </a:ext>
              </a:extLst>
            </p:cNvPr>
            <p:cNvSpPr txBox="1">
              <a:spLocks/>
            </p:cNvSpPr>
            <p:nvPr/>
          </p:nvSpPr>
          <p:spPr>
            <a:xfrm>
              <a:off x="767719" y="2596293"/>
              <a:ext cx="5147487" cy="646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endPara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DF09A2CB-482C-3B21-5F6B-9F443BBE0508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2596293"/>
              <a:ext cx="49556" cy="646331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E4D13204-794D-AD1E-3548-B18C08408F03}"/>
              </a:ext>
            </a:extLst>
          </p:cNvPr>
          <p:cNvGrpSpPr>
            <a:grpSpLocks/>
          </p:cNvGrpSpPr>
          <p:nvPr/>
        </p:nvGrpSpPr>
        <p:grpSpPr>
          <a:xfrm>
            <a:off x="538163" y="3515353"/>
            <a:ext cx="5377043" cy="646331"/>
            <a:chOff x="538163" y="3441585"/>
            <a:chExt cx="5377043" cy="646331"/>
          </a:xfrm>
        </p:grpSpPr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5ECE99DE-412E-DBA0-AC41-E79456F41DFD}"/>
                </a:ext>
              </a:extLst>
            </p:cNvPr>
            <p:cNvSpPr txBox="1">
              <a:spLocks/>
            </p:cNvSpPr>
            <p:nvPr/>
          </p:nvSpPr>
          <p:spPr>
            <a:xfrm>
              <a:off x="767719" y="3441585"/>
              <a:ext cx="5147487" cy="646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endPara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62A965A4-A2AF-6FF6-E2B1-2BAA745FAAEB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3441585"/>
              <a:ext cx="49556" cy="646331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3AE9E1DE-2428-9F98-057B-3CE52EB030BB}"/>
              </a:ext>
            </a:extLst>
          </p:cNvPr>
          <p:cNvGrpSpPr>
            <a:grpSpLocks/>
          </p:cNvGrpSpPr>
          <p:nvPr/>
        </p:nvGrpSpPr>
        <p:grpSpPr>
          <a:xfrm>
            <a:off x="538163" y="4326163"/>
            <a:ext cx="5377043" cy="646331"/>
            <a:chOff x="538163" y="4286877"/>
            <a:chExt cx="5377043" cy="646331"/>
          </a:xfrm>
        </p:grpSpPr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462314E-FEEE-7B0B-8BE9-DD9D1C0A9D15}"/>
                </a:ext>
              </a:extLst>
            </p:cNvPr>
            <p:cNvSpPr txBox="1">
              <a:spLocks/>
            </p:cNvSpPr>
            <p:nvPr/>
          </p:nvSpPr>
          <p:spPr>
            <a:xfrm>
              <a:off x="767719" y="4286877"/>
              <a:ext cx="5147487" cy="646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endPara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6B28A9D0-2201-8DA1-C9B0-542AD8C197C2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4286877"/>
              <a:ext cx="49556" cy="646331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5636F9E-8E25-8B1B-63F1-7DC6CBFB83C7}"/>
              </a:ext>
            </a:extLst>
          </p:cNvPr>
          <p:cNvGrpSpPr>
            <a:grpSpLocks/>
          </p:cNvGrpSpPr>
          <p:nvPr/>
        </p:nvGrpSpPr>
        <p:grpSpPr>
          <a:xfrm>
            <a:off x="538163" y="5136972"/>
            <a:ext cx="5377043" cy="646331"/>
            <a:chOff x="538163" y="5132169"/>
            <a:chExt cx="5377043" cy="646331"/>
          </a:xfrm>
        </p:grpSpPr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3652C0FD-96E3-5342-5880-780BA78F184F}"/>
                </a:ext>
              </a:extLst>
            </p:cNvPr>
            <p:cNvSpPr txBox="1">
              <a:spLocks/>
            </p:cNvSpPr>
            <p:nvPr/>
          </p:nvSpPr>
          <p:spPr>
            <a:xfrm>
              <a:off x="767719" y="5132169"/>
              <a:ext cx="5147487" cy="646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endPara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29000C3D-6E45-3289-E507-656C56CE182A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5132169"/>
              <a:ext cx="49556" cy="646331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D545F028-F915-479B-4043-EC0B86CD0290}"/>
              </a:ext>
            </a:extLst>
          </p:cNvPr>
          <p:cNvSpPr/>
          <p:nvPr/>
        </p:nvSpPr>
        <p:spPr>
          <a:xfrm>
            <a:off x="7907168" y="2803392"/>
            <a:ext cx="2562563" cy="1251215"/>
          </a:xfrm>
          <a:prstGeom prst="wedgeRectCallo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Blue Image is a Placeholder. Change Image.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2169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9FB9F-6FB2-DCE1-4781-FD68704B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328AE37-5D54-4E71-830E-786800141A8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2269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28AE37-5D54-4E71-830E-786800141A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" name="Grafik 61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C3199829-C540-E20F-08A4-5D31F60AF72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75206" y="1617664"/>
            <a:ext cx="5376240" cy="442753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6D8E521-C936-18AD-3D43-7CB0B3EA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 with image	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C4D5624-3C40-73C9-F2D6-EF8EAA5EC8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68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0507A5-9AF2-B195-D5D0-A33F948844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Please insert </a:t>
            </a:r>
            <a:r>
              <a:rPr lang="en-GB" dirty="0" err="1"/>
              <a:t>Subheadline</a:t>
            </a:r>
            <a:endParaRPr lang="en-GB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FEFEDDC0-1694-2CBA-C330-003DC86E2DC3}"/>
              </a:ext>
            </a:extLst>
          </p:cNvPr>
          <p:cNvGrpSpPr>
            <a:grpSpLocks/>
          </p:cNvGrpSpPr>
          <p:nvPr/>
        </p:nvGrpSpPr>
        <p:grpSpPr>
          <a:xfrm>
            <a:off x="538163" y="2704543"/>
            <a:ext cx="5377043" cy="646331"/>
            <a:chOff x="538163" y="2596293"/>
            <a:chExt cx="5377043" cy="646331"/>
          </a:xfrm>
        </p:grpSpPr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8D6A8285-B9DB-A795-DD07-D320D6E64517}"/>
                </a:ext>
              </a:extLst>
            </p:cNvPr>
            <p:cNvSpPr txBox="1">
              <a:spLocks/>
            </p:cNvSpPr>
            <p:nvPr/>
          </p:nvSpPr>
          <p:spPr>
            <a:xfrm>
              <a:off x="767719" y="2596293"/>
              <a:ext cx="5147487" cy="646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endPara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A3F562E1-F749-45BD-F960-4168AFA983DD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2596293"/>
              <a:ext cx="49556" cy="646331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D00B6F8-8E0A-5145-5622-98B55E52F48B}"/>
              </a:ext>
            </a:extLst>
          </p:cNvPr>
          <p:cNvGrpSpPr>
            <a:grpSpLocks/>
          </p:cNvGrpSpPr>
          <p:nvPr/>
        </p:nvGrpSpPr>
        <p:grpSpPr>
          <a:xfrm>
            <a:off x="538163" y="3515353"/>
            <a:ext cx="5377043" cy="646331"/>
            <a:chOff x="538163" y="3441585"/>
            <a:chExt cx="5377043" cy="646331"/>
          </a:xfrm>
        </p:grpSpPr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A443232F-D176-C7D4-3840-A98DE6089AC8}"/>
                </a:ext>
              </a:extLst>
            </p:cNvPr>
            <p:cNvSpPr txBox="1">
              <a:spLocks/>
            </p:cNvSpPr>
            <p:nvPr/>
          </p:nvSpPr>
          <p:spPr>
            <a:xfrm>
              <a:off x="767719" y="3441585"/>
              <a:ext cx="5147487" cy="646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endPara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E9AAE3E0-824F-41D7-7966-6596DC9684E0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3441585"/>
              <a:ext cx="49556" cy="646331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BFBBA1AB-BA95-F38E-EAB6-1BAE8034BDBF}"/>
              </a:ext>
            </a:extLst>
          </p:cNvPr>
          <p:cNvGrpSpPr>
            <a:grpSpLocks/>
          </p:cNvGrpSpPr>
          <p:nvPr/>
        </p:nvGrpSpPr>
        <p:grpSpPr>
          <a:xfrm>
            <a:off x="538163" y="4326163"/>
            <a:ext cx="5377043" cy="646331"/>
            <a:chOff x="538163" y="4286877"/>
            <a:chExt cx="5377043" cy="646331"/>
          </a:xfrm>
        </p:grpSpPr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E643EFF0-E56C-0F44-B01B-59D5A3F449A9}"/>
                </a:ext>
              </a:extLst>
            </p:cNvPr>
            <p:cNvSpPr txBox="1">
              <a:spLocks/>
            </p:cNvSpPr>
            <p:nvPr/>
          </p:nvSpPr>
          <p:spPr>
            <a:xfrm>
              <a:off x="767719" y="4286877"/>
              <a:ext cx="5147487" cy="646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endPara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FB753279-4D9F-00FB-CF14-A343982F7D86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4286877"/>
              <a:ext cx="49556" cy="646331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49" name="TextBox 24">
            <a:extLst>
              <a:ext uri="{FF2B5EF4-FFF2-40B4-BE49-F238E27FC236}">
                <a16:creationId xmlns:a16="http://schemas.microsoft.com/office/drawing/2014/main" id="{FB4B0B6C-79CF-C691-B388-249FBC41A1E5}"/>
              </a:ext>
            </a:extLst>
          </p:cNvPr>
          <p:cNvSpPr txBox="1">
            <a:spLocks/>
          </p:cNvSpPr>
          <p:nvPr/>
        </p:nvSpPr>
        <p:spPr>
          <a:xfrm>
            <a:off x="538163" y="1621546"/>
            <a:ext cx="5377043" cy="83099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. 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Aenean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commodo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 ligula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eget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. </a:t>
            </a:r>
            <a:b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Aenean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massa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. Cum sociis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natoque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penatibus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3E8FFA7-FABB-8709-B2B1-BBB5F0396D90}"/>
              </a:ext>
            </a:extLst>
          </p:cNvPr>
          <p:cNvGrpSpPr>
            <a:grpSpLocks/>
          </p:cNvGrpSpPr>
          <p:nvPr/>
        </p:nvGrpSpPr>
        <p:grpSpPr>
          <a:xfrm>
            <a:off x="538163" y="5136972"/>
            <a:ext cx="5377043" cy="646331"/>
            <a:chOff x="538163" y="5132169"/>
            <a:chExt cx="5377043" cy="646331"/>
          </a:xfrm>
        </p:grpSpPr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0C372DB0-97ED-9200-A6DB-22B770B90488}"/>
                </a:ext>
              </a:extLst>
            </p:cNvPr>
            <p:cNvSpPr txBox="1">
              <a:spLocks/>
            </p:cNvSpPr>
            <p:nvPr/>
          </p:nvSpPr>
          <p:spPr>
            <a:xfrm>
              <a:off x="767719" y="5132169"/>
              <a:ext cx="5147487" cy="646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endPara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6175A086-422D-7861-FA17-0D1767218B96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5132169"/>
              <a:ext cx="49556" cy="646331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3DEA52A8-DE03-456D-934A-F3104CC8BC2A}"/>
              </a:ext>
            </a:extLst>
          </p:cNvPr>
          <p:cNvSpPr/>
          <p:nvPr/>
        </p:nvSpPr>
        <p:spPr>
          <a:xfrm>
            <a:off x="7907168" y="2803392"/>
            <a:ext cx="2562563" cy="1251215"/>
          </a:xfrm>
          <a:prstGeom prst="wedgeRectCallo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Blue Image is a Placeholder. Change Image.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9676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C0DE0-98EF-1E58-C713-BC3CA63D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0824C56-467C-C97B-7417-8A56030551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4596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824C56-467C-C97B-7417-8A56030551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BA7EB88-EBC4-60B3-03C8-5679648C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 with horizontal image	</a:t>
            </a:r>
          </a:p>
        </p:txBody>
      </p:sp>
      <p:sp>
        <p:nvSpPr>
          <p:cNvPr id="44" name="Foliennummernplatzhalter 43">
            <a:extLst>
              <a:ext uri="{FF2B5EF4-FFF2-40B4-BE49-F238E27FC236}">
                <a16:creationId xmlns:a16="http://schemas.microsoft.com/office/drawing/2014/main" id="{AA1F9093-4197-2DB0-4B50-AFD9978B7D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69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050CC9-DCC0-F2D3-F89C-074E39C22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2 </a:t>
            </a:r>
            <a:r>
              <a:rPr lang="en-GB" dirty="0" err="1"/>
              <a:t>collumns</a:t>
            </a:r>
            <a:endParaRPr lang="en-GB" dirty="0"/>
          </a:p>
        </p:txBody>
      </p:sp>
      <p:pic>
        <p:nvPicPr>
          <p:cNvPr id="43" name="Grafik 42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7D70858C-C6BD-542E-D69E-A019F3E4A35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8163" y="1637780"/>
            <a:ext cx="11114087" cy="2536605"/>
          </a:xfrm>
          <a:prstGeom prst="rect">
            <a:avLst/>
          </a:prstGeom>
        </p:spPr>
      </p:pic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08102909-04C3-7E1E-BCB0-25E8CA80687D}"/>
              </a:ext>
            </a:extLst>
          </p:cNvPr>
          <p:cNvGrpSpPr>
            <a:grpSpLocks/>
          </p:cNvGrpSpPr>
          <p:nvPr/>
        </p:nvGrpSpPr>
        <p:grpSpPr>
          <a:xfrm>
            <a:off x="538163" y="5136972"/>
            <a:ext cx="5377043" cy="646331"/>
            <a:chOff x="538163" y="5132169"/>
            <a:chExt cx="5377043" cy="646331"/>
          </a:xfrm>
        </p:grpSpPr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9C61653E-9366-2C8F-DA03-796BC4742B03}"/>
                </a:ext>
              </a:extLst>
            </p:cNvPr>
            <p:cNvSpPr txBox="1">
              <a:spLocks/>
            </p:cNvSpPr>
            <p:nvPr/>
          </p:nvSpPr>
          <p:spPr>
            <a:xfrm>
              <a:off x="767719" y="5132169"/>
              <a:ext cx="5147487" cy="646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endPara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D5D284AA-2CD4-8B31-85FE-4E2E7A64A10A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5132169"/>
              <a:ext cx="49556" cy="646331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63F701E2-AE8A-D1B4-4F63-5F7F2221420D}"/>
              </a:ext>
            </a:extLst>
          </p:cNvPr>
          <p:cNvGrpSpPr>
            <a:grpSpLocks/>
          </p:cNvGrpSpPr>
          <p:nvPr/>
        </p:nvGrpSpPr>
        <p:grpSpPr>
          <a:xfrm>
            <a:off x="538163" y="4326163"/>
            <a:ext cx="5377043" cy="646331"/>
            <a:chOff x="538163" y="4286877"/>
            <a:chExt cx="5377043" cy="646331"/>
          </a:xfrm>
        </p:grpSpPr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99D26E7E-729A-2320-50DC-7E7D31DF0114}"/>
                </a:ext>
              </a:extLst>
            </p:cNvPr>
            <p:cNvSpPr txBox="1">
              <a:spLocks/>
            </p:cNvSpPr>
            <p:nvPr/>
          </p:nvSpPr>
          <p:spPr>
            <a:xfrm>
              <a:off x="767719" y="4286877"/>
              <a:ext cx="5147487" cy="646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endPara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83BC8274-220B-D497-29AC-42593BEEA2EB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4286877"/>
              <a:ext cx="49556" cy="646331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B4E07A1D-E171-612A-A771-23A16F23A957}"/>
              </a:ext>
            </a:extLst>
          </p:cNvPr>
          <p:cNvGrpSpPr>
            <a:grpSpLocks/>
          </p:cNvGrpSpPr>
          <p:nvPr/>
        </p:nvGrpSpPr>
        <p:grpSpPr>
          <a:xfrm>
            <a:off x="6275207" y="5136972"/>
            <a:ext cx="5377043" cy="646331"/>
            <a:chOff x="538163" y="5132169"/>
            <a:chExt cx="5377043" cy="646331"/>
          </a:xfrm>
        </p:grpSpPr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1B803AC4-EF0A-D8CF-5F48-9B39DEFB8199}"/>
                </a:ext>
              </a:extLst>
            </p:cNvPr>
            <p:cNvSpPr txBox="1">
              <a:spLocks/>
            </p:cNvSpPr>
            <p:nvPr/>
          </p:nvSpPr>
          <p:spPr>
            <a:xfrm>
              <a:off x="767719" y="5132169"/>
              <a:ext cx="5147487" cy="646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endPara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BABA70E9-F962-E411-0AF2-0225C327F33C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5132169"/>
              <a:ext cx="49556" cy="646331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0AEE56C8-AA18-F3D0-5CD1-F2DE752F9644}"/>
              </a:ext>
            </a:extLst>
          </p:cNvPr>
          <p:cNvGrpSpPr>
            <a:grpSpLocks/>
          </p:cNvGrpSpPr>
          <p:nvPr/>
        </p:nvGrpSpPr>
        <p:grpSpPr>
          <a:xfrm>
            <a:off x="6275207" y="4326163"/>
            <a:ext cx="5377043" cy="646331"/>
            <a:chOff x="538163" y="4286877"/>
            <a:chExt cx="5377043" cy="646331"/>
          </a:xfrm>
        </p:grpSpPr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752555F5-406A-E79F-665A-18089D55F479}"/>
                </a:ext>
              </a:extLst>
            </p:cNvPr>
            <p:cNvSpPr txBox="1">
              <a:spLocks/>
            </p:cNvSpPr>
            <p:nvPr/>
          </p:nvSpPr>
          <p:spPr>
            <a:xfrm>
              <a:off x="767719" y="4286877"/>
              <a:ext cx="5147487" cy="646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endParaRPr lang="en-GB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9E133F95-D712-3CC2-C83B-5CD75380E571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538163" y="4286877"/>
              <a:ext cx="49556" cy="646331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FF2929E1-38CA-8D40-31E9-A60A734F7771}"/>
              </a:ext>
            </a:extLst>
          </p:cNvPr>
          <p:cNvSpPr/>
          <p:nvPr/>
        </p:nvSpPr>
        <p:spPr>
          <a:xfrm>
            <a:off x="5223481" y="2177785"/>
            <a:ext cx="2562563" cy="1251215"/>
          </a:xfrm>
          <a:prstGeom prst="wedgeRectCallo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Blue Image is a Placeholder. Change Image.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8957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760D6-53A8-3E12-B191-F06944EAF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B40D4F5-BEFE-10C4-45AE-090110C6E9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1166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40D4F5-BEFE-10C4-45AE-090110C6E9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>
            <a:extLst>
              <a:ext uri="{FF2B5EF4-FFF2-40B4-BE49-F238E27FC236}">
                <a16:creationId xmlns:a16="http://schemas.microsoft.com/office/drawing/2014/main" id="{6A090B95-5591-E7E3-8F95-8BA91A550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02 Collums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6206D479-DCF3-269B-6A0C-B8BAB6E7C1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70</a:t>
            </a:fld>
            <a:endParaRPr lang="en-GB" dirty="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42DCF5BA-1793-EE48-C8C2-F44D909418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With Images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9A6A43CF-09BE-7727-E3B0-E57B6E8A163B}"/>
              </a:ext>
            </a:extLst>
          </p:cNvPr>
          <p:cNvGrpSpPr>
            <a:grpSpLocks/>
          </p:cNvGrpSpPr>
          <p:nvPr/>
        </p:nvGrpSpPr>
        <p:grpSpPr>
          <a:xfrm>
            <a:off x="6275206" y="4269685"/>
            <a:ext cx="5376240" cy="887608"/>
            <a:chOff x="6142239" y="3841551"/>
            <a:chExt cx="5040001" cy="887608"/>
          </a:xfrm>
        </p:grpSpPr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4D1C4F7E-AC0A-D495-3286-F325FCEF95ED}"/>
                </a:ext>
              </a:extLst>
            </p:cNvPr>
            <p:cNvSpPr txBox="1">
              <a:spLocks/>
            </p:cNvSpPr>
            <p:nvPr/>
          </p:nvSpPr>
          <p:spPr>
            <a:xfrm>
              <a:off x="6142240" y="3841551"/>
              <a:ext cx="5040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D4CCF215-BD8A-D1AE-20A2-E6322412092E}"/>
                </a:ext>
              </a:extLst>
            </p:cNvPr>
            <p:cNvSpPr txBox="1">
              <a:spLocks/>
            </p:cNvSpPr>
            <p:nvPr/>
          </p:nvSpPr>
          <p:spPr>
            <a:xfrm>
              <a:off x="6142239" y="4098217"/>
              <a:ext cx="5040000" cy="6309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aenean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commodo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ligula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Cum sociis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natoque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penatibus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dis parturient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montes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Donec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ultricies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nec,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pellentesque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7" name="Grafik 36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E9FA1776-8DFB-F7F5-12FC-6B68B79DF40A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8164" y="1625080"/>
            <a:ext cx="5377043" cy="2536605"/>
          </a:xfrm>
          <a:prstGeom prst="rect">
            <a:avLst/>
          </a:prstGeom>
        </p:spPr>
      </p:pic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61DC2E5A-D6DA-1119-1D13-13138615F41B}"/>
              </a:ext>
            </a:extLst>
          </p:cNvPr>
          <p:cNvGrpSpPr>
            <a:grpSpLocks/>
          </p:cNvGrpSpPr>
          <p:nvPr/>
        </p:nvGrpSpPr>
        <p:grpSpPr>
          <a:xfrm>
            <a:off x="532146" y="4269685"/>
            <a:ext cx="5376240" cy="887608"/>
            <a:chOff x="6142239" y="3841551"/>
            <a:chExt cx="5040001" cy="887608"/>
          </a:xfrm>
        </p:grpSpPr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74B7ABCC-E4DA-B800-D6A7-056D3AA75679}"/>
                </a:ext>
              </a:extLst>
            </p:cNvPr>
            <p:cNvSpPr txBox="1">
              <a:spLocks/>
            </p:cNvSpPr>
            <p:nvPr/>
          </p:nvSpPr>
          <p:spPr>
            <a:xfrm>
              <a:off x="6142240" y="3841551"/>
              <a:ext cx="5040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74114D0F-2877-7BB8-A72E-15ADBC53A5C5}"/>
                </a:ext>
              </a:extLst>
            </p:cNvPr>
            <p:cNvSpPr txBox="1">
              <a:spLocks/>
            </p:cNvSpPr>
            <p:nvPr/>
          </p:nvSpPr>
          <p:spPr>
            <a:xfrm>
              <a:off x="6142239" y="4098217"/>
              <a:ext cx="5040000" cy="6309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Consectetuer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aenean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commodo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ligula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Cum sociis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natoque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penatibus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dis parturient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montes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Donec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ultricies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nec,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pellentesque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quis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sem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2" name="Grafik 51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4D5D2E6A-4479-4FB1-E435-26697EB1F771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75207" y="1625080"/>
            <a:ext cx="5377043" cy="2536605"/>
          </a:xfrm>
          <a:prstGeom prst="rect">
            <a:avLst/>
          </a:prstGeom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59B8DE1D-E5DA-8902-902E-E8DAE7A4AFC5}"/>
              </a:ext>
            </a:extLst>
          </p:cNvPr>
          <p:cNvSpPr/>
          <p:nvPr/>
        </p:nvSpPr>
        <p:spPr>
          <a:xfrm>
            <a:off x="4559699" y="1841539"/>
            <a:ext cx="2829929" cy="1251215"/>
          </a:xfrm>
          <a:prstGeom prst="wedgeRectCallo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Both Blue Images are Placeholders. Change Images.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6299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7E1D-AD53-531A-2809-30BABAE4A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04C1900C-223C-7CAA-297D-973F0AA692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10477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C1900C-223C-7CAA-297D-973F0AA692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" name="Grafik 38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8F958EFE-B854-02A6-8539-C166435C8E6E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8163" y="2445633"/>
            <a:ext cx="3468309" cy="133896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22D3D6D-32F3-C6DA-6529-F8EC2B2287BC}"/>
              </a:ext>
            </a:extLst>
          </p:cNvPr>
          <p:cNvSpPr txBox="1">
            <a:spLocks/>
          </p:cNvSpPr>
          <p:nvPr/>
        </p:nvSpPr>
        <p:spPr>
          <a:xfrm>
            <a:off x="538164" y="3909070"/>
            <a:ext cx="346830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FE65FD5-04E9-ECF8-DE99-701A1FE0FD6C}"/>
              </a:ext>
            </a:extLst>
          </p:cNvPr>
          <p:cNvSpPr txBox="1">
            <a:spLocks/>
          </p:cNvSpPr>
          <p:nvPr/>
        </p:nvSpPr>
        <p:spPr>
          <a:xfrm>
            <a:off x="538164" y="1625705"/>
            <a:ext cx="1111059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longer, like in this formidable example,</a:t>
            </a:r>
          </a:p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could also use this space for the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A9C300D-FE5D-ACC2-FC77-6816618FDB25}"/>
              </a:ext>
            </a:extLst>
          </p:cNvPr>
          <p:cNvSpPr>
            <a:spLocks/>
          </p:cNvSpPr>
          <p:nvPr/>
        </p:nvSpPr>
        <p:spPr>
          <a:xfrm rot="5400000" flipV="1">
            <a:off x="4642923" y="2119622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BD2CB108-507E-46D8-2D47-109B2E81695E}"/>
              </a:ext>
            </a:extLst>
          </p:cNvPr>
          <p:cNvSpPr txBox="1">
            <a:spLocks/>
          </p:cNvSpPr>
          <p:nvPr/>
        </p:nvSpPr>
        <p:spPr>
          <a:xfrm>
            <a:off x="8194781" y="3909070"/>
            <a:ext cx="346830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4959AEEA-D0AE-19CC-DE6A-C1256708C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03 Collums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6635EBD0-5069-8DAF-10B5-F8D1E67610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71</a:t>
            </a:fld>
            <a:endParaRPr lang="en-GB" dirty="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4208203A-23DE-488E-B343-CFCAF795C5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With Images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30D7B1C-07F3-E739-4EA3-201BFD9A8AB6}"/>
              </a:ext>
            </a:extLst>
          </p:cNvPr>
          <p:cNvSpPr txBox="1">
            <a:spLocks/>
          </p:cNvSpPr>
          <p:nvPr/>
        </p:nvSpPr>
        <p:spPr>
          <a:xfrm>
            <a:off x="4366472" y="3909070"/>
            <a:ext cx="346830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ED35C66-EDD0-74B1-C024-16FE8285FAD5}"/>
              </a:ext>
            </a:extLst>
          </p:cNvPr>
          <p:cNvSpPr>
            <a:spLocks/>
          </p:cNvSpPr>
          <p:nvPr/>
        </p:nvSpPr>
        <p:spPr>
          <a:xfrm rot="5400000" flipV="1">
            <a:off x="814615" y="2119625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8E56166-BD3B-E940-D334-E131643F9E59}"/>
              </a:ext>
            </a:extLst>
          </p:cNvPr>
          <p:cNvSpPr>
            <a:spLocks/>
          </p:cNvSpPr>
          <p:nvPr/>
        </p:nvSpPr>
        <p:spPr>
          <a:xfrm rot="5400000" flipV="1">
            <a:off x="8471233" y="2119623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5C752E60-B2ED-EB33-B53A-B1B8FB8D8C48}"/>
              </a:ext>
            </a:extLst>
          </p:cNvPr>
          <p:cNvSpPr txBox="1">
            <a:spLocks/>
          </p:cNvSpPr>
          <p:nvPr/>
        </p:nvSpPr>
        <p:spPr>
          <a:xfrm>
            <a:off x="538164" y="4165736"/>
            <a:ext cx="3468309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573EEEF8-6CA8-FCB2-FF47-E39A2D6993F6}"/>
              </a:ext>
            </a:extLst>
          </p:cNvPr>
          <p:cNvSpPr txBox="1">
            <a:spLocks/>
          </p:cNvSpPr>
          <p:nvPr/>
        </p:nvSpPr>
        <p:spPr>
          <a:xfrm>
            <a:off x="8194781" y="4165736"/>
            <a:ext cx="3468309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20D1484E-9776-C808-57AF-FFBF553AFF65}"/>
              </a:ext>
            </a:extLst>
          </p:cNvPr>
          <p:cNvSpPr txBox="1">
            <a:spLocks/>
          </p:cNvSpPr>
          <p:nvPr/>
        </p:nvSpPr>
        <p:spPr>
          <a:xfrm>
            <a:off x="4366472" y="4165736"/>
            <a:ext cx="3468309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Grafik 17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6846EDD8-E115-FEA3-F70C-BD07981C2E1E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66472" y="2445629"/>
            <a:ext cx="3468309" cy="1338967"/>
          </a:xfrm>
          <a:prstGeom prst="rect">
            <a:avLst/>
          </a:prstGeom>
        </p:spPr>
      </p:pic>
      <p:pic>
        <p:nvPicPr>
          <p:cNvPr id="20" name="Grafik 19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64DFF0F3-6147-F959-A4DA-E201751EA1BA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94781" y="2445630"/>
            <a:ext cx="3468309" cy="1338967"/>
          </a:xfrm>
          <a:prstGeom prst="rect">
            <a:avLst/>
          </a:prstGeom>
        </p:spPr>
      </p:pic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D5CCBC0D-0DB6-A416-D17B-B4CAC56F166D}"/>
              </a:ext>
            </a:extLst>
          </p:cNvPr>
          <p:cNvSpPr/>
          <p:nvPr/>
        </p:nvSpPr>
        <p:spPr>
          <a:xfrm>
            <a:off x="6624084" y="1970010"/>
            <a:ext cx="2977115" cy="1251215"/>
          </a:xfrm>
          <a:prstGeom prst="wedgeRectCallo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All 3 Blue Images are Placeholders. Change Images.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1720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DD75-5324-960E-F65B-CC0EC2B84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E3E18AF-3551-E7B9-FB52-9E1FC4C88C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37854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E3E18AF-3551-E7B9-FB52-9E1FC4C88C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" name="Grafik 38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C2C7AF8E-E6AA-3E47-3869-29182608183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8163" y="2445633"/>
            <a:ext cx="2519362" cy="133896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E306F10-77DA-A4FE-179F-A29932C018EE}"/>
              </a:ext>
            </a:extLst>
          </p:cNvPr>
          <p:cNvSpPr txBox="1">
            <a:spLocks/>
          </p:cNvSpPr>
          <p:nvPr/>
        </p:nvSpPr>
        <p:spPr>
          <a:xfrm>
            <a:off x="538164" y="3909070"/>
            <a:ext cx="25085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812E2B3-00D1-5BF3-2402-28E0D5D4C9B0}"/>
              </a:ext>
            </a:extLst>
          </p:cNvPr>
          <p:cNvSpPr txBox="1">
            <a:spLocks/>
          </p:cNvSpPr>
          <p:nvPr/>
        </p:nvSpPr>
        <p:spPr>
          <a:xfrm>
            <a:off x="538164" y="1625705"/>
            <a:ext cx="1111059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longer, like in this formidable example,</a:t>
            </a:r>
          </a:p>
          <a:p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could also use this space for the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A5F8562-B4C0-548C-62B2-75DC5AA91376}"/>
              </a:ext>
            </a:extLst>
          </p:cNvPr>
          <p:cNvSpPr>
            <a:spLocks/>
          </p:cNvSpPr>
          <p:nvPr/>
        </p:nvSpPr>
        <p:spPr>
          <a:xfrm rot="5400000" flipV="1">
            <a:off x="3683137" y="2119623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826E9E7-3EA5-7532-711E-83E748F73328}"/>
              </a:ext>
            </a:extLst>
          </p:cNvPr>
          <p:cNvSpPr>
            <a:spLocks/>
          </p:cNvSpPr>
          <p:nvPr/>
        </p:nvSpPr>
        <p:spPr>
          <a:xfrm rot="5400000" flipV="1">
            <a:off x="6551658" y="2119622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EA16EFF8-1A8D-2892-7F35-E48CC504834C}"/>
              </a:ext>
            </a:extLst>
          </p:cNvPr>
          <p:cNvSpPr txBox="1">
            <a:spLocks/>
          </p:cNvSpPr>
          <p:nvPr/>
        </p:nvSpPr>
        <p:spPr>
          <a:xfrm>
            <a:off x="3406685" y="3909070"/>
            <a:ext cx="25085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B8EF3612-35E9-8E1A-58CF-8881584844F4}"/>
              </a:ext>
            </a:extLst>
          </p:cNvPr>
          <p:cNvSpPr txBox="1">
            <a:spLocks/>
          </p:cNvSpPr>
          <p:nvPr/>
        </p:nvSpPr>
        <p:spPr>
          <a:xfrm>
            <a:off x="9143729" y="3909070"/>
            <a:ext cx="25085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6F479571-4C5F-5460-57D8-8A9429B4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04 Collums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90F8B6F0-AA23-9CA0-54E3-F74A2AB783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72</a:t>
            </a:fld>
            <a:endParaRPr lang="en-GB" dirty="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7F82CB52-E17C-2832-4149-20A4174171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With Images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A5C420D-45D9-4A9C-70DA-FA80436A85A4}"/>
              </a:ext>
            </a:extLst>
          </p:cNvPr>
          <p:cNvSpPr txBox="1">
            <a:spLocks/>
          </p:cNvSpPr>
          <p:nvPr/>
        </p:nvSpPr>
        <p:spPr>
          <a:xfrm>
            <a:off x="6275207" y="3909070"/>
            <a:ext cx="25085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693FE60-9489-E487-62D7-787650A5FFE1}"/>
              </a:ext>
            </a:extLst>
          </p:cNvPr>
          <p:cNvSpPr>
            <a:spLocks/>
          </p:cNvSpPr>
          <p:nvPr/>
        </p:nvSpPr>
        <p:spPr>
          <a:xfrm rot="5400000" flipV="1">
            <a:off x="814615" y="2119625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7059BAE-9C18-69FE-583C-D478B364F651}"/>
              </a:ext>
            </a:extLst>
          </p:cNvPr>
          <p:cNvSpPr>
            <a:spLocks/>
          </p:cNvSpPr>
          <p:nvPr/>
        </p:nvSpPr>
        <p:spPr>
          <a:xfrm rot="5400000" flipV="1">
            <a:off x="9420180" y="2119623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0" name="Grafik 39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705D7D84-E86E-607D-BB28-F4CEF0C6A7F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05188" y="2442458"/>
            <a:ext cx="2519362" cy="1338967"/>
          </a:xfrm>
          <a:prstGeom prst="rect">
            <a:avLst/>
          </a:prstGeom>
        </p:spPr>
      </p:pic>
      <p:pic>
        <p:nvPicPr>
          <p:cNvPr id="41" name="Grafik 40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7DFE5145-FBF3-48CB-E211-D2D49AC75C3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75207" y="2445629"/>
            <a:ext cx="2519362" cy="1338967"/>
          </a:xfrm>
          <a:prstGeom prst="rect">
            <a:avLst/>
          </a:prstGeom>
        </p:spPr>
      </p:pic>
      <p:pic>
        <p:nvPicPr>
          <p:cNvPr id="42" name="Grafik 41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8E430564-CD11-3E41-299A-FA89EE6402A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43729" y="2445630"/>
            <a:ext cx="2519362" cy="1338967"/>
          </a:xfrm>
          <a:prstGeom prst="rect">
            <a:avLst/>
          </a:prstGeom>
        </p:spPr>
      </p:pic>
      <p:sp>
        <p:nvSpPr>
          <p:cNvPr id="44" name="Textfeld 43">
            <a:extLst>
              <a:ext uri="{FF2B5EF4-FFF2-40B4-BE49-F238E27FC236}">
                <a16:creationId xmlns:a16="http://schemas.microsoft.com/office/drawing/2014/main" id="{85ABBE79-54DA-878D-9FF5-BC9A57D881E4}"/>
              </a:ext>
            </a:extLst>
          </p:cNvPr>
          <p:cNvSpPr txBox="1">
            <a:spLocks/>
          </p:cNvSpPr>
          <p:nvPr/>
        </p:nvSpPr>
        <p:spPr>
          <a:xfrm>
            <a:off x="538164" y="4165736"/>
            <a:ext cx="2508521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988664A-42AA-F666-2321-8875FB3C9D61}"/>
              </a:ext>
            </a:extLst>
          </p:cNvPr>
          <p:cNvSpPr txBox="1">
            <a:spLocks/>
          </p:cNvSpPr>
          <p:nvPr/>
        </p:nvSpPr>
        <p:spPr>
          <a:xfrm>
            <a:off x="3406685" y="4165736"/>
            <a:ext cx="2508521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72302726-3D57-8F1E-BAD0-F5340D52BC56}"/>
              </a:ext>
            </a:extLst>
          </p:cNvPr>
          <p:cNvSpPr txBox="1">
            <a:spLocks/>
          </p:cNvSpPr>
          <p:nvPr/>
        </p:nvSpPr>
        <p:spPr>
          <a:xfrm>
            <a:off x="9143729" y="4165736"/>
            <a:ext cx="2508521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4F14E861-BD57-29A3-F8BC-3F07ABA685B1}"/>
              </a:ext>
            </a:extLst>
          </p:cNvPr>
          <p:cNvSpPr txBox="1">
            <a:spLocks/>
          </p:cNvSpPr>
          <p:nvPr/>
        </p:nvSpPr>
        <p:spPr>
          <a:xfrm>
            <a:off x="6275207" y="4165736"/>
            <a:ext cx="2508521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53E6C9DF-3149-7FFA-E907-6F3873A042B1}"/>
              </a:ext>
            </a:extLst>
          </p:cNvPr>
          <p:cNvSpPr/>
          <p:nvPr/>
        </p:nvSpPr>
        <p:spPr>
          <a:xfrm>
            <a:off x="7226827" y="1921504"/>
            <a:ext cx="2923250" cy="1251215"/>
          </a:xfrm>
          <a:prstGeom prst="wedgeRectCallo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All 4 Blue Images are Placeholders. Change Images.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669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BC3D-8B3E-0944-9DFC-2624B596A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9725155-FE47-9973-9962-9D2F69B387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66171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725155-FE47-9973-9962-9D2F69B387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4" name="Grafik 63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4D17EBB6-DF3C-BD78-5189-E75C3512A448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8164" y="4621366"/>
            <a:ext cx="2519362" cy="1129632"/>
          </a:xfrm>
          <a:prstGeom prst="rect">
            <a:avLst/>
          </a:prstGeom>
        </p:spPr>
      </p:pic>
      <p:sp>
        <p:nvSpPr>
          <p:cNvPr id="11" name="Titel 10">
            <a:extLst>
              <a:ext uri="{FF2B5EF4-FFF2-40B4-BE49-F238E27FC236}">
                <a16:creationId xmlns:a16="http://schemas.microsoft.com/office/drawing/2014/main" id="{9E3E9C37-5244-DE5F-F988-158E4AC4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03 Rows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880E7693-C827-A0D3-36A2-C9BFF31916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73</a:t>
            </a:fld>
            <a:endParaRPr lang="en-GB" dirty="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BD0C1A51-221D-2F5C-6510-D5E34DDFC9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With Images</a:t>
            </a:r>
          </a:p>
        </p:txBody>
      </p:sp>
      <p:pic>
        <p:nvPicPr>
          <p:cNvPr id="27" name="Grafik 26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8503694D-53DC-5479-ABDA-DCC288B1BBB5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8163" y="1669605"/>
            <a:ext cx="2519362" cy="1129632"/>
          </a:xfrm>
          <a:prstGeom prst="rect">
            <a:avLst/>
          </a:prstGeom>
        </p:spPr>
      </p:pic>
      <p:sp>
        <p:nvSpPr>
          <p:cNvPr id="30" name="Rechteck 29">
            <a:extLst>
              <a:ext uri="{FF2B5EF4-FFF2-40B4-BE49-F238E27FC236}">
                <a16:creationId xmlns:a16="http://schemas.microsoft.com/office/drawing/2014/main" id="{0C72FD44-CC0F-C04F-5478-8AED02320943}"/>
              </a:ext>
            </a:extLst>
          </p:cNvPr>
          <p:cNvSpPr>
            <a:spLocks/>
          </p:cNvSpPr>
          <p:nvPr/>
        </p:nvSpPr>
        <p:spPr>
          <a:xfrm rot="5400000" flipV="1">
            <a:off x="814615" y="1343596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8652338-7676-AE35-AD68-D3F6008EE494}"/>
              </a:ext>
            </a:extLst>
          </p:cNvPr>
          <p:cNvSpPr>
            <a:spLocks/>
          </p:cNvSpPr>
          <p:nvPr/>
        </p:nvSpPr>
        <p:spPr>
          <a:xfrm rot="5400000" flipV="1">
            <a:off x="816112" y="2833843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91A463A-BA82-2438-6FEC-57E990A4F290}"/>
              </a:ext>
            </a:extLst>
          </p:cNvPr>
          <p:cNvSpPr>
            <a:spLocks/>
          </p:cNvSpPr>
          <p:nvPr/>
        </p:nvSpPr>
        <p:spPr>
          <a:xfrm rot="5400000" flipV="1">
            <a:off x="814615" y="4294810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4F26AD8-54F1-ED32-E67C-630F47BFDA2C}"/>
              </a:ext>
            </a:extLst>
          </p:cNvPr>
          <p:cNvSpPr txBox="1">
            <a:spLocks/>
          </p:cNvSpPr>
          <p:nvPr/>
        </p:nvSpPr>
        <p:spPr>
          <a:xfrm>
            <a:off x="6275207" y="1621913"/>
            <a:ext cx="5377043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3F37C49-3190-7D7D-0C97-D9E95AE86C1B}"/>
              </a:ext>
            </a:extLst>
          </p:cNvPr>
          <p:cNvSpPr txBox="1">
            <a:spLocks/>
          </p:cNvSpPr>
          <p:nvPr/>
        </p:nvSpPr>
        <p:spPr>
          <a:xfrm>
            <a:off x="6275207" y="3097206"/>
            <a:ext cx="5377043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6BC6EC1-7B4F-4994-19B3-3E2B780378CC}"/>
              </a:ext>
            </a:extLst>
          </p:cNvPr>
          <p:cNvSpPr txBox="1">
            <a:spLocks/>
          </p:cNvSpPr>
          <p:nvPr/>
        </p:nvSpPr>
        <p:spPr>
          <a:xfrm>
            <a:off x="6275207" y="4572500"/>
            <a:ext cx="5377043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endParaRPr lang="en-GB" sz="14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Consectetuer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ligula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platzhalter 2">
            <a:extLst>
              <a:ext uri="{FF2B5EF4-FFF2-40B4-BE49-F238E27FC236}">
                <a16:creationId xmlns:a16="http://schemas.microsoft.com/office/drawing/2014/main" id="{FE4F855D-57DE-54BA-8B15-5A98F90FFAA6}"/>
              </a:ext>
            </a:extLst>
          </p:cNvPr>
          <p:cNvSpPr txBox="1">
            <a:spLocks/>
          </p:cNvSpPr>
          <p:nvPr/>
        </p:nvSpPr>
        <p:spPr>
          <a:xfrm>
            <a:off x="3405188" y="1669605"/>
            <a:ext cx="2519362" cy="6155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Lorem Ipsum</a:t>
            </a:r>
          </a:p>
          <a:p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2000" dirty="0"/>
          </a:p>
        </p:txBody>
      </p:sp>
      <p:sp>
        <p:nvSpPr>
          <p:cNvPr id="40" name="Textplatzhalter 2">
            <a:extLst>
              <a:ext uri="{FF2B5EF4-FFF2-40B4-BE49-F238E27FC236}">
                <a16:creationId xmlns:a16="http://schemas.microsoft.com/office/drawing/2014/main" id="{DAA8BDC1-D554-D299-D86D-699C980D1DA3}"/>
              </a:ext>
            </a:extLst>
          </p:cNvPr>
          <p:cNvSpPr txBox="1">
            <a:spLocks/>
          </p:cNvSpPr>
          <p:nvPr/>
        </p:nvSpPr>
        <p:spPr>
          <a:xfrm>
            <a:off x="3405188" y="3159237"/>
            <a:ext cx="2519362" cy="6155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Lorem Ipsum</a:t>
            </a:r>
          </a:p>
          <a:p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2000" dirty="0"/>
          </a:p>
        </p:txBody>
      </p:sp>
      <p:sp>
        <p:nvSpPr>
          <p:cNvPr id="41" name="Textplatzhalter 2">
            <a:extLst>
              <a:ext uri="{FF2B5EF4-FFF2-40B4-BE49-F238E27FC236}">
                <a16:creationId xmlns:a16="http://schemas.microsoft.com/office/drawing/2014/main" id="{313D03A5-F68C-79F0-F489-CA3E7F1591B5}"/>
              </a:ext>
            </a:extLst>
          </p:cNvPr>
          <p:cNvSpPr txBox="1">
            <a:spLocks/>
          </p:cNvSpPr>
          <p:nvPr/>
        </p:nvSpPr>
        <p:spPr>
          <a:xfrm>
            <a:off x="3405188" y="4648868"/>
            <a:ext cx="2519362" cy="6155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Lorem Ipsum</a:t>
            </a:r>
          </a:p>
          <a:p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2000" dirty="0"/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A87B4AE6-F790-B6FD-FB97-CE372F65547C}"/>
              </a:ext>
            </a:extLst>
          </p:cNvPr>
          <p:cNvGrpSpPr>
            <a:grpSpLocks/>
          </p:cNvGrpSpPr>
          <p:nvPr/>
        </p:nvGrpSpPr>
        <p:grpSpPr>
          <a:xfrm>
            <a:off x="3405188" y="2979237"/>
            <a:ext cx="8247062" cy="0"/>
            <a:chOff x="3405188" y="2499890"/>
            <a:chExt cx="8247062" cy="0"/>
          </a:xfrm>
        </p:grpSpPr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3942ECB-D4DF-69EB-6B21-7248F602808E}"/>
                </a:ext>
              </a:extLst>
            </p:cNvPr>
            <p:cNvCxnSpPr>
              <a:cxnSpLocks/>
            </p:cNvCxnSpPr>
            <p:nvPr/>
          </p:nvCxnSpPr>
          <p:spPr>
            <a:xfrm>
              <a:off x="3405188" y="2499890"/>
              <a:ext cx="251936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F7453800-162D-EAF3-5AAA-7ECECEA6D558}"/>
                </a:ext>
              </a:extLst>
            </p:cNvPr>
            <p:cNvCxnSpPr>
              <a:cxnSpLocks/>
            </p:cNvCxnSpPr>
            <p:nvPr/>
          </p:nvCxnSpPr>
          <p:spPr>
            <a:xfrm>
              <a:off x="6275207" y="2499890"/>
              <a:ext cx="5377043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164D07A9-B84F-AFF7-9840-621080E0209F}"/>
              </a:ext>
            </a:extLst>
          </p:cNvPr>
          <p:cNvGrpSpPr>
            <a:grpSpLocks/>
          </p:cNvGrpSpPr>
          <p:nvPr/>
        </p:nvGrpSpPr>
        <p:grpSpPr>
          <a:xfrm>
            <a:off x="3405188" y="4468868"/>
            <a:ext cx="8247062" cy="0"/>
            <a:chOff x="3405188" y="2499890"/>
            <a:chExt cx="8247062" cy="0"/>
          </a:xfrm>
        </p:grpSpPr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8CFC0D56-4679-338D-6FE5-7167F215A457}"/>
                </a:ext>
              </a:extLst>
            </p:cNvPr>
            <p:cNvCxnSpPr>
              <a:cxnSpLocks/>
            </p:cNvCxnSpPr>
            <p:nvPr/>
          </p:nvCxnSpPr>
          <p:spPr>
            <a:xfrm>
              <a:off x="3405188" y="2499890"/>
              <a:ext cx="251936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E518C4CA-487C-0C9A-B3A8-07CF6E6EEE39}"/>
                </a:ext>
              </a:extLst>
            </p:cNvPr>
            <p:cNvCxnSpPr>
              <a:cxnSpLocks/>
            </p:cNvCxnSpPr>
            <p:nvPr/>
          </p:nvCxnSpPr>
          <p:spPr>
            <a:xfrm>
              <a:off x="6275207" y="2499890"/>
              <a:ext cx="5377043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Grafik 62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D2CFB9C5-8C99-8D9E-73E6-0953CFAD5EBA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8163" y="3159236"/>
            <a:ext cx="2519362" cy="1129632"/>
          </a:xfrm>
          <a:prstGeom prst="rect">
            <a:avLst/>
          </a:prstGeom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36BD076B-7F66-3C0C-4BA8-FFF168FF100E}"/>
              </a:ext>
            </a:extLst>
          </p:cNvPr>
          <p:cNvSpPr/>
          <p:nvPr/>
        </p:nvSpPr>
        <p:spPr>
          <a:xfrm>
            <a:off x="748597" y="2353629"/>
            <a:ext cx="2098494" cy="1251215"/>
          </a:xfrm>
          <a:prstGeom prst="wedgeRectCallo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All 3 Blue Images are Placeholders. Change Images.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8555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DBDFF-DC01-5026-C4D3-FCDD155EE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F62B597-661F-6594-F479-8B6E85B1E0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2B597-661F-6594-F479-8B6E85B1E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B9318528-4891-1B6F-1D9F-7E30A195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Table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5466647F-A03B-5FC1-1A5F-D74F9DE731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74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E032D0D-ABA4-60DB-3A70-58E52F19AC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Four Columns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EAB4407-D321-FC9F-272E-4357607C2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353859"/>
              </p:ext>
            </p:extLst>
          </p:nvPr>
        </p:nvGraphicFramePr>
        <p:xfrm>
          <a:off x="539749" y="1617662"/>
          <a:ext cx="11112500" cy="351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8125">
                  <a:extLst>
                    <a:ext uri="{9D8B030D-6E8A-4147-A177-3AD203B41FA5}">
                      <a16:colId xmlns:a16="http://schemas.microsoft.com/office/drawing/2014/main" val="3060042526"/>
                    </a:ext>
                  </a:extLst>
                </a:gridCol>
                <a:gridCol w="2778125">
                  <a:extLst>
                    <a:ext uri="{9D8B030D-6E8A-4147-A177-3AD203B41FA5}">
                      <a16:colId xmlns:a16="http://schemas.microsoft.com/office/drawing/2014/main" val="3773499983"/>
                    </a:ext>
                  </a:extLst>
                </a:gridCol>
                <a:gridCol w="2778125">
                  <a:extLst>
                    <a:ext uri="{9D8B030D-6E8A-4147-A177-3AD203B41FA5}">
                      <a16:colId xmlns:a16="http://schemas.microsoft.com/office/drawing/2014/main" val="3971695139"/>
                    </a:ext>
                  </a:extLst>
                </a:gridCol>
                <a:gridCol w="2778125">
                  <a:extLst>
                    <a:ext uri="{9D8B030D-6E8A-4147-A177-3AD203B41FA5}">
                      <a16:colId xmlns:a16="http://schemas.microsoft.com/office/drawing/2014/main" val="33867928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accent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accent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accent2"/>
                          </a:solidFill>
                        </a:rPr>
                        <a:t> sit </a:t>
                      </a:r>
                    </a:p>
                  </a:txBody>
                  <a:tcPr marL="0" marR="108000" marT="108000" marB="108000">
                    <a:lnR w="12700" cmpd="sng">
                      <a:noFill/>
                    </a:lnR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 sit </a:t>
                      </a: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 sit </a:t>
                      </a:r>
                    </a:p>
                  </a:txBody>
                  <a:tcPr marL="108000" marR="108000" marT="108000" marB="108000"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 sit </a:t>
                      </a:r>
                    </a:p>
                  </a:txBody>
                  <a:tcPr marL="108000" marR="108000" marT="108000" marB="108000"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897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consetetur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sadipscing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elitr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sed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diam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nonumy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 </a:t>
                      </a:r>
                      <a:br>
                        <a:rPr lang="en-GB" sz="1200" dirty="0">
                          <a:solidFill>
                            <a:schemeClr val="tx2"/>
                          </a:solidFill>
                        </a:rPr>
                      </a:br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R w="12700" cmpd="sng">
                      <a:noFill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08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26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 sit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amet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consetetur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sadipscing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elitr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sed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diam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tx2"/>
                          </a:solidFill>
                        </a:rPr>
                        <a:t>nonumy</a:t>
                      </a:r>
                      <a:r>
                        <a:rPr lang="en-GB" sz="1200" dirty="0">
                          <a:solidFill>
                            <a:schemeClr val="tx2"/>
                          </a:solidFill>
                        </a:rPr>
                        <a:t> </a:t>
                      </a:r>
                      <a:br>
                        <a:rPr lang="en-GB" sz="1200" dirty="0">
                          <a:solidFill>
                            <a:schemeClr val="tx2"/>
                          </a:solidFill>
                        </a:rPr>
                      </a:br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722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consetetur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sadipscing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elitr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,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sed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diam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nonumy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245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4845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C37B7-07A0-1CB7-73E0-32FC91A6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5FC2BB9-5932-F1E6-2E61-EB43FA4A11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FC2BB9-5932-F1E6-2E61-EB43FA4A11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8A29BAF3-E2C9-F722-BA67-296D65B15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Table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583E8C63-FF3A-5B5D-89A7-4EC6E74780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75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5285D5F-5FD4-A35D-EFD5-CB3D82E44D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Six Columns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16CBAC5-0AE6-C20D-B7A5-7CF8DAFE4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951201"/>
              </p:ext>
            </p:extLst>
          </p:nvPr>
        </p:nvGraphicFramePr>
        <p:xfrm>
          <a:off x="539749" y="1617662"/>
          <a:ext cx="11112500" cy="419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3060042526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773499983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971695139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386792886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77325733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516767386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773040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accent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accent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accent2"/>
                          </a:solidFill>
                        </a:rPr>
                        <a:t> sit </a:t>
                      </a:r>
                    </a:p>
                  </a:txBody>
                  <a:tcPr marL="0" marR="108000" marT="108000" marB="108000">
                    <a:lnR w="12700" cmpd="sng">
                      <a:noFill/>
                    </a:lnR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 sit </a:t>
                      </a: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 sit </a:t>
                      </a:r>
                    </a:p>
                  </a:txBody>
                  <a:tcPr marL="108000" marR="108000" marT="108000" marB="108000"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 sit </a:t>
                      </a:r>
                    </a:p>
                  </a:txBody>
                  <a:tcPr marL="108000" marR="108000" marT="108000" marB="108000"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 sit </a:t>
                      </a:r>
                    </a:p>
                  </a:txBody>
                  <a:tcPr marL="108000" marR="108000" marT="108000" marB="108000"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 sit </a:t>
                      </a:r>
                    </a:p>
                  </a:txBody>
                  <a:tcPr marL="108000" marR="108000" marT="108000" marB="108000"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Lorem ipsum </a:t>
                      </a:r>
                      <a:r>
                        <a:rPr lang="en-GB" sz="1600" dirty="0" err="1">
                          <a:solidFill>
                            <a:schemeClr val="tx2"/>
                          </a:solidFill>
                        </a:rPr>
                        <a:t>dolor</a:t>
                      </a:r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 sit </a:t>
                      </a:r>
                    </a:p>
                  </a:txBody>
                  <a:tcPr marL="108000" marR="108000" marT="108000" marB="108000"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897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R w="12700" cmpd="sng">
                      <a:noFill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08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26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722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245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21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lang="en-GB" sz="1200" dirty="0">
                        <a:solidFill>
                          <a:schemeClr val="tx2"/>
                        </a:solidFill>
                      </a:endParaRPr>
                    </a:p>
                  </a:txBody>
                  <a:tcPr marL="0" marR="108000" marT="108000" marB="108000"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 </a:t>
                      </a:r>
                      <a:b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</a:b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dolor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sit </a:t>
                      </a:r>
                      <a:r>
                        <a:rPr kumimoji="0" lang="en-GB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amet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0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3362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865C2-499A-3A93-B170-E76211512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7C2DEDF-8BB4-7E19-2F22-3C57AEDC59B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2DEDF-8BB4-7E19-2F22-3C57AEDC59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BBA73EBF-2CAF-6E99-9DEF-C926E196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Timetable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3F872AF4-5926-560C-94F6-82A1E61FD7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76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2835E82-72D8-59DF-B861-DC239CA820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Option 01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2077C6F3-EA2C-1113-F4BE-A6D0A4071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959542"/>
              </p:ext>
            </p:extLst>
          </p:nvPr>
        </p:nvGraphicFramePr>
        <p:xfrm>
          <a:off x="539749" y="1617663"/>
          <a:ext cx="11112491" cy="295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807">
                  <a:extLst>
                    <a:ext uri="{9D8B030D-6E8A-4147-A177-3AD203B41FA5}">
                      <a16:colId xmlns:a16="http://schemas.microsoft.com/office/drawing/2014/main" val="3060042526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773499983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2384407058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454634977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971695139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2865587775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915404157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386792886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2666469242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1394728963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765147352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85417513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921608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54000" marT="54000" marB="54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accent2"/>
                          </a:solidFill>
                        </a:rPr>
                        <a:t>Q1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accent2"/>
                          </a:solidFill>
                        </a:rPr>
                        <a:t>Q2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accent2"/>
                          </a:solidFill>
                        </a:rPr>
                        <a:t>Q3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accent2"/>
                          </a:solidFill>
                        </a:rPr>
                        <a:t>Q4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897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L w="12700" cmpd="sng">
                      <a:noFill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10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10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10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10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08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2"/>
                          </a:solidFill>
                        </a:rPr>
                        <a:t>Project</a:t>
                      </a: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Jan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Feb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Mar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Apr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May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Jun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Jul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Aug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Sep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Oct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Dec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807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01</a:t>
                      </a: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26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02</a:t>
                      </a: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310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03</a:t>
                      </a: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344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04 </a:t>
                      </a: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975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05</a:t>
                      </a: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91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06</a:t>
                      </a: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28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07</a:t>
                      </a: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082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08</a:t>
                      </a: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88604"/>
                  </a:ext>
                </a:extLst>
              </a:tr>
            </a:tbl>
          </a:graphicData>
        </a:graphic>
      </p:graphicFrame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3EFD4F23-484D-86CD-74B7-C798B629701A}"/>
              </a:ext>
            </a:extLst>
          </p:cNvPr>
          <p:cNvGrpSpPr/>
          <p:nvPr/>
        </p:nvGrpSpPr>
        <p:grpSpPr>
          <a:xfrm>
            <a:off x="1425575" y="2546259"/>
            <a:ext cx="2506577" cy="161261"/>
            <a:chOff x="1328825" y="5079076"/>
            <a:chExt cx="2506576" cy="161261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27484885-F761-E1D9-12D2-25B98B97EDFB}"/>
                </a:ext>
              </a:extLst>
            </p:cNvPr>
            <p:cNvSpPr>
              <a:spLocks/>
            </p:cNvSpPr>
            <p:nvPr/>
          </p:nvSpPr>
          <p:spPr>
            <a:xfrm>
              <a:off x="1328825" y="5079076"/>
              <a:ext cx="2506576" cy="161261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F2E146C8-A0AD-83D4-9384-43A47326872D}"/>
                </a:ext>
              </a:extLst>
            </p:cNvPr>
            <p:cNvSpPr>
              <a:spLocks/>
            </p:cNvSpPr>
            <p:nvPr/>
          </p:nvSpPr>
          <p:spPr>
            <a:xfrm>
              <a:off x="3674139" y="5079076"/>
              <a:ext cx="161261" cy="1612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F809594B-933B-AE2B-68EE-6F5885AFE70A}"/>
              </a:ext>
            </a:extLst>
          </p:cNvPr>
          <p:cNvGrpSpPr/>
          <p:nvPr/>
        </p:nvGrpSpPr>
        <p:grpSpPr>
          <a:xfrm>
            <a:off x="3984626" y="3324134"/>
            <a:ext cx="1642977" cy="161261"/>
            <a:chOff x="2192425" y="5079076"/>
            <a:chExt cx="1642976" cy="161261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D6492273-008F-6B63-4BE8-D8C35233CD78}"/>
                </a:ext>
              </a:extLst>
            </p:cNvPr>
            <p:cNvSpPr>
              <a:spLocks/>
            </p:cNvSpPr>
            <p:nvPr/>
          </p:nvSpPr>
          <p:spPr>
            <a:xfrm>
              <a:off x="2192425" y="5079076"/>
              <a:ext cx="1642976" cy="161261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46F5F051-1819-3AC5-6A6F-78373384A469}"/>
                </a:ext>
              </a:extLst>
            </p:cNvPr>
            <p:cNvSpPr>
              <a:spLocks/>
            </p:cNvSpPr>
            <p:nvPr/>
          </p:nvSpPr>
          <p:spPr>
            <a:xfrm>
              <a:off x="3674139" y="5079076"/>
              <a:ext cx="161261" cy="1612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61D0CAD4-702C-7568-DC04-5EF9AC0291A5}"/>
              </a:ext>
            </a:extLst>
          </p:cNvPr>
          <p:cNvGrpSpPr/>
          <p:nvPr/>
        </p:nvGrpSpPr>
        <p:grpSpPr>
          <a:xfrm>
            <a:off x="6555839" y="2800432"/>
            <a:ext cx="1642977" cy="161261"/>
            <a:chOff x="2192425" y="5079076"/>
            <a:chExt cx="1642976" cy="161261"/>
          </a:xfrm>
        </p:grpSpPr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5DE81A1F-74E1-2595-3167-44C651A3151F}"/>
                </a:ext>
              </a:extLst>
            </p:cNvPr>
            <p:cNvSpPr>
              <a:spLocks/>
            </p:cNvSpPr>
            <p:nvPr/>
          </p:nvSpPr>
          <p:spPr>
            <a:xfrm>
              <a:off x="2192425" y="5079076"/>
              <a:ext cx="1642976" cy="161261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05C9D7AB-02B4-DD2F-E3CD-7A64C7C48CE2}"/>
                </a:ext>
              </a:extLst>
            </p:cNvPr>
            <p:cNvSpPr>
              <a:spLocks/>
            </p:cNvSpPr>
            <p:nvPr/>
          </p:nvSpPr>
          <p:spPr>
            <a:xfrm>
              <a:off x="3674139" y="5079076"/>
              <a:ext cx="161261" cy="1612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7FD944B5-79DC-A4E4-F706-FA4F8944BD1F}"/>
              </a:ext>
            </a:extLst>
          </p:cNvPr>
          <p:cNvGrpSpPr/>
          <p:nvPr/>
        </p:nvGrpSpPr>
        <p:grpSpPr>
          <a:xfrm>
            <a:off x="8255002" y="3843776"/>
            <a:ext cx="2506578" cy="161261"/>
            <a:chOff x="1328826" y="5079076"/>
            <a:chExt cx="2506576" cy="161261"/>
          </a:xfrm>
        </p:grpSpPr>
        <p:sp>
          <p:nvSpPr>
            <p:cNvPr id="17" name="Rechteck: abgerundete Ecken 16">
              <a:extLst>
                <a:ext uri="{FF2B5EF4-FFF2-40B4-BE49-F238E27FC236}">
                  <a16:creationId xmlns:a16="http://schemas.microsoft.com/office/drawing/2014/main" id="{D64BF51E-C368-0E01-93A0-09CC234FAEA3}"/>
                </a:ext>
              </a:extLst>
            </p:cNvPr>
            <p:cNvSpPr>
              <a:spLocks/>
            </p:cNvSpPr>
            <p:nvPr/>
          </p:nvSpPr>
          <p:spPr>
            <a:xfrm>
              <a:off x="1328826" y="5079076"/>
              <a:ext cx="2506576" cy="161261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05978D4A-92AB-7003-AB33-80CD9601BCDF}"/>
                </a:ext>
              </a:extLst>
            </p:cNvPr>
            <p:cNvSpPr>
              <a:spLocks/>
            </p:cNvSpPr>
            <p:nvPr/>
          </p:nvSpPr>
          <p:spPr>
            <a:xfrm>
              <a:off x="3674139" y="5079076"/>
              <a:ext cx="161261" cy="1612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7865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A90E-0D73-5B54-AC3A-755D4115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82A889C-51D5-1499-1858-24721093F6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2A889C-51D5-1499-1858-24721093F6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74754D00-D0C4-3283-4082-5EA0D51F7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Timetable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1D8EF73F-9B1F-17A1-1734-34D921114F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77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3CF205F-C90D-E01B-DE18-8ABF7DA979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Option 02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9F0F076A-3A77-B43B-CCA5-36B0E151B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659950"/>
              </p:ext>
            </p:extLst>
          </p:nvPr>
        </p:nvGraphicFramePr>
        <p:xfrm>
          <a:off x="539749" y="1617663"/>
          <a:ext cx="11112491" cy="417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807">
                  <a:extLst>
                    <a:ext uri="{9D8B030D-6E8A-4147-A177-3AD203B41FA5}">
                      <a16:colId xmlns:a16="http://schemas.microsoft.com/office/drawing/2014/main" val="3060042526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773499983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2384407058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454634977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971695139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2865587775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915404157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386792886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2666469242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1394728963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765147352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385417513"/>
                    </a:ext>
                  </a:extLst>
                </a:gridCol>
                <a:gridCol w="854807">
                  <a:extLst>
                    <a:ext uri="{9D8B030D-6E8A-4147-A177-3AD203B41FA5}">
                      <a16:colId xmlns:a16="http://schemas.microsoft.com/office/drawing/2014/main" val="921608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54000" marT="54000" marB="54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accent2"/>
                          </a:solidFill>
                        </a:rPr>
                        <a:t>Q1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accent2"/>
                          </a:solidFill>
                        </a:rPr>
                        <a:t>Q2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accent2"/>
                          </a:solidFill>
                        </a:rPr>
                        <a:t>Q3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accent2"/>
                          </a:solidFill>
                        </a:rPr>
                        <a:t>Q4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>
                        <a:solidFill>
                          <a:schemeClr val="tx2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897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L w="12700" cmpd="sng">
                      <a:noFill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10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10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10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dolor</a:t>
                      </a:r>
                      <a:r>
                        <a:rPr lang="en-GB" sz="10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sit </a:t>
                      </a:r>
                      <a:r>
                        <a:rPr lang="en-GB" sz="1000" b="1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endParaRPr lang="en-GB" sz="10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08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2"/>
                          </a:solidFill>
                        </a:rPr>
                        <a:t>Project</a:t>
                      </a: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Jan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Feb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Mar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Apr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May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Jun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Jul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Aug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Sep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Oct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Dec</a:t>
                      </a: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807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01</a:t>
                      </a:r>
                    </a:p>
                    <a:p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26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310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344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04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975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91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28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082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1F4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Project 08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marL="0" marR="54000" marT="54000" marB="54000"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1F4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88604"/>
                  </a:ext>
                </a:extLst>
              </a:tr>
            </a:tbl>
          </a:graphicData>
        </a:graphic>
      </p:graphicFrame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024D4AEE-463C-5320-FFD2-C71E93F5CC99}"/>
              </a:ext>
            </a:extLst>
          </p:cNvPr>
          <p:cNvGrpSpPr/>
          <p:nvPr/>
        </p:nvGrpSpPr>
        <p:grpSpPr>
          <a:xfrm>
            <a:off x="1425575" y="2546259"/>
            <a:ext cx="2506577" cy="302547"/>
            <a:chOff x="1425575" y="2546259"/>
            <a:chExt cx="2506577" cy="302547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24AA8C4B-6313-3274-5BBA-C6C55434659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425575" y="2546259"/>
              <a:ext cx="2506577" cy="161261"/>
              <a:chOff x="1328825" y="5079076"/>
              <a:chExt cx="2506576" cy="161261"/>
            </a:xfrm>
          </p:grpSpPr>
          <p:sp>
            <p:nvSpPr>
              <p:cNvPr id="3" name="Rechteck: abgerundete Ecken 2">
                <a:extLst>
                  <a:ext uri="{FF2B5EF4-FFF2-40B4-BE49-F238E27FC236}">
                    <a16:creationId xmlns:a16="http://schemas.microsoft.com/office/drawing/2014/main" id="{478FEF1E-6EC9-CE89-F590-74E4BDA1CD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28825" y="5079076"/>
                <a:ext cx="2506576" cy="161261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" name="Ellipse 1">
                <a:extLst>
                  <a:ext uri="{FF2B5EF4-FFF2-40B4-BE49-F238E27FC236}">
                    <a16:creationId xmlns:a16="http://schemas.microsoft.com/office/drawing/2014/main" id="{3BAD2499-D4DF-3A91-C596-AD6FB2EC4E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674139" y="5079076"/>
                <a:ext cx="161261" cy="1612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4DA364DC-7DA4-6FA5-7D84-28CFCD29225D}"/>
                </a:ext>
              </a:extLst>
            </p:cNvPr>
            <p:cNvSpPr txBox="1">
              <a:spLocks/>
            </p:cNvSpPr>
            <p:nvPr/>
          </p:nvSpPr>
          <p:spPr>
            <a:xfrm>
              <a:off x="1425575" y="2707520"/>
              <a:ext cx="2506577" cy="141286"/>
            </a:xfrm>
            <a:prstGeom prst="rect">
              <a:avLst/>
            </a:prstGeom>
            <a:noFill/>
          </p:spPr>
          <p:txBody>
            <a:bodyPr wrap="square" lIns="0" tIns="18000" rIns="0" bIns="0" rtlCol="0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8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8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8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8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8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6A86552-560E-2A90-1464-76B88C17D51C}"/>
              </a:ext>
            </a:extLst>
          </p:cNvPr>
          <p:cNvGrpSpPr/>
          <p:nvPr/>
        </p:nvGrpSpPr>
        <p:grpSpPr>
          <a:xfrm>
            <a:off x="3984626" y="3374934"/>
            <a:ext cx="1642977" cy="302547"/>
            <a:chOff x="3984626" y="3324134"/>
            <a:chExt cx="1642977" cy="302547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602C126A-C136-61F7-43F7-3C2BED3AA24E}"/>
                </a:ext>
              </a:extLst>
            </p:cNvPr>
            <p:cNvGrpSpPr>
              <a:grpSpLocks/>
            </p:cNvGrpSpPr>
            <p:nvPr/>
          </p:nvGrpSpPr>
          <p:grpSpPr>
            <a:xfrm>
              <a:off x="3984626" y="3324134"/>
              <a:ext cx="1642977" cy="161261"/>
              <a:chOff x="2192425" y="5079076"/>
              <a:chExt cx="1642976" cy="161261"/>
            </a:xfrm>
          </p:grpSpPr>
          <p:sp>
            <p:nvSpPr>
              <p:cNvPr id="9" name="Rechteck: abgerundete Ecken 8">
                <a:extLst>
                  <a:ext uri="{FF2B5EF4-FFF2-40B4-BE49-F238E27FC236}">
                    <a16:creationId xmlns:a16="http://schemas.microsoft.com/office/drawing/2014/main" id="{03FB7EF6-CFC6-F941-822C-C5FC2EA1A4E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92425" y="5079076"/>
                <a:ext cx="1642976" cy="161261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50C34FD1-BF53-36E1-6B85-71800EBD94D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674139" y="5079076"/>
                <a:ext cx="161261" cy="1612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4D7258A8-F9E1-12B7-FCA1-782226C4609D}"/>
                </a:ext>
              </a:extLst>
            </p:cNvPr>
            <p:cNvSpPr txBox="1">
              <a:spLocks/>
            </p:cNvSpPr>
            <p:nvPr/>
          </p:nvSpPr>
          <p:spPr>
            <a:xfrm>
              <a:off x="3984626" y="3485395"/>
              <a:ext cx="1642977" cy="141286"/>
            </a:xfrm>
            <a:prstGeom prst="rect">
              <a:avLst/>
            </a:prstGeom>
            <a:noFill/>
          </p:spPr>
          <p:txBody>
            <a:bodyPr wrap="square" lIns="0" tIns="18000" rIns="0" bIns="0" rtlCol="0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8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8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8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8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8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33EE1F49-28E2-D763-8F34-96917B78F30F}"/>
              </a:ext>
            </a:extLst>
          </p:cNvPr>
          <p:cNvGrpSpPr/>
          <p:nvPr/>
        </p:nvGrpSpPr>
        <p:grpSpPr>
          <a:xfrm>
            <a:off x="6555839" y="2959182"/>
            <a:ext cx="1642977" cy="302547"/>
            <a:chOff x="6555839" y="2800432"/>
            <a:chExt cx="1642977" cy="302547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5CB0BCB5-C355-B450-466F-4799E6BEDC0A}"/>
                </a:ext>
              </a:extLst>
            </p:cNvPr>
            <p:cNvGrpSpPr>
              <a:grpSpLocks/>
            </p:cNvGrpSpPr>
            <p:nvPr/>
          </p:nvGrpSpPr>
          <p:grpSpPr>
            <a:xfrm>
              <a:off x="6555839" y="2800432"/>
              <a:ext cx="1642977" cy="161261"/>
              <a:chOff x="2192425" y="5079076"/>
              <a:chExt cx="1642976" cy="161261"/>
            </a:xfrm>
          </p:grpSpPr>
          <p:sp>
            <p:nvSpPr>
              <p:cNvPr id="14" name="Rechteck: abgerundete Ecken 13">
                <a:extLst>
                  <a:ext uri="{FF2B5EF4-FFF2-40B4-BE49-F238E27FC236}">
                    <a16:creationId xmlns:a16="http://schemas.microsoft.com/office/drawing/2014/main" id="{3B3725E4-5188-DE20-DB26-0A4D4877508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92425" y="5079076"/>
                <a:ext cx="1642976" cy="161261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47C6B06E-AC60-D0CB-D5E6-B6572161DB2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674139" y="5079076"/>
                <a:ext cx="161261" cy="1612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1FEFA55C-FB5E-6158-BE64-8C713AB131CB}"/>
                </a:ext>
              </a:extLst>
            </p:cNvPr>
            <p:cNvSpPr txBox="1">
              <a:spLocks/>
            </p:cNvSpPr>
            <p:nvPr/>
          </p:nvSpPr>
          <p:spPr>
            <a:xfrm>
              <a:off x="6555839" y="2961693"/>
              <a:ext cx="1642977" cy="141286"/>
            </a:xfrm>
            <a:prstGeom prst="rect">
              <a:avLst/>
            </a:prstGeom>
            <a:noFill/>
          </p:spPr>
          <p:txBody>
            <a:bodyPr wrap="square" lIns="0" tIns="18000" rIns="0" bIns="0" rtlCol="0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8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8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8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8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8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31DDFC2F-CC5E-362D-2ED3-80126724566C}"/>
              </a:ext>
            </a:extLst>
          </p:cNvPr>
          <p:cNvGrpSpPr/>
          <p:nvPr/>
        </p:nvGrpSpPr>
        <p:grpSpPr>
          <a:xfrm>
            <a:off x="8255002" y="4612126"/>
            <a:ext cx="2506578" cy="302547"/>
            <a:chOff x="8255002" y="3843776"/>
            <a:chExt cx="2506578" cy="302547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AE5BB204-B453-880D-32AF-69B90315249D}"/>
                </a:ext>
              </a:extLst>
            </p:cNvPr>
            <p:cNvGrpSpPr>
              <a:grpSpLocks/>
            </p:cNvGrpSpPr>
            <p:nvPr/>
          </p:nvGrpSpPr>
          <p:grpSpPr>
            <a:xfrm>
              <a:off x="8255002" y="3843776"/>
              <a:ext cx="2506578" cy="161261"/>
              <a:chOff x="1328826" y="5079076"/>
              <a:chExt cx="2506576" cy="161261"/>
            </a:xfrm>
          </p:grpSpPr>
          <p:sp>
            <p:nvSpPr>
              <p:cNvPr id="17" name="Rechteck: abgerundete Ecken 16">
                <a:extLst>
                  <a:ext uri="{FF2B5EF4-FFF2-40B4-BE49-F238E27FC236}">
                    <a16:creationId xmlns:a16="http://schemas.microsoft.com/office/drawing/2014/main" id="{4F99C493-C4E0-260D-6DDF-B1197DE0B4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28826" y="5079076"/>
                <a:ext cx="2506576" cy="161261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2E027CFF-8045-31DA-8B82-0DD55F649A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674139" y="5079076"/>
                <a:ext cx="161261" cy="16126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1DFF71BE-00F9-A886-0683-3897E718959D}"/>
                </a:ext>
              </a:extLst>
            </p:cNvPr>
            <p:cNvSpPr txBox="1">
              <a:spLocks/>
            </p:cNvSpPr>
            <p:nvPr/>
          </p:nvSpPr>
          <p:spPr>
            <a:xfrm>
              <a:off x="8255002" y="4005037"/>
              <a:ext cx="1642977" cy="141286"/>
            </a:xfrm>
            <a:prstGeom prst="rect">
              <a:avLst/>
            </a:prstGeom>
            <a:noFill/>
          </p:spPr>
          <p:txBody>
            <a:bodyPr wrap="square" lIns="0" tIns="18000" rIns="0" bIns="0" rtlCol="0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8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8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8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8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8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56669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79D10-2FCC-D26A-3127-A91FE273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8327E33-C0D8-1273-1126-153984F10C1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327E33-C0D8-1273-1126-153984F10C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3902B106-0DA8-2618-7565-22A3C6BD1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Timetable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9DB0AFEE-658C-5749-27E8-CDF79EEECA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78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F51DB81-B747-A261-8002-24E7A4B430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Option 03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D31F8027-AF6A-93F7-132F-2838BE9DF47C}"/>
              </a:ext>
            </a:extLst>
          </p:cNvPr>
          <p:cNvGrpSpPr>
            <a:grpSpLocks/>
          </p:cNvGrpSpPr>
          <p:nvPr/>
        </p:nvGrpSpPr>
        <p:grpSpPr>
          <a:xfrm>
            <a:off x="2041514" y="1617663"/>
            <a:ext cx="155497" cy="155497"/>
            <a:chOff x="2900441" y="1462045"/>
            <a:chExt cx="174640" cy="17464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3EEDF13C-E139-6658-0371-3CA5152C64DE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A06ADFEA-55E8-CA57-61E4-1F849F1616B3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794D5D20-9CCA-97F3-A6D1-AF33222D4183}"/>
              </a:ext>
            </a:extLst>
          </p:cNvPr>
          <p:cNvGrpSpPr>
            <a:grpSpLocks/>
          </p:cNvGrpSpPr>
          <p:nvPr/>
        </p:nvGrpSpPr>
        <p:grpSpPr>
          <a:xfrm>
            <a:off x="2875165" y="1617663"/>
            <a:ext cx="155497" cy="155497"/>
            <a:chOff x="2900441" y="1462045"/>
            <a:chExt cx="174640" cy="17464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B0008C65-06ED-884F-8A76-059627B4E34D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95FF4970-C5A4-F5C6-A1F7-D75F0B1E226D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70100AAC-F9AD-8069-9B7A-F0A884CB2410}"/>
              </a:ext>
            </a:extLst>
          </p:cNvPr>
          <p:cNvGrpSpPr>
            <a:grpSpLocks/>
          </p:cNvGrpSpPr>
          <p:nvPr/>
        </p:nvGrpSpPr>
        <p:grpSpPr>
          <a:xfrm>
            <a:off x="3708816" y="1617663"/>
            <a:ext cx="155497" cy="155497"/>
            <a:chOff x="2900441" y="1462045"/>
            <a:chExt cx="174640" cy="174640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E3D3B0F9-7D1D-3C56-29A3-2B1C1A635439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097A27C5-B382-2054-5432-6C5B256EBA15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8114E65-2DA6-E15A-8875-01AE57236DD9}"/>
              </a:ext>
            </a:extLst>
          </p:cNvPr>
          <p:cNvGrpSpPr>
            <a:grpSpLocks/>
          </p:cNvGrpSpPr>
          <p:nvPr/>
        </p:nvGrpSpPr>
        <p:grpSpPr>
          <a:xfrm>
            <a:off x="11211676" y="1617663"/>
            <a:ext cx="155497" cy="155497"/>
            <a:chOff x="2900441" y="1462045"/>
            <a:chExt cx="174640" cy="17464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588834C5-C03E-A843-07C9-4140515A6F5D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FCD95DC3-DDD3-5EE4-A436-C199C68D79B9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727CCF88-2FEB-2743-2E66-E26B1BCABCB1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2163715" y="1695412"/>
            <a:ext cx="9488535" cy="0"/>
          </a:xfrm>
          <a:prstGeom prst="line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D40F1078-F40A-3F63-A7E3-B3A47D36FE4E}"/>
              </a:ext>
            </a:extLst>
          </p:cNvPr>
          <p:cNvSpPr txBox="1">
            <a:spLocks/>
          </p:cNvSpPr>
          <p:nvPr/>
        </p:nvSpPr>
        <p:spPr>
          <a:xfrm>
            <a:off x="1756437" y="1827003"/>
            <a:ext cx="725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590DA31B-61D3-8A7D-5593-3EAAC8BED5ED}"/>
              </a:ext>
            </a:extLst>
          </p:cNvPr>
          <p:cNvSpPr txBox="1">
            <a:spLocks/>
          </p:cNvSpPr>
          <p:nvPr/>
        </p:nvSpPr>
        <p:spPr>
          <a:xfrm>
            <a:off x="2590088" y="1827003"/>
            <a:ext cx="725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97A897C1-7010-C335-0373-B7ED65D5579A}"/>
              </a:ext>
            </a:extLst>
          </p:cNvPr>
          <p:cNvSpPr txBox="1">
            <a:spLocks/>
          </p:cNvSpPr>
          <p:nvPr/>
        </p:nvSpPr>
        <p:spPr>
          <a:xfrm>
            <a:off x="3423739" y="1827003"/>
            <a:ext cx="725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386D690B-3DDE-0308-F45A-1E304967E4FB}"/>
              </a:ext>
            </a:extLst>
          </p:cNvPr>
          <p:cNvSpPr txBox="1">
            <a:spLocks/>
          </p:cNvSpPr>
          <p:nvPr/>
        </p:nvSpPr>
        <p:spPr>
          <a:xfrm>
            <a:off x="4257391" y="1827003"/>
            <a:ext cx="725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ED9EFEEE-C3A0-B296-03DA-2D927CD24B4C}"/>
              </a:ext>
            </a:extLst>
          </p:cNvPr>
          <p:cNvSpPr txBox="1">
            <a:spLocks/>
          </p:cNvSpPr>
          <p:nvPr/>
        </p:nvSpPr>
        <p:spPr>
          <a:xfrm>
            <a:off x="5091042" y="1827003"/>
            <a:ext cx="725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CD1A15E1-556A-DD8E-38DB-46565451D837}"/>
              </a:ext>
            </a:extLst>
          </p:cNvPr>
          <p:cNvSpPr txBox="1">
            <a:spLocks/>
          </p:cNvSpPr>
          <p:nvPr/>
        </p:nvSpPr>
        <p:spPr>
          <a:xfrm>
            <a:off x="5924693" y="1827003"/>
            <a:ext cx="725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7FDA30BE-34B8-6EE9-6427-FB7D1BEC70BC}"/>
              </a:ext>
            </a:extLst>
          </p:cNvPr>
          <p:cNvSpPr txBox="1">
            <a:spLocks/>
          </p:cNvSpPr>
          <p:nvPr/>
        </p:nvSpPr>
        <p:spPr>
          <a:xfrm>
            <a:off x="6758344" y="1827003"/>
            <a:ext cx="725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D0FE7590-211C-8876-4247-B2E967DDBBDF}"/>
              </a:ext>
            </a:extLst>
          </p:cNvPr>
          <p:cNvSpPr txBox="1">
            <a:spLocks/>
          </p:cNvSpPr>
          <p:nvPr/>
        </p:nvSpPr>
        <p:spPr>
          <a:xfrm>
            <a:off x="7591996" y="1827003"/>
            <a:ext cx="725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7F2502A4-FCF0-4E1D-E6DD-31DFB1CDB0B8}"/>
              </a:ext>
            </a:extLst>
          </p:cNvPr>
          <p:cNvSpPr txBox="1">
            <a:spLocks/>
          </p:cNvSpPr>
          <p:nvPr/>
        </p:nvSpPr>
        <p:spPr>
          <a:xfrm>
            <a:off x="8425647" y="1827003"/>
            <a:ext cx="725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AD62BBD8-7425-EE82-67D5-AE6C3DB2C2DE}"/>
              </a:ext>
            </a:extLst>
          </p:cNvPr>
          <p:cNvSpPr txBox="1">
            <a:spLocks/>
          </p:cNvSpPr>
          <p:nvPr/>
        </p:nvSpPr>
        <p:spPr>
          <a:xfrm>
            <a:off x="9259298" y="1827003"/>
            <a:ext cx="725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FD548F0-FAAB-B800-0165-F30875F3D90E}"/>
              </a:ext>
            </a:extLst>
          </p:cNvPr>
          <p:cNvSpPr txBox="1">
            <a:spLocks/>
          </p:cNvSpPr>
          <p:nvPr/>
        </p:nvSpPr>
        <p:spPr>
          <a:xfrm>
            <a:off x="10092950" y="1827003"/>
            <a:ext cx="725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AE4CB9A9-66BC-1A69-9B2A-DA1225832F44}"/>
              </a:ext>
            </a:extLst>
          </p:cNvPr>
          <p:cNvSpPr txBox="1">
            <a:spLocks/>
          </p:cNvSpPr>
          <p:nvPr/>
        </p:nvSpPr>
        <p:spPr>
          <a:xfrm>
            <a:off x="10926600" y="1827003"/>
            <a:ext cx="72565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</a:t>
            </a:r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3B9F47EC-2543-D707-931A-8720BEEDEDEE}"/>
              </a:ext>
            </a:extLst>
          </p:cNvPr>
          <p:cNvGrpSpPr>
            <a:grpSpLocks/>
          </p:cNvGrpSpPr>
          <p:nvPr/>
        </p:nvGrpSpPr>
        <p:grpSpPr>
          <a:xfrm>
            <a:off x="4542467" y="1617663"/>
            <a:ext cx="155497" cy="155497"/>
            <a:chOff x="2900441" y="1462045"/>
            <a:chExt cx="174640" cy="17464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AC4A790B-D712-94D2-4AA1-2EDC989E2B20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F9FF4006-03FC-E18D-6573-2EB2B83AB30D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DBC43601-9DAD-8D38-91AE-38838AA340FB}"/>
              </a:ext>
            </a:extLst>
          </p:cNvPr>
          <p:cNvGrpSpPr>
            <a:grpSpLocks/>
          </p:cNvGrpSpPr>
          <p:nvPr/>
        </p:nvGrpSpPr>
        <p:grpSpPr>
          <a:xfrm>
            <a:off x="5376118" y="1617663"/>
            <a:ext cx="155497" cy="155497"/>
            <a:chOff x="2900441" y="1462045"/>
            <a:chExt cx="174640" cy="17464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9AE6182B-2429-50B2-D664-CC205822574D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CB16912C-98F9-9C79-F9C1-BA22CCF892EC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89EF5C6-2B06-1483-DD08-3A6660F6CB40}"/>
              </a:ext>
            </a:extLst>
          </p:cNvPr>
          <p:cNvGrpSpPr>
            <a:grpSpLocks/>
          </p:cNvGrpSpPr>
          <p:nvPr/>
        </p:nvGrpSpPr>
        <p:grpSpPr>
          <a:xfrm>
            <a:off x="6209769" y="1617663"/>
            <a:ext cx="155497" cy="155497"/>
            <a:chOff x="2900441" y="1462045"/>
            <a:chExt cx="174640" cy="174640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2EC761D2-C66E-CF23-EE8B-DCFA6BE72036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D61F8658-41BF-8B24-BBD0-451628F436E1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C3D2BE0A-119B-E83B-BC00-596FE2E9FCA5}"/>
              </a:ext>
            </a:extLst>
          </p:cNvPr>
          <p:cNvGrpSpPr>
            <a:grpSpLocks/>
          </p:cNvGrpSpPr>
          <p:nvPr/>
        </p:nvGrpSpPr>
        <p:grpSpPr>
          <a:xfrm>
            <a:off x="7043420" y="1617663"/>
            <a:ext cx="155497" cy="155497"/>
            <a:chOff x="2900441" y="1462045"/>
            <a:chExt cx="174640" cy="174640"/>
          </a:xfrm>
        </p:grpSpPr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E045FBD0-076D-C14B-098B-90E432EDE494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76C0FEF4-AC9B-3FC3-F153-9E92B7D49A12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C22164EE-077B-3006-5D0F-C5834C0EF3F5}"/>
              </a:ext>
            </a:extLst>
          </p:cNvPr>
          <p:cNvGrpSpPr>
            <a:grpSpLocks/>
          </p:cNvGrpSpPr>
          <p:nvPr/>
        </p:nvGrpSpPr>
        <p:grpSpPr>
          <a:xfrm>
            <a:off x="7877071" y="1617663"/>
            <a:ext cx="155497" cy="155497"/>
            <a:chOff x="2900441" y="1462045"/>
            <a:chExt cx="174640" cy="174640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FF4F4F5F-66D7-3057-F986-0E733B27BD25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56818488-4EB1-8216-4351-1703A1DAB343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AFF1360F-5D69-26CE-7D4A-99C84D19E703}"/>
              </a:ext>
            </a:extLst>
          </p:cNvPr>
          <p:cNvGrpSpPr>
            <a:grpSpLocks/>
          </p:cNvGrpSpPr>
          <p:nvPr/>
        </p:nvGrpSpPr>
        <p:grpSpPr>
          <a:xfrm>
            <a:off x="8710723" y="1617663"/>
            <a:ext cx="155497" cy="155497"/>
            <a:chOff x="2900441" y="1462045"/>
            <a:chExt cx="174640" cy="174640"/>
          </a:xfrm>
        </p:grpSpPr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68F9C3AF-1971-AEB7-859A-357ECCC6C6AF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ED8C2274-D73C-A6FD-45C4-96DF38FAD7B5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F9075FF3-C811-914F-1E60-6A4DAD06F263}"/>
              </a:ext>
            </a:extLst>
          </p:cNvPr>
          <p:cNvGrpSpPr>
            <a:grpSpLocks/>
          </p:cNvGrpSpPr>
          <p:nvPr/>
        </p:nvGrpSpPr>
        <p:grpSpPr>
          <a:xfrm>
            <a:off x="9544374" y="1617663"/>
            <a:ext cx="155497" cy="155497"/>
            <a:chOff x="2900441" y="1462045"/>
            <a:chExt cx="174640" cy="174640"/>
          </a:xfrm>
        </p:grpSpPr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0F0872D8-390A-B20F-7AFC-E2A2C16F8A2B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8B268EDC-5903-4F7D-FCAA-9BC6E8278DBA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11AA79D4-8F04-8CE2-7C76-B1D708F29FF4}"/>
              </a:ext>
            </a:extLst>
          </p:cNvPr>
          <p:cNvGrpSpPr>
            <a:grpSpLocks/>
          </p:cNvGrpSpPr>
          <p:nvPr/>
        </p:nvGrpSpPr>
        <p:grpSpPr>
          <a:xfrm>
            <a:off x="10378025" y="1617663"/>
            <a:ext cx="155497" cy="155497"/>
            <a:chOff x="2900441" y="1462045"/>
            <a:chExt cx="174640" cy="174640"/>
          </a:xfrm>
        </p:grpSpPr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3D8DA8F9-89CB-78D8-AAF0-456F4C39F783}"/>
                </a:ext>
              </a:extLst>
            </p:cNvPr>
            <p:cNvSpPr>
              <a:spLocks/>
            </p:cNvSpPr>
            <p:nvPr/>
          </p:nvSpPr>
          <p:spPr>
            <a:xfrm>
              <a:off x="2900441" y="1462045"/>
              <a:ext cx="174640" cy="17464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80FC6690-AAB7-19D0-BD30-86AF7167AE4F}"/>
                </a:ext>
              </a:extLst>
            </p:cNvPr>
            <p:cNvSpPr>
              <a:spLocks/>
            </p:cNvSpPr>
            <p:nvPr/>
          </p:nvSpPr>
          <p:spPr>
            <a:xfrm>
              <a:off x="2937836" y="1499440"/>
              <a:ext cx="99850" cy="99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spAutoFit/>
            </a:bodyPr>
            <a:lstStyle/>
            <a:p>
              <a:pPr algn="l"/>
              <a:endParaRPr lang="en-US" err="1">
                <a:solidFill>
                  <a:schemeClr val="tx2"/>
                </a:solidFill>
              </a:endParaRP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38ED3DE6-FA3F-C7CB-74DF-A9CE184FE143}"/>
              </a:ext>
            </a:extLst>
          </p:cNvPr>
          <p:cNvGrpSpPr>
            <a:grpSpLocks/>
          </p:cNvGrpSpPr>
          <p:nvPr/>
        </p:nvGrpSpPr>
        <p:grpSpPr>
          <a:xfrm>
            <a:off x="539746" y="2197849"/>
            <a:ext cx="11112502" cy="442035"/>
            <a:chOff x="539748" y="2367405"/>
            <a:chExt cx="11112502" cy="442035"/>
          </a:xfrm>
        </p:grpSpPr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7946A228-7019-6A56-4439-D58011A0DFD3}"/>
                </a:ext>
              </a:extLst>
            </p:cNvPr>
            <p:cNvSpPr txBox="1">
              <a:spLocks/>
            </p:cNvSpPr>
            <p:nvPr/>
          </p:nvSpPr>
          <p:spPr>
            <a:xfrm>
              <a:off x="539748" y="2367405"/>
              <a:ext cx="1052515" cy="442035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</a:t>
              </a:r>
              <a:b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DD235065-B523-DAA4-69E1-2C14CB443D67}"/>
                </a:ext>
              </a:extLst>
            </p:cNvPr>
            <p:cNvCxnSpPr>
              <a:cxnSpLocks/>
            </p:cNvCxnSpPr>
            <p:nvPr/>
          </p:nvCxnSpPr>
          <p:spPr>
            <a:xfrm>
              <a:off x="539748" y="2367405"/>
              <a:ext cx="1111250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2F878603-3436-D089-C177-34079EC1B7C4}"/>
              </a:ext>
            </a:extLst>
          </p:cNvPr>
          <p:cNvGrpSpPr>
            <a:grpSpLocks/>
          </p:cNvGrpSpPr>
          <p:nvPr/>
        </p:nvGrpSpPr>
        <p:grpSpPr>
          <a:xfrm>
            <a:off x="539747" y="3048584"/>
            <a:ext cx="11112502" cy="442035"/>
            <a:chOff x="539748" y="2367405"/>
            <a:chExt cx="11112502" cy="442035"/>
          </a:xfrm>
        </p:grpSpPr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99088976-D738-34D7-95C2-0E671D7579D0}"/>
                </a:ext>
              </a:extLst>
            </p:cNvPr>
            <p:cNvSpPr txBox="1">
              <a:spLocks/>
            </p:cNvSpPr>
            <p:nvPr/>
          </p:nvSpPr>
          <p:spPr>
            <a:xfrm>
              <a:off x="539748" y="2367405"/>
              <a:ext cx="1052515" cy="442035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</a:t>
              </a:r>
              <a:b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0817AC90-706D-B18A-60FE-582DA67BE55B}"/>
                </a:ext>
              </a:extLst>
            </p:cNvPr>
            <p:cNvCxnSpPr>
              <a:cxnSpLocks/>
            </p:cNvCxnSpPr>
            <p:nvPr/>
          </p:nvCxnSpPr>
          <p:spPr>
            <a:xfrm>
              <a:off x="539748" y="2367405"/>
              <a:ext cx="1111250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7F419F06-C435-B99D-DF6B-18200D337951}"/>
              </a:ext>
            </a:extLst>
          </p:cNvPr>
          <p:cNvGrpSpPr>
            <a:grpSpLocks/>
          </p:cNvGrpSpPr>
          <p:nvPr/>
        </p:nvGrpSpPr>
        <p:grpSpPr>
          <a:xfrm>
            <a:off x="539747" y="3899320"/>
            <a:ext cx="11112502" cy="442035"/>
            <a:chOff x="539748" y="2367405"/>
            <a:chExt cx="11112502" cy="442035"/>
          </a:xfrm>
        </p:grpSpPr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04B530CC-89C8-4724-DF11-E4B9A7F07095}"/>
                </a:ext>
              </a:extLst>
            </p:cNvPr>
            <p:cNvSpPr txBox="1">
              <a:spLocks/>
            </p:cNvSpPr>
            <p:nvPr/>
          </p:nvSpPr>
          <p:spPr>
            <a:xfrm>
              <a:off x="539748" y="2367405"/>
              <a:ext cx="1052515" cy="442035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</a:t>
              </a:r>
              <a:b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E58A19A1-2C97-E205-7A98-47E0C7083278}"/>
                </a:ext>
              </a:extLst>
            </p:cNvPr>
            <p:cNvCxnSpPr>
              <a:cxnSpLocks/>
            </p:cNvCxnSpPr>
            <p:nvPr/>
          </p:nvCxnSpPr>
          <p:spPr>
            <a:xfrm>
              <a:off x="539748" y="2367405"/>
              <a:ext cx="1111250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9F6D595F-2A78-C130-ABC4-6E6829735672}"/>
              </a:ext>
            </a:extLst>
          </p:cNvPr>
          <p:cNvGrpSpPr>
            <a:grpSpLocks/>
          </p:cNvGrpSpPr>
          <p:nvPr/>
        </p:nvGrpSpPr>
        <p:grpSpPr>
          <a:xfrm>
            <a:off x="539748" y="4750056"/>
            <a:ext cx="11112502" cy="442035"/>
            <a:chOff x="539748" y="2367405"/>
            <a:chExt cx="11112502" cy="442035"/>
          </a:xfrm>
        </p:grpSpPr>
        <p:sp>
          <p:nvSpPr>
            <p:cNvPr id="91" name="Textfeld 90">
              <a:extLst>
                <a:ext uri="{FF2B5EF4-FFF2-40B4-BE49-F238E27FC236}">
                  <a16:creationId xmlns:a16="http://schemas.microsoft.com/office/drawing/2014/main" id="{A2080A25-F9AB-B035-E8DF-5FB5E85953BA}"/>
                </a:ext>
              </a:extLst>
            </p:cNvPr>
            <p:cNvSpPr txBox="1">
              <a:spLocks/>
            </p:cNvSpPr>
            <p:nvPr/>
          </p:nvSpPr>
          <p:spPr>
            <a:xfrm>
              <a:off x="539748" y="2367405"/>
              <a:ext cx="1052515" cy="442035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</a:t>
              </a:r>
              <a:b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2" name="Gerader Verbinder 91">
              <a:extLst>
                <a:ext uri="{FF2B5EF4-FFF2-40B4-BE49-F238E27FC236}">
                  <a16:creationId xmlns:a16="http://schemas.microsoft.com/office/drawing/2014/main" id="{5304956E-1414-4DDF-FAB4-ABEAA2961624}"/>
                </a:ext>
              </a:extLst>
            </p:cNvPr>
            <p:cNvCxnSpPr>
              <a:cxnSpLocks/>
            </p:cNvCxnSpPr>
            <p:nvPr/>
          </p:nvCxnSpPr>
          <p:spPr>
            <a:xfrm>
              <a:off x="539748" y="2367405"/>
              <a:ext cx="1111250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0CCAD376-6514-ABD6-91F6-740F1F7F0BC9}"/>
              </a:ext>
            </a:extLst>
          </p:cNvPr>
          <p:cNvGrpSpPr>
            <a:grpSpLocks/>
          </p:cNvGrpSpPr>
          <p:nvPr/>
        </p:nvGrpSpPr>
        <p:grpSpPr>
          <a:xfrm>
            <a:off x="539749" y="5600791"/>
            <a:ext cx="11112502" cy="442035"/>
            <a:chOff x="539748" y="2367405"/>
            <a:chExt cx="11112502" cy="442035"/>
          </a:xfrm>
        </p:grpSpPr>
        <p:sp>
          <p:nvSpPr>
            <p:cNvPr id="94" name="Textfeld 93">
              <a:extLst>
                <a:ext uri="{FF2B5EF4-FFF2-40B4-BE49-F238E27FC236}">
                  <a16:creationId xmlns:a16="http://schemas.microsoft.com/office/drawing/2014/main" id="{542AADA1-7E3B-4ABF-0E6D-E9663567CA15}"/>
                </a:ext>
              </a:extLst>
            </p:cNvPr>
            <p:cNvSpPr txBox="1">
              <a:spLocks/>
            </p:cNvSpPr>
            <p:nvPr/>
          </p:nvSpPr>
          <p:spPr>
            <a:xfrm>
              <a:off x="539748" y="2367405"/>
              <a:ext cx="1052515" cy="442035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</a:t>
              </a:r>
              <a:b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b="1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5" name="Gerader Verbinder 94">
              <a:extLst>
                <a:ext uri="{FF2B5EF4-FFF2-40B4-BE49-F238E27FC236}">
                  <a16:creationId xmlns:a16="http://schemas.microsoft.com/office/drawing/2014/main" id="{776BBE03-9C5C-280C-81E7-9E0A5573FA49}"/>
                </a:ext>
              </a:extLst>
            </p:cNvPr>
            <p:cNvCxnSpPr>
              <a:cxnSpLocks/>
            </p:cNvCxnSpPr>
            <p:nvPr/>
          </p:nvCxnSpPr>
          <p:spPr>
            <a:xfrm>
              <a:off x="539748" y="2367405"/>
              <a:ext cx="1111250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52902C48-A7A4-4FCA-A015-BD78CD0DB1DD}"/>
              </a:ext>
            </a:extLst>
          </p:cNvPr>
          <p:cNvGrpSpPr/>
          <p:nvPr/>
        </p:nvGrpSpPr>
        <p:grpSpPr>
          <a:xfrm>
            <a:off x="2041513" y="2320987"/>
            <a:ext cx="2466987" cy="226591"/>
            <a:chOff x="2041513" y="2413293"/>
            <a:chExt cx="1745051" cy="226591"/>
          </a:xfrm>
        </p:grpSpPr>
        <p:cxnSp>
          <p:nvCxnSpPr>
            <p:cNvPr id="97" name="Gerader Verbinder 96">
              <a:extLst>
                <a:ext uri="{FF2B5EF4-FFF2-40B4-BE49-F238E27FC236}">
                  <a16:creationId xmlns:a16="http://schemas.microsoft.com/office/drawing/2014/main" id="{BB8A4663-8309-1A7D-92AB-D924D877D458}"/>
                </a:ext>
              </a:extLst>
            </p:cNvPr>
            <p:cNvCxnSpPr>
              <a:cxnSpLocks/>
            </p:cNvCxnSpPr>
            <p:nvPr/>
          </p:nvCxnSpPr>
          <p:spPr>
            <a:xfrm>
              <a:off x="2041514" y="2639884"/>
              <a:ext cx="1745050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feld 99">
              <a:extLst>
                <a:ext uri="{FF2B5EF4-FFF2-40B4-BE49-F238E27FC236}">
                  <a16:creationId xmlns:a16="http://schemas.microsoft.com/office/drawing/2014/main" id="{FE9BC0E1-4A44-5F63-D45E-E026B31FA8FD}"/>
                </a:ext>
              </a:extLst>
            </p:cNvPr>
            <p:cNvSpPr txBox="1">
              <a:spLocks/>
            </p:cNvSpPr>
            <p:nvPr/>
          </p:nvSpPr>
          <p:spPr>
            <a:xfrm>
              <a:off x="2041513" y="2413293"/>
              <a:ext cx="1745050" cy="226591"/>
            </a:xfrm>
            <a:prstGeom prst="rect">
              <a:avLst/>
            </a:prstGeom>
            <a:noFill/>
          </p:spPr>
          <p:txBody>
            <a:bodyPr wrap="square" lIns="0" tIns="0" rIns="0" bIns="72000" rtlCol="0" anchor="b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2" name="Gruppieren 101">
            <a:extLst>
              <a:ext uri="{FF2B5EF4-FFF2-40B4-BE49-F238E27FC236}">
                <a16:creationId xmlns:a16="http://schemas.microsoft.com/office/drawing/2014/main" id="{A40F390C-7052-4811-183F-F8D2DA1417A8}"/>
              </a:ext>
            </a:extLst>
          </p:cNvPr>
          <p:cNvGrpSpPr>
            <a:grpSpLocks/>
          </p:cNvGrpSpPr>
          <p:nvPr/>
        </p:nvGrpSpPr>
        <p:grpSpPr>
          <a:xfrm>
            <a:off x="3464470" y="2655578"/>
            <a:ext cx="2466987" cy="226591"/>
            <a:chOff x="2041513" y="2413293"/>
            <a:chExt cx="1745051" cy="226591"/>
          </a:xfrm>
        </p:grpSpPr>
        <p:cxnSp>
          <p:nvCxnSpPr>
            <p:cNvPr id="103" name="Gerader Verbinder 102">
              <a:extLst>
                <a:ext uri="{FF2B5EF4-FFF2-40B4-BE49-F238E27FC236}">
                  <a16:creationId xmlns:a16="http://schemas.microsoft.com/office/drawing/2014/main" id="{7A52B62E-B6CA-749C-6225-C0F57EB6D077}"/>
                </a:ext>
              </a:extLst>
            </p:cNvPr>
            <p:cNvCxnSpPr>
              <a:cxnSpLocks/>
            </p:cNvCxnSpPr>
            <p:nvPr/>
          </p:nvCxnSpPr>
          <p:spPr>
            <a:xfrm>
              <a:off x="2041514" y="2639884"/>
              <a:ext cx="1745050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feld 103">
              <a:extLst>
                <a:ext uri="{FF2B5EF4-FFF2-40B4-BE49-F238E27FC236}">
                  <a16:creationId xmlns:a16="http://schemas.microsoft.com/office/drawing/2014/main" id="{AAF64F8C-7286-DB17-3D96-5E510C731DE0}"/>
                </a:ext>
              </a:extLst>
            </p:cNvPr>
            <p:cNvSpPr txBox="1">
              <a:spLocks/>
            </p:cNvSpPr>
            <p:nvPr/>
          </p:nvSpPr>
          <p:spPr>
            <a:xfrm>
              <a:off x="2041513" y="2413293"/>
              <a:ext cx="1745050" cy="226591"/>
            </a:xfrm>
            <a:prstGeom prst="rect">
              <a:avLst/>
            </a:prstGeom>
            <a:noFill/>
          </p:spPr>
          <p:txBody>
            <a:bodyPr wrap="square" lIns="0" tIns="0" rIns="0" bIns="72000" rtlCol="0" anchor="b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1" name="Gruppieren 110">
            <a:extLst>
              <a:ext uri="{FF2B5EF4-FFF2-40B4-BE49-F238E27FC236}">
                <a16:creationId xmlns:a16="http://schemas.microsoft.com/office/drawing/2014/main" id="{C4240798-0744-8873-5217-BB4E3D462144}"/>
              </a:ext>
            </a:extLst>
          </p:cNvPr>
          <p:cNvGrpSpPr/>
          <p:nvPr/>
        </p:nvGrpSpPr>
        <p:grpSpPr>
          <a:xfrm>
            <a:off x="7723855" y="2320987"/>
            <a:ext cx="2466987" cy="226591"/>
            <a:chOff x="2041513" y="2413293"/>
            <a:chExt cx="1745051" cy="226591"/>
          </a:xfrm>
        </p:grpSpPr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E897916B-A2AD-B3D8-D2A0-D95B1401D9F0}"/>
                </a:ext>
              </a:extLst>
            </p:cNvPr>
            <p:cNvCxnSpPr>
              <a:cxnSpLocks/>
            </p:cNvCxnSpPr>
            <p:nvPr/>
          </p:nvCxnSpPr>
          <p:spPr>
            <a:xfrm>
              <a:off x="2041514" y="2639884"/>
              <a:ext cx="1745050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feld 112">
              <a:extLst>
                <a:ext uri="{FF2B5EF4-FFF2-40B4-BE49-F238E27FC236}">
                  <a16:creationId xmlns:a16="http://schemas.microsoft.com/office/drawing/2014/main" id="{78395369-EC88-6EBE-D929-C1064404CCAE}"/>
                </a:ext>
              </a:extLst>
            </p:cNvPr>
            <p:cNvSpPr txBox="1">
              <a:spLocks/>
            </p:cNvSpPr>
            <p:nvPr/>
          </p:nvSpPr>
          <p:spPr>
            <a:xfrm>
              <a:off x="2041513" y="2413293"/>
              <a:ext cx="1745050" cy="226591"/>
            </a:xfrm>
            <a:prstGeom prst="rect">
              <a:avLst/>
            </a:prstGeom>
            <a:noFill/>
          </p:spPr>
          <p:txBody>
            <a:bodyPr wrap="square" lIns="0" tIns="0" rIns="0" bIns="72000" rtlCol="0" anchor="b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11650774-AF18-E07D-3AC9-BD7FF00DDA57}"/>
              </a:ext>
            </a:extLst>
          </p:cNvPr>
          <p:cNvGrpSpPr>
            <a:grpSpLocks/>
          </p:cNvGrpSpPr>
          <p:nvPr/>
        </p:nvGrpSpPr>
        <p:grpSpPr>
          <a:xfrm>
            <a:off x="3464470" y="4378687"/>
            <a:ext cx="5794828" cy="226591"/>
            <a:chOff x="2041513" y="2413293"/>
            <a:chExt cx="1745051" cy="226591"/>
          </a:xfrm>
        </p:grpSpPr>
        <p:cxnSp>
          <p:nvCxnSpPr>
            <p:cNvPr id="131" name="Gerader Verbinder 130">
              <a:extLst>
                <a:ext uri="{FF2B5EF4-FFF2-40B4-BE49-F238E27FC236}">
                  <a16:creationId xmlns:a16="http://schemas.microsoft.com/office/drawing/2014/main" id="{E6262A7C-42C5-4BF7-E6CF-0BF2EB88B3A3}"/>
                </a:ext>
              </a:extLst>
            </p:cNvPr>
            <p:cNvCxnSpPr>
              <a:cxnSpLocks/>
            </p:cNvCxnSpPr>
            <p:nvPr/>
          </p:nvCxnSpPr>
          <p:spPr>
            <a:xfrm>
              <a:off x="2041514" y="2639884"/>
              <a:ext cx="1745050" cy="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77E9C868-2762-A733-8A30-6B2BFDABC6AB}"/>
                </a:ext>
              </a:extLst>
            </p:cNvPr>
            <p:cNvSpPr txBox="1">
              <a:spLocks/>
            </p:cNvSpPr>
            <p:nvPr/>
          </p:nvSpPr>
          <p:spPr>
            <a:xfrm>
              <a:off x="2041513" y="2413293"/>
              <a:ext cx="1745050" cy="226591"/>
            </a:xfrm>
            <a:prstGeom prst="rect">
              <a:avLst/>
            </a:prstGeom>
            <a:noFill/>
          </p:spPr>
          <p:txBody>
            <a:bodyPr wrap="square" lIns="0" tIns="0" rIns="0" bIns="72000" rtlCol="0" anchor="b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EF291C8C-9FDF-DEB7-018A-3D55C631D29A}"/>
              </a:ext>
            </a:extLst>
          </p:cNvPr>
          <p:cNvGrpSpPr>
            <a:grpSpLocks/>
          </p:cNvGrpSpPr>
          <p:nvPr/>
        </p:nvGrpSpPr>
        <p:grpSpPr>
          <a:xfrm>
            <a:off x="7723853" y="5229423"/>
            <a:ext cx="2466988" cy="226591"/>
            <a:chOff x="2041512" y="2413293"/>
            <a:chExt cx="1745052" cy="226591"/>
          </a:xfrm>
        </p:grpSpPr>
        <p:cxnSp>
          <p:nvCxnSpPr>
            <p:cNvPr id="141" name="Gerader Verbinder 140">
              <a:extLst>
                <a:ext uri="{FF2B5EF4-FFF2-40B4-BE49-F238E27FC236}">
                  <a16:creationId xmlns:a16="http://schemas.microsoft.com/office/drawing/2014/main" id="{26C56A74-0897-059E-B8C2-33203BF6BC1A}"/>
                </a:ext>
              </a:extLst>
            </p:cNvPr>
            <p:cNvCxnSpPr>
              <a:cxnSpLocks/>
            </p:cNvCxnSpPr>
            <p:nvPr/>
          </p:nvCxnSpPr>
          <p:spPr>
            <a:xfrm>
              <a:off x="2041514" y="2639884"/>
              <a:ext cx="1745050" cy="0"/>
            </a:xfrm>
            <a:prstGeom prst="line">
              <a:avLst/>
            </a:prstGeom>
            <a:ln w="5080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feld 141">
              <a:extLst>
                <a:ext uri="{FF2B5EF4-FFF2-40B4-BE49-F238E27FC236}">
                  <a16:creationId xmlns:a16="http://schemas.microsoft.com/office/drawing/2014/main" id="{875647DA-196E-0BB6-85E0-C0D5A3DAF016}"/>
                </a:ext>
              </a:extLst>
            </p:cNvPr>
            <p:cNvSpPr txBox="1">
              <a:spLocks/>
            </p:cNvSpPr>
            <p:nvPr/>
          </p:nvSpPr>
          <p:spPr>
            <a:xfrm>
              <a:off x="2041512" y="2413293"/>
              <a:ext cx="1745050" cy="226591"/>
            </a:xfrm>
            <a:prstGeom prst="rect">
              <a:avLst/>
            </a:prstGeom>
            <a:noFill/>
          </p:spPr>
          <p:txBody>
            <a:bodyPr wrap="square" lIns="0" tIns="0" rIns="0" bIns="72000" rtlCol="0" anchor="b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479713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8D2E9-16B9-A049-C89E-4722D1458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2146EAF-EEB0-46F1-0021-BEBFA68B1C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9415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146EAF-EEB0-46F1-0021-BEBFA68B1C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A815D23F-7944-CF16-A08F-D129E0483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Timeline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F31ADBA0-DF48-7917-3C9B-48D11139A1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79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059DB9A-5F59-0E88-91AE-24F38BDAE1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Option 01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F2819320-A6A8-C791-8D2B-E058F4CF2530}"/>
              </a:ext>
            </a:extLst>
          </p:cNvPr>
          <p:cNvGrpSpPr>
            <a:grpSpLocks/>
          </p:cNvGrpSpPr>
          <p:nvPr/>
        </p:nvGrpSpPr>
        <p:grpSpPr>
          <a:xfrm>
            <a:off x="538162" y="3584406"/>
            <a:ext cx="11114088" cy="495108"/>
            <a:chOff x="538162" y="3329435"/>
            <a:chExt cx="11114088" cy="495108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78044010-8821-B0ED-5D1F-B12957CF131E}"/>
                </a:ext>
              </a:extLst>
            </p:cNvPr>
            <p:cNvSpPr>
              <a:spLocks/>
            </p:cNvSpPr>
            <p:nvPr/>
          </p:nvSpPr>
          <p:spPr>
            <a:xfrm>
              <a:off x="538162" y="3329435"/>
              <a:ext cx="2751522" cy="49510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108000" rIns="180000" bIns="108000" rtlCol="0" anchor="ctr">
              <a:noAutofit/>
            </a:bodyPr>
            <a:lstStyle/>
            <a:p>
              <a:pPr algn="l"/>
              <a:r>
                <a:rPr lang="en-GB" sz="1400" dirty="0">
                  <a:solidFill>
                    <a:schemeClr val="bg1"/>
                  </a:solidFill>
                </a:rPr>
                <a:t>Q1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3A2C9B6D-2838-639A-1F13-DCBD464E4C5F}"/>
                </a:ext>
              </a:extLst>
            </p:cNvPr>
            <p:cNvSpPr>
              <a:spLocks/>
            </p:cNvSpPr>
            <p:nvPr/>
          </p:nvSpPr>
          <p:spPr>
            <a:xfrm>
              <a:off x="3325685" y="3329435"/>
              <a:ext cx="2751522" cy="49510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108000" rIns="180000" bIns="108000" rtlCol="0" anchor="ctr">
              <a:noAutofit/>
            </a:bodyPr>
            <a:lstStyle/>
            <a:p>
              <a:pPr algn="l"/>
              <a:r>
                <a:rPr lang="en-GB" sz="1400" dirty="0">
                  <a:solidFill>
                    <a:schemeClr val="bg1"/>
                  </a:solidFill>
                </a:rPr>
                <a:t>Q2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998A1F79-BF14-9168-0ABE-8EC6A5072702}"/>
                </a:ext>
              </a:extLst>
            </p:cNvPr>
            <p:cNvSpPr>
              <a:spLocks/>
            </p:cNvSpPr>
            <p:nvPr/>
          </p:nvSpPr>
          <p:spPr>
            <a:xfrm>
              <a:off x="6113206" y="3329435"/>
              <a:ext cx="2751522" cy="49510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108000" rIns="180000" bIns="108000" rtlCol="0" anchor="ctr">
              <a:noAutofit/>
            </a:bodyPr>
            <a:lstStyle/>
            <a:p>
              <a:pPr algn="l"/>
              <a:r>
                <a:rPr lang="en-GB" sz="1400" dirty="0">
                  <a:solidFill>
                    <a:schemeClr val="bg1"/>
                  </a:solidFill>
                </a:rPr>
                <a:t>Q3</a:t>
              </a:r>
            </a:p>
          </p:txBody>
        </p:sp>
        <p:sp>
          <p:nvSpPr>
            <p:cNvPr id="8" name="Pfeil: Fünfeck 7">
              <a:extLst>
                <a:ext uri="{FF2B5EF4-FFF2-40B4-BE49-F238E27FC236}">
                  <a16:creationId xmlns:a16="http://schemas.microsoft.com/office/drawing/2014/main" id="{FD2DF85A-EB82-25FB-FDF5-9EAA45EA2D47}"/>
                </a:ext>
              </a:extLst>
            </p:cNvPr>
            <p:cNvSpPr>
              <a:spLocks/>
            </p:cNvSpPr>
            <p:nvPr/>
          </p:nvSpPr>
          <p:spPr>
            <a:xfrm>
              <a:off x="8900728" y="3329435"/>
              <a:ext cx="2751522" cy="495108"/>
            </a:xfrm>
            <a:prstGeom prst="homePlat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108000" rIns="180000" bIns="108000" rtlCol="0" anchor="ctr">
              <a:noAutofit/>
            </a:bodyPr>
            <a:lstStyle/>
            <a:p>
              <a:pPr algn="l"/>
              <a:r>
                <a:rPr lang="en-GB" sz="1400" dirty="0">
                  <a:solidFill>
                    <a:schemeClr val="bg1"/>
                  </a:solidFill>
                </a:rPr>
                <a:t>Q4</a:t>
              </a:r>
            </a:p>
          </p:txBody>
        </p:sp>
      </p:grpSp>
      <p:grpSp>
        <p:nvGrpSpPr>
          <p:cNvPr id="151" name="Gruppieren 150">
            <a:extLst>
              <a:ext uri="{FF2B5EF4-FFF2-40B4-BE49-F238E27FC236}">
                <a16:creationId xmlns:a16="http://schemas.microsoft.com/office/drawing/2014/main" id="{DF20EEE4-B6FE-C113-02CA-383AC76258DB}"/>
              </a:ext>
            </a:extLst>
          </p:cNvPr>
          <p:cNvGrpSpPr/>
          <p:nvPr/>
        </p:nvGrpSpPr>
        <p:grpSpPr>
          <a:xfrm>
            <a:off x="1279212" y="1619251"/>
            <a:ext cx="2484617" cy="2063098"/>
            <a:chOff x="1279212" y="1619251"/>
            <a:chExt cx="2484617" cy="2063098"/>
          </a:xfrm>
        </p:grpSpPr>
        <p:grpSp>
          <p:nvGrpSpPr>
            <p:cNvPr id="150" name="Gruppieren 149">
              <a:extLst>
                <a:ext uri="{FF2B5EF4-FFF2-40B4-BE49-F238E27FC236}">
                  <a16:creationId xmlns:a16="http://schemas.microsoft.com/office/drawing/2014/main" id="{C8297312-8C1B-B1C8-E3E7-573A26CBDDE0}"/>
                </a:ext>
              </a:extLst>
            </p:cNvPr>
            <p:cNvGrpSpPr/>
            <p:nvPr/>
          </p:nvGrpSpPr>
          <p:grpSpPr>
            <a:xfrm>
              <a:off x="1279212" y="1619251"/>
              <a:ext cx="427036" cy="2063098"/>
              <a:chOff x="1279212" y="1619251"/>
              <a:chExt cx="427036" cy="2063098"/>
            </a:xfrm>
          </p:grpSpPr>
          <p:grpSp>
            <p:nvGrpSpPr>
              <p:cNvPr id="9" name="Gruppieren 8">
                <a:extLst>
                  <a:ext uri="{FF2B5EF4-FFF2-40B4-BE49-F238E27FC236}">
                    <a16:creationId xmlns:a16="http://schemas.microsoft.com/office/drawing/2014/main" id="{B902E87C-177F-43E6-A62E-D7139EEEB132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394785" y="3486463"/>
                <a:ext cx="195890" cy="195886"/>
                <a:chOff x="2900441" y="1462045"/>
                <a:chExt cx="174640" cy="174640"/>
              </a:xfrm>
            </p:grpSpPr>
            <p:sp>
              <p:nvSpPr>
                <p:cNvPr id="12" name="Ellipse 11">
                  <a:extLst>
                    <a:ext uri="{FF2B5EF4-FFF2-40B4-BE49-F238E27FC236}">
                      <a16:creationId xmlns:a16="http://schemas.microsoft.com/office/drawing/2014/main" id="{15D03792-A30F-85EC-E58C-8A35D774E01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00441" y="1462045"/>
                  <a:ext cx="174640" cy="174640"/>
                </a:xfrm>
                <a:prstGeom prst="ellipse">
                  <a:avLst/>
                </a:prstGeom>
                <a:solidFill>
                  <a:schemeClr val="accent2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72000" rIns="108000" bIns="72000" rtlCol="0" anchor="t">
                  <a:spAutoFit/>
                </a:bodyPr>
                <a:lstStyle/>
                <a:p>
                  <a:pPr algn="l"/>
                  <a:endParaRPr lang="en-US" err="1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8A73BDE9-695E-CCA4-4C7C-98F1979C3FC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37836" y="1499440"/>
                  <a:ext cx="99850" cy="998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72000" rIns="108000" bIns="72000" rtlCol="0" anchor="t">
                  <a:spAutoFit/>
                </a:bodyPr>
                <a:lstStyle/>
                <a:p>
                  <a:pPr algn="l"/>
                  <a:endParaRPr lang="en-US" err="1">
                    <a:solidFill>
                      <a:schemeClr val="tx2"/>
                    </a:solidFill>
                  </a:endParaRPr>
                </a:p>
              </p:txBody>
            </p:sp>
          </p:grp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B38E72C9-133D-3E5A-12CB-BE3C4D6291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2730" y="2046286"/>
                <a:ext cx="0" cy="1482121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D9E96F36-C505-304A-C5A3-DFC656333ABE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279212" y="1619251"/>
                <a:ext cx="427036" cy="427035"/>
                <a:chOff x="539750" y="2164948"/>
                <a:chExt cx="522436" cy="522436"/>
              </a:xfrm>
            </p:grpSpPr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C39EC6AF-4257-AE28-1597-7395264DA9D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39750" y="2164948"/>
                  <a:ext cx="522436" cy="52243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/>
                </a:p>
              </p:txBody>
            </p:sp>
            <p:pic>
              <p:nvPicPr>
                <p:cNvPr id="19" name="Grafik 18">
                  <a:extLst>
                    <a:ext uri="{FF2B5EF4-FFF2-40B4-BE49-F238E27FC236}">
                      <a16:creationId xmlns:a16="http://schemas.microsoft.com/office/drawing/2014/main" id="{97E2448E-EE2B-ECA0-1D51-F0A41F1266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9111" y="2214309"/>
                  <a:ext cx="423714" cy="423714"/>
                </a:xfrm>
                <a:prstGeom prst="rect">
                  <a:avLst/>
                </a:prstGeom>
              </p:spPr>
            </p:pic>
          </p:grpSp>
        </p:grp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1EF03BC3-6516-1DA9-E3E8-3943DD1EB773}"/>
                </a:ext>
              </a:extLst>
            </p:cNvPr>
            <p:cNvSpPr txBox="1">
              <a:spLocks/>
            </p:cNvSpPr>
            <p:nvPr/>
          </p:nvSpPr>
          <p:spPr>
            <a:xfrm>
              <a:off x="1492730" y="2154286"/>
              <a:ext cx="2271099" cy="1069524"/>
            </a:xfrm>
            <a:prstGeom prst="rect">
              <a:avLst/>
            </a:prstGeom>
            <a:noFill/>
          </p:spPr>
          <p:txBody>
            <a:bodyPr wrap="square" lIns="108000" tIns="0" rIns="0" bIns="0" rtlCol="0" anchor="t">
              <a:spAutoFit/>
            </a:bodyPr>
            <a:lstStyle/>
            <a:p>
              <a:pPr>
                <a:spcAft>
                  <a:spcPts val="300"/>
                </a:spcAft>
                <a:buClr>
                  <a:schemeClr val="tx2"/>
                </a:buClr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XX.XX.202X</a:t>
              </a:r>
            </a:p>
            <a:p>
              <a:pPr>
                <a:spcAft>
                  <a:spcPts val="300"/>
                </a:spcAft>
                <a:buClr>
                  <a:schemeClr val="tx2"/>
                </a:buClr>
              </a:pP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Projectname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Cum sociis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natoque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penatibus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magnis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dis parturient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montes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Donec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quam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felis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ultricies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nec,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pellentesque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quis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E010F7B6-1256-5D2B-095E-CAFB40C1A771}"/>
              </a:ext>
            </a:extLst>
          </p:cNvPr>
          <p:cNvGrpSpPr/>
          <p:nvPr/>
        </p:nvGrpSpPr>
        <p:grpSpPr>
          <a:xfrm>
            <a:off x="4164687" y="1619251"/>
            <a:ext cx="2484617" cy="2063098"/>
            <a:chOff x="1279212" y="1619251"/>
            <a:chExt cx="2484617" cy="2063098"/>
          </a:xfrm>
        </p:grpSpPr>
        <p:grpSp>
          <p:nvGrpSpPr>
            <p:cNvPr id="76" name="Gruppieren 75">
              <a:extLst>
                <a:ext uri="{FF2B5EF4-FFF2-40B4-BE49-F238E27FC236}">
                  <a16:creationId xmlns:a16="http://schemas.microsoft.com/office/drawing/2014/main" id="{66400C0A-BD74-43CF-5D27-6CCB68A291CA}"/>
                </a:ext>
              </a:extLst>
            </p:cNvPr>
            <p:cNvGrpSpPr>
              <a:grpSpLocks/>
            </p:cNvGrpSpPr>
            <p:nvPr/>
          </p:nvGrpSpPr>
          <p:grpSpPr>
            <a:xfrm>
              <a:off x="1394785" y="3486463"/>
              <a:ext cx="195890" cy="195886"/>
              <a:chOff x="2900441" y="1462045"/>
              <a:chExt cx="174640" cy="174640"/>
            </a:xfrm>
          </p:grpSpPr>
          <p:sp>
            <p:nvSpPr>
              <p:cNvPr id="96" name="Ellipse 95">
                <a:extLst>
                  <a:ext uri="{FF2B5EF4-FFF2-40B4-BE49-F238E27FC236}">
                    <a16:creationId xmlns:a16="http://schemas.microsoft.com/office/drawing/2014/main" id="{374CD1A2-3CCF-4C9D-49D0-C694C40BDB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00441" y="1462045"/>
                <a:ext cx="174640" cy="17464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98" name="Ellipse 97">
                <a:extLst>
                  <a:ext uri="{FF2B5EF4-FFF2-40B4-BE49-F238E27FC236}">
                    <a16:creationId xmlns:a16="http://schemas.microsoft.com/office/drawing/2014/main" id="{134BE359-8110-F8C3-65A4-8B026DA5839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37836" y="1499440"/>
                <a:ext cx="99850" cy="99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77" name="Gerader Verbinder 76">
              <a:extLst>
                <a:ext uri="{FF2B5EF4-FFF2-40B4-BE49-F238E27FC236}">
                  <a16:creationId xmlns:a16="http://schemas.microsoft.com/office/drawing/2014/main" id="{E8A0A82A-E272-A89F-700F-A64E15742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2730" y="2046286"/>
              <a:ext cx="0" cy="1482121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94C50D4D-AFF2-B2EB-8AFD-5CAFDFA9E685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79212" y="1619251"/>
              <a:ext cx="427036" cy="427035"/>
              <a:chOff x="539750" y="2164948"/>
              <a:chExt cx="522436" cy="522436"/>
            </a:xfrm>
          </p:grpSpPr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C97D129F-143B-662C-293A-5977893AE5A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82" name="Grafik 81">
                <a:extLst>
                  <a:ext uri="{FF2B5EF4-FFF2-40B4-BE49-F238E27FC236}">
                    <a16:creationId xmlns:a16="http://schemas.microsoft.com/office/drawing/2014/main" id="{A3D559E6-41C2-0363-C7B5-A9CCB21469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9111" y="2214309"/>
                <a:ext cx="423714" cy="423714"/>
              </a:xfrm>
              <a:prstGeom prst="rect">
                <a:avLst/>
              </a:prstGeom>
            </p:spPr>
          </p:pic>
        </p:grp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CD5729B2-1902-0841-C660-5041D20BBBA2}"/>
                </a:ext>
              </a:extLst>
            </p:cNvPr>
            <p:cNvSpPr txBox="1">
              <a:spLocks/>
            </p:cNvSpPr>
            <p:nvPr/>
          </p:nvSpPr>
          <p:spPr>
            <a:xfrm>
              <a:off x="1492730" y="2154286"/>
              <a:ext cx="2271099" cy="1069524"/>
            </a:xfrm>
            <a:prstGeom prst="rect">
              <a:avLst/>
            </a:prstGeom>
            <a:noFill/>
          </p:spPr>
          <p:txBody>
            <a:bodyPr wrap="square" lIns="108000" tIns="0" rIns="0" bIns="0" rtlCol="0" anchor="t">
              <a:spAutoFit/>
            </a:bodyPr>
            <a:lstStyle/>
            <a:p>
              <a:pPr>
                <a:spcAft>
                  <a:spcPts val="300"/>
                </a:spcAft>
                <a:buClr>
                  <a:schemeClr val="tx2"/>
                </a:buClr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XX.XX.202X</a:t>
              </a:r>
            </a:p>
            <a:p>
              <a:pPr>
                <a:spcAft>
                  <a:spcPts val="300"/>
                </a:spcAft>
                <a:buClr>
                  <a:schemeClr val="tx2"/>
                </a:buClr>
              </a:pP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Projectname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Cum sociis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natoque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penatibus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magnis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dis parturient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montes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Donec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quam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felis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ultricies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nec,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pellentesque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quis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86402D07-EAF8-0C3B-E161-75C7181DD012}"/>
              </a:ext>
            </a:extLst>
          </p:cNvPr>
          <p:cNvGrpSpPr/>
          <p:nvPr/>
        </p:nvGrpSpPr>
        <p:grpSpPr>
          <a:xfrm>
            <a:off x="7718112" y="1619251"/>
            <a:ext cx="2484617" cy="2063098"/>
            <a:chOff x="1279212" y="1619251"/>
            <a:chExt cx="2484617" cy="2063098"/>
          </a:xfrm>
        </p:grpSpPr>
        <p:grpSp>
          <p:nvGrpSpPr>
            <p:cNvPr id="105" name="Gruppieren 104">
              <a:extLst>
                <a:ext uri="{FF2B5EF4-FFF2-40B4-BE49-F238E27FC236}">
                  <a16:creationId xmlns:a16="http://schemas.microsoft.com/office/drawing/2014/main" id="{EDEE5D39-7590-C134-22A2-83DD4C05BB25}"/>
                </a:ext>
              </a:extLst>
            </p:cNvPr>
            <p:cNvGrpSpPr>
              <a:grpSpLocks/>
            </p:cNvGrpSpPr>
            <p:nvPr/>
          </p:nvGrpSpPr>
          <p:grpSpPr>
            <a:xfrm>
              <a:off x="1394785" y="3486463"/>
              <a:ext cx="195890" cy="195886"/>
              <a:chOff x="2900441" y="1462045"/>
              <a:chExt cx="174640" cy="174640"/>
            </a:xfrm>
          </p:grpSpPr>
          <p:sp>
            <p:nvSpPr>
              <p:cNvPr id="115" name="Ellipse 114">
                <a:extLst>
                  <a:ext uri="{FF2B5EF4-FFF2-40B4-BE49-F238E27FC236}">
                    <a16:creationId xmlns:a16="http://schemas.microsoft.com/office/drawing/2014/main" id="{242728EB-C3D9-A37A-6142-B588F23889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00441" y="1462045"/>
                <a:ext cx="174640" cy="17464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116" name="Ellipse 115">
                <a:extLst>
                  <a:ext uri="{FF2B5EF4-FFF2-40B4-BE49-F238E27FC236}">
                    <a16:creationId xmlns:a16="http://schemas.microsoft.com/office/drawing/2014/main" id="{4A47A46D-3EC2-E221-C947-1A2E80305D1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37836" y="1499440"/>
                <a:ext cx="99850" cy="99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106" name="Gerader Verbinder 105">
              <a:extLst>
                <a:ext uri="{FF2B5EF4-FFF2-40B4-BE49-F238E27FC236}">
                  <a16:creationId xmlns:a16="http://schemas.microsoft.com/office/drawing/2014/main" id="{98A66B2E-1E53-DA2F-5100-44E7049826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2730" y="2046286"/>
              <a:ext cx="0" cy="1482121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A347BDDB-84F0-FED2-737D-AB6EFAC11B5B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79212" y="1619251"/>
              <a:ext cx="427036" cy="427035"/>
              <a:chOff x="539750" y="2164948"/>
              <a:chExt cx="522436" cy="522436"/>
            </a:xfrm>
          </p:grpSpPr>
          <p:sp>
            <p:nvSpPr>
              <p:cNvPr id="109" name="Ellipse 108">
                <a:extLst>
                  <a:ext uri="{FF2B5EF4-FFF2-40B4-BE49-F238E27FC236}">
                    <a16:creationId xmlns:a16="http://schemas.microsoft.com/office/drawing/2014/main" id="{D982AEA0-F858-5814-E222-210F5AA17F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110" name="Grafik 109">
                <a:extLst>
                  <a:ext uri="{FF2B5EF4-FFF2-40B4-BE49-F238E27FC236}">
                    <a16:creationId xmlns:a16="http://schemas.microsoft.com/office/drawing/2014/main" id="{A3E314F1-2D35-43FF-02A6-A35E02F8E3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9111" y="2214309"/>
                <a:ext cx="423714" cy="423714"/>
              </a:xfrm>
              <a:prstGeom prst="rect">
                <a:avLst/>
              </a:prstGeom>
            </p:spPr>
          </p:pic>
        </p:grpSp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40A864B0-4A77-6993-8DB3-B309130687FE}"/>
                </a:ext>
              </a:extLst>
            </p:cNvPr>
            <p:cNvSpPr txBox="1">
              <a:spLocks/>
            </p:cNvSpPr>
            <p:nvPr/>
          </p:nvSpPr>
          <p:spPr>
            <a:xfrm>
              <a:off x="1492730" y="2154286"/>
              <a:ext cx="2271099" cy="1069524"/>
            </a:xfrm>
            <a:prstGeom prst="rect">
              <a:avLst/>
            </a:prstGeom>
            <a:noFill/>
          </p:spPr>
          <p:txBody>
            <a:bodyPr wrap="square" lIns="108000" tIns="0" rIns="0" bIns="0" rtlCol="0" anchor="t">
              <a:spAutoFit/>
            </a:bodyPr>
            <a:lstStyle/>
            <a:p>
              <a:pPr>
                <a:spcAft>
                  <a:spcPts val="300"/>
                </a:spcAft>
                <a:buClr>
                  <a:schemeClr val="tx2"/>
                </a:buClr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XX.XX.202X</a:t>
              </a:r>
            </a:p>
            <a:p>
              <a:pPr>
                <a:spcAft>
                  <a:spcPts val="300"/>
                </a:spcAft>
                <a:buClr>
                  <a:schemeClr val="tx2"/>
                </a:buClr>
              </a:pP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Projectname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Cum sociis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natoque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penatibus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magnis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dis parturient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montes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Donec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quam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felis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ultricies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nec,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pellentesque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quis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7" name="Gruppieren 116">
            <a:extLst>
              <a:ext uri="{FF2B5EF4-FFF2-40B4-BE49-F238E27FC236}">
                <a16:creationId xmlns:a16="http://schemas.microsoft.com/office/drawing/2014/main" id="{C82A6EF7-D127-542B-A1E2-7D6CA4000121}"/>
              </a:ext>
            </a:extLst>
          </p:cNvPr>
          <p:cNvGrpSpPr/>
          <p:nvPr/>
        </p:nvGrpSpPr>
        <p:grpSpPr>
          <a:xfrm flipV="1">
            <a:off x="2609708" y="3982102"/>
            <a:ext cx="2484617" cy="2063098"/>
            <a:chOff x="1279212" y="1619251"/>
            <a:chExt cx="2484617" cy="2063098"/>
          </a:xfrm>
        </p:grpSpPr>
        <p:grpSp>
          <p:nvGrpSpPr>
            <p:cNvPr id="118" name="Gruppieren 117">
              <a:extLst>
                <a:ext uri="{FF2B5EF4-FFF2-40B4-BE49-F238E27FC236}">
                  <a16:creationId xmlns:a16="http://schemas.microsoft.com/office/drawing/2014/main" id="{9DD090BE-07FD-E7D0-3484-AE0C27922FA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394785" y="3486463"/>
              <a:ext cx="195890" cy="195886"/>
              <a:chOff x="2900441" y="1462045"/>
              <a:chExt cx="174640" cy="174640"/>
            </a:xfrm>
          </p:grpSpPr>
          <p:sp>
            <p:nvSpPr>
              <p:cNvPr id="124" name="Ellipse 123">
                <a:extLst>
                  <a:ext uri="{FF2B5EF4-FFF2-40B4-BE49-F238E27FC236}">
                    <a16:creationId xmlns:a16="http://schemas.microsoft.com/office/drawing/2014/main" id="{ABFF52EC-902D-03D5-3A81-A3039860606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00441" y="1462045"/>
                <a:ext cx="174640" cy="17464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125" name="Ellipse 124">
                <a:extLst>
                  <a:ext uri="{FF2B5EF4-FFF2-40B4-BE49-F238E27FC236}">
                    <a16:creationId xmlns:a16="http://schemas.microsoft.com/office/drawing/2014/main" id="{64EFE7EB-9446-B826-EAF9-35CB5234B1A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37836" y="1499440"/>
                <a:ext cx="99850" cy="99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119" name="Gerader Verbinder 118">
              <a:extLst>
                <a:ext uri="{FF2B5EF4-FFF2-40B4-BE49-F238E27FC236}">
                  <a16:creationId xmlns:a16="http://schemas.microsoft.com/office/drawing/2014/main" id="{3019F518-E0B0-6E60-9E1A-3ECAEE8B18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2730" y="2046286"/>
              <a:ext cx="0" cy="1482121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" name="Gruppieren 119">
              <a:extLst>
                <a:ext uri="{FF2B5EF4-FFF2-40B4-BE49-F238E27FC236}">
                  <a16:creationId xmlns:a16="http://schemas.microsoft.com/office/drawing/2014/main" id="{AFAD0DC2-1D6D-F93F-0BB3-E2A3BBF326DE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79212" y="1619251"/>
              <a:ext cx="427036" cy="427035"/>
              <a:chOff x="539750" y="2164948"/>
              <a:chExt cx="522436" cy="522436"/>
            </a:xfrm>
          </p:grpSpPr>
          <p:sp>
            <p:nvSpPr>
              <p:cNvPr id="122" name="Ellipse 121">
                <a:extLst>
                  <a:ext uri="{FF2B5EF4-FFF2-40B4-BE49-F238E27FC236}">
                    <a16:creationId xmlns:a16="http://schemas.microsoft.com/office/drawing/2014/main" id="{58285237-145C-C1C3-EF56-C7663D23C9E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123" name="Grafik 122">
                <a:extLst>
                  <a:ext uri="{FF2B5EF4-FFF2-40B4-BE49-F238E27FC236}">
                    <a16:creationId xmlns:a16="http://schemas.microsoft.com/office/drawing/2014/main" id="{7A9DC4F0-47CC-9FF7-CF39-8E30E5CB9C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V="1">
                <a:off x="589111" y="2214310"/>
                <a:ext cx="423714" cy="423713"/>
              </a:xfrm>
              <a:prstGeom prst="rect">
                <a:avLst/>
              </a:prstGeom>
            </p:spPr>
          </p:pic>
        </p:grpSp>
        <p:sp>
          <p:nvSpPr>
            <p:cNvPr id="121" name="Textfeld 120">
              <a:extLst>
                <a:ext uri="{FF2B5EF4-FFF2-40B4-BE49-F238E27FC236}">
                  <a16:creationId xmlns:a16="http://schemas.microsoft.com/office/drawing/2014/main" id="{FB5F1E9C-7574-F86D-0A4C-F78BE3D1228A}"/>
                </a:ext>
              </a:extLst>
            </p:cNvPr>
            <p:cNvSpPr txBox="1">
              <a:spLocks/>
            </p:cNvSpPr>
            <p:nvPr/>
          </p:nvSpPr>
          <p:spPr>
            <a:xfrm flipV="1">
              <a:off x="1492730" y="2154286"/>
              <a:ext cx="2271099" cy="1069524"/>
            </a:xfrm>
            <a:prstGeom prst="rect">
              <a:avLst/>
            </a:prstGeom>
            <a:noFill/>
          </p:spPr>
          <p:txBody>
            <a:bodyPr wrap="square" lIns="108000" tIns="0" rIns="0" bIns="0" rtlCol="0" anchor="t">
              <a:spAutoFit/>
            </a:bodyPr>
            <a:lstStyle/>
            <a:p>
              <a:pPr>
                <a:spcAft>
                  <a:spcPts val="300"/>
                </a:spcAft>
                <a:buClr>
                  <a:schemeClr val="tx2"/>
                </a:buClr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XX.XX.202X</a:t>
              </a:r>
            </a:p>
            <a:p>
              <a:pPr>
                <a:spcAft>
                  <a:spcPts val="300"/>
                </a:spcAft>
                <a:buClr>
                  <a:schemeClr val="tx2"/>
                </a:buClr>
              </a:pP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Projectname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Cum sociis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natoque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penatibus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magnis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dis parturient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montes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Donec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quam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felis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ultricies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nec,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pellentesque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quis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6" name="Gruppieren 125">
            <a:extLst>
              <a:ext uri="{FF2B5EF4-FFF2-40B4-BE49-F238E27FC236}">
                <a16:creationId xmlns:a16="http://schemas.microsoft.com/office/drawing/2014/main" id="{E442B610-4ED3-C63C-F4BD-48A95053F418}"/>
              </a:ext>
            </a:extLst>
          </p:cNvPr>
          <p:cNvGrpSpPr/>
          <p:nvPr/>
        </p:nvGrpSpPr>
        <p:grpSpPr>
          <a:xfrm flipV="1">
            <a:off x="5454508" y="3982102"/>
            <a:ext cx="2484617" cy="2063098"/>
            <a:chOff x="1279212" y="1619251"/>
            <a:chExt cx="2484617" cy="2063098"/>
          </a:xfrm>
        </p:grpSpPr>
        <p:grpSp>
          <p:nvGrpSpPr>
            <p:cNvPr id="128" name="Gruppieren 127">
              <a:extLst>
                <a:ext uri="{FF2B5EF4-FFF2-40B4-BE49-F238E27FC236}">
                  <a16:creationId xmlns:a16="http://schemas.microsoft.com/office/drawing/2014/main" id="{D559E23D-54E8-B612-61EC-986BA65ED7E2}"/>
                </a:ext>
              </a:extLst>
            </p:cNvPr>
            <p:cNvGrpSpPr>
              <a:grpSpLocks/>
            </p:cNvGrpSpPr>
            <p:nvPr/>
          </p:nvGrpSpPr>
          <p:grpSpPr>
            <a:xfrm>
              <a:off x="1394785" y="3486463"/>
              <a:ext cx="195890" cy="195886"/>
              <a:chOff x="2900441" y="1462045"/>
              <a:chExt cx="174640" cy="174640"/>
            </a:xfrm>
          </p:grpSpPr>
          <p:sp>
            <p:nvSpPr>
              <p:cNvPr id="136" name="Ellipse 135">
                <a:extLst>
                  <a:ext uri="{FF2B5EF4-FFF2-40B4-BE49-F238E27FC236}">
                    <a16:creationId xmlns:a16="http://schemas.microsoft.com/office/drawing/2014/main" id="{F514D3FC-55A3-B650-C30D-C8CAC0DBFB6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00441" y="1462045"/>
                <a:ext cx="174640" cy="17464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138" name="Ellipse 137">
                <a:extLst>
                  <a:ext uri="{FF2B5EF4-FFF2-40B4-BE49-F238E27FC236}">
                    <a16:creationId xmlns:a16="http://schemas.microsoft.com/office/drawing/2014/main" id="{C555C73B-BF97-7EEE-62EC-47EA81DB98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37836" y="1499440"/>
                <a:ext cx="99850" cy="99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129" name="Gerader Verbinder 128">
              <a:extLst>
                <a:ext uri="{FF2B5EF4-FFF2-40B4-BE49-F238E27FC236}">
                  <a16:creationId xmlns:a16="http://schemas.microsoft.com/office/drawing/2014/main" id="{E7A76F4A-1D7D-AAA3-ED47-25228A0F62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2730" y="2046286"/>
              <a:ext cx="0" cy="1482121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uppieren 129">
              <a:extLst>
                <a:ext uri="{FF2B5EF4-FFF2-40B4-BE49-F238E27FC236}">
                  <a16:creationId xmlns:a16="http://schemas.microsoft.com/office/drawing/2014/main" id="{55E55B7F-780C-39F6-E9BF-B5178F40AB9B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79212" y="1619251"/>
              <a:ext cx="427036" cy="427035"/>
              <a:chOff x="539750" y="2164948"/>
              <a:chExt cx="522436" cy="522436"/>
            </a:xfrm>
          </p:grpSpPr>
          <p:sp>
            <p:nvSpPr>
              <p:cNvPr id="134" name="Ellipse 133">
                <a:extLst>
                  <a:ext uri="{FF2B5EF4-FFF2-40B4-BE49-F238E27FC236}">
                    <a16:creationId xmlns:a16="http://schemas.microsoft.com/office/drawing/2014/main" id="{7497249E-F04C-68E8-0D6F-3AC4F33971F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135" name="Grafik 134">
                <a:extLst>
                  <a:ext uri="{FF2B5EF4-FFF2-40B4-BE49-F238E27FC236}">
                    <a16:creationId xmlns:a16="http://schemas.microsoft.com/office/drawing/2014/main" id="{8D995881-7FDD-BA58-E7A8-AFF63D32FD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V="1">
                <a:off x="589111" y="2214310"/>
                <a:ext cx="423714" cy="423713"/>
              </a:xfrm>
              <a:prstGeom prst="rect">
                <a:avLst/>
              </a:prstGeom>
            </p:spPr>
          </p:pic>
        </p:grpSp>
        <p:sp>
          <p:nvSpPr>
            <p:cNvPr id="133" name="Textfeld 132">
              <a:extLst>
                <a:ext uri="{FF2B5EF4-FFF2-40B4-BE49-F238E27FC236}">
                  <a16:creationId xmlns:a16="http://schemas.microsoft.com/office/drawing/2014/main" id="{CAC1C21C-A112-E356-1BAC-631BAC936124}"/>
                </a:ext>
              </a:extLst>
            </p:cNvPr>
            <p:cNvSpPr txBox="1">
              <a:spLocks/>
            </p:cNvSpPr>
            <p:nvPr/>
          </p:nvSpPr>
          <p:spPr>
            <a:xfrm flipV="1">
              <a:off x="1492730" y="2154286"/>
              <a:ext cx="2271099" cy="1069524"/>
            </a:xfrm>
            <a:prstGeom prst="rect">
              <a:avLst/>
            </a:prstGeom>
            <a:noFill/>
          </p:spPr>
          <p:txBody>
            <a:bodyPr wrap="square" lIns="108000" tIns="0" rIns="0" bIns="0" rtlCol="0" anchor="t">
              <a:spAutoFit/>
            </a:bodyPr>
            <a:lstStyle/>
            <a:p>
              <a:pPr>
                <a:spcAft>
                  <a:spcPts val="300"/>
                </a:spcAft>
                <a:buClr>
                  <a:schemeClr val="tx2"/>
                </a:buClr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XX.XX.202X</a:t>
              </a:r>
            </a:p>
            <a:p>
              <a:pPr>
                <a:spcAft>
                  <a:spcPts val="300"/>
                </a:spcAft>
                <a:buClr>
                  <a:schemeClr val="tx2"/>
                </a:buClr>
              </a:pP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Projectname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Cum sociis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natoque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penatibus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magnis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dis parturient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montes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Donec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quam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felis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ultricies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nec,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pellentesque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quis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E97918AA-A350-874F-E461-058EFD10C634}"/>
              </a:ext>
            </a:extLst>
          </p:cNvPr>
          <p:cNvGrpSpPr/>
          <p:nvPr/>
        </p:nvGrpSpPr>
        <p:grpSpPr>
          <a:xfrm flipV="1">
            <a:off x="9175608" y="3982102"/>
            <a:ext cx="2484617" cy="2063098"/>
            <a:chOff x="1279212" y="1619251"/>
            <a:chExt cx="2484617" cy="2063098"/>
          </a:xfrm>
        </p:grpSpPr>
        <p:grpSp>
          <p:nvGrpSpPr>
            <p:cNvPr id="140" name="Gruppieren 139">
              <a:extLst>
                <a:ext uri="{FF2B5EF4-FFF2-40B4-BE49-F238E27FC236}">
                  <a16:creationId xmlns:a16="http://schemas.microsoft.com/office/drawing/2014/main" id="{A51596BD-E117-B642-89B2-FBA5D970935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394785" y="3486463"/>
              <a:ext cx="195890" cy="195886"/>
              <a:chOff x="2900441" y="1462045"/>
              <a:chExt cx="174640" cy="174640"/>
            </a:xfrm>
          </p:grpSpPr>
          <p:sp>
            <p:nvSpPr>
              <p:cNvPr id="148" name="Ellipse 147">
                <a:extLst>
                  <a:ext uri="{FF2B5EF4-FFF2-40B4-BE49-F238E27FC236}">
                    <a16:creationId xmlns:a16="http://schemas.microsoft.com/office/drawing/2014/main" id="{001280EA-1F60-7DDA-A926-DD7C88319A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00441" y="1462045"/>
                <a:ext cx="174640" cy="17464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149" name="Ellipse 148">
                <a:extLst>
                  <a:ext uri="{FF2B5EF4-FFF2-40B4-BE49-F238E27FC236}">
                    <a16:creationId xmlns:a16="http://schemas.microsoft.com/office/drawing/2014/main" id="{BD40429A-93D4-75C6-98DB-91F0476E473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37836" y="1499440"/>
                <a:ext cx="99850" cy="99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143" name="Gerader Verbinder 142">
              <a:extLst>
                <a:ext uri="{FF2B5EF4-FFF2-40B4-BE49-F238E27FC236}">
                  <a16:creationId xmlns:a16="http://schemas.microsoft.com/office/drawing/2014/main" id="{734B98FF-76DA-3402-EAEF-BD2DDE023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2730" y="2046286"/>
              <a:ext cx="0" cy="1482121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D9E86378-59A9-FD9A-ABCA-DEBB5B23CC9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79212" y="1619251"/>
              <a:ext cx="427036" cy="427035"/>
              <a:chOff x="539750" y="2164948"/>
              <a:chExt cx="522436" cy="522436"/>
            </a:xfrm>
          </p:grpSpPr>
          <p:sp>
            <p:nvSpPr>
              <p:cNvPr id="146" name="Ellipse 145">
                <a:extLst>
                  <a:ext uri="{FF2B5EF4-FFF2-40B4-BE49-F238E27FC236}">
                    <a16:creationId xmlns:a16="http://schemas.microsoft.com/office/drawing/2014/main" id="{E6B46209-ABD9-AFF2-1B30-CF23B7FC84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147" name="Grafik 146">
                <a:extLst>
                  <a:ext uri="{FF2B5EF4-FFF2-40B4-BE49-F238E27FC236}">
                    <a16:creationId xmlns:a16="http://schemas.microsoft.com/office/drawing/2014/main" id="{C03E7D16-2F84-68A5-D0EC-E5C1C86667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V="1">
                <a:off x="589111" y="2214310"/>
                <a:ext cx="423714" cy="423713"/>
              </a:xfrm>
              <a:prstGeom prst="rect">
                <a:avLst/>
              </a:prstGeom>
            </p:spPr>
          </p:pic>
        </p:grp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A7BFDDED-4BA4-99B7-1671-6AFD3F46A7F5}"/>
                </a:ext>
              </a:extLst>
            </p:cNvPr>
            <p:cNvSpPr txBox="1">
              <a:spLocks/>
            </p:cNvSpPr>
            <p:nvPr/>
          </p:nvSpPr>
          <p:spPr>
            <a:xfrm flipV="1">
              <a:off x="1492730" y="2154286"/>
              <a:ext cx="2271099" cy="1069524"/>
            </a:xfrm>
            <a:prstGeom prst="rect">
              <a:avLst/>
            </a:prstGeom>
            <a:noFill/>
          </p:spPr>
          <p:txBody>
            <a:bodyPr wrap="square" lIns="108000" tIns="0" rIns="0" bIns="0" rtlCol="0" anchor="t">
              <a:spAutoFit/>
            </a:bodyPr>
            <a:lstStyle/>
            <a:p>
              <a:pPr>
                <a:spcAft>
                  <a:spcPts val="300"/>
                </a:spcAft>
                <a:buClr>
                  <a:schemeClr val="tx2"/>
                </a:buClr>
              </a:pPr>
              <a:r>
                <a:rPr lang="en-GB" sz="1200" b="1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XX.XX.202X</a:t>
              </a:r>
            </a:p>
            <a:p>
              <a:pPr>
                <a:spcAft>
                  <a:spcPts val="300"/>
                </a:spcAft>
                <a:buClr>
                  <a:schemeClr val="tx2"/>
                </a:buClr>
              </a:pP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Projectname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Cum sociis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natoque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penatibus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magnis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dis parturient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montes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80000" indent="-180000">
                <a:spcAft>
                  <a:spcPts val="3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Donec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quam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felis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ultricies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nec,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pellentesque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pretium</a:t>
              </a:r>
              <a:r>
                <a:rPr lang="en-GB" sz="10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0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quis</a:t>
              </a:r>
              <a:endPara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17134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7A2DA-03D6-D991-3DE0-733CB8854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0D68445-0032-C563-985B-38F0173688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D68445-0032-C563-985B-38F0173688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7441F8F3-3C45-0B33-2712-A5EE6CBE9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Timeline</a:t>
            </a:r>
          </a:p>
        </p:txBody>
      </p:sp>
      <p:sp>
        <p:nvSpPr>
          <p:cNvPr id="46" name="Foliennummernplatzhalter 45">
            <a:extLst>
              <a:ext uri="{FF2B5EF4-FFF2-40B4-BE49-F238E27FC236}">
                <a16:creationId xmlns:a16="http://schemas.microsoft.com/office/drawing/2014/main" id="{B33AC7D9-D62F-920D-47F8-79B89FD2D7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80</a:t>
            </a:fld>
            <a:endParaRPr lang="en-GB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3374128-741E-A64E-4F7F-DB687B9B04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Option 02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0669841-8E47-BEBF-F854-F5B0F2B0E2C8}"/>
              </a:ext>
            </a:extLst>
          </p:cNvPr>
          <p:cNvSpPr txBox="1">
            <a:spLocks/>
          </p:cNvSpPr>
          <p:nvPr/>
        </p:nvSpPr>
        <p:spPr>
          <a:xfrm>
            <a:off x="539751" y="1622549"/>
            <a:ext cx="2292216" cy="1069524"/>
          </a:xfrm>
          <a:prstGeom prst="rect">
            <a:avLst/>
          </a:prstGeom>
          <a:noFill/>
        </p:spPr>
        <p:txBody>
          <a:bodyPr wrap="square" lIns="108000" tIns="0" rIns="0" bIns="0" rtlCol="0" anchor="t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XX.XX.202X</a:t>
            </a:r>
          </a:p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0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Projectname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9F54F1D-903D-C10C-D5DE-C569FB495C53}"/>
              </a:ext>
            </a:extLst>
          </p:cNvPr>
          <p:cNvSpPr>
            <a:spLocks/>
          </p:cNvSpPr>
          <p:nvPr/>
        </p:nvSpPr>
        <p:spPr>
          <a:xfrm>
            <a:off x="-1" y="2898510"/>
            <a:ext cx="12192000" cy="18669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 err="1">
              <a:solidFill>
                <a:schemeClr val="tx2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6A2E677-13D1-E06B-9A93-3420819B7304}"/>
              </a:ext>
            </a:extLst>
          </p:cNvPr>
          <p:cNvSpPr txBox="1">
            <a:spLocks/>
          </p:cNvSpPr>
          <p:nvPr/>
        </p:nvSpPr>
        <p:spPr>
          <a:xfrm>
            <a:off x="539752" y="2898510"/>
            <a:ext cx="2292216" cy="724608"/>
          </a:xfrm>
          <a:prstGeom prst="rect">
            <a:avLst/>
          </a:prstGeom>
          <a:noFill/>
        </p:spPr>
        <p:txBody>
          <a:bodyPr wrap="square" lIns="0" tIns="108000" rIns="0" bIns="0" rtlCol="0" anchor="t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lang="en-GB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DC31803-3FA3-ED16-F7F4-841FD58EC96C}"/>
              </a:ext>
            </a:extLst>
          </p:cNvPr>
          <p:cNvSpPr txBox="1">
            <a:spLocks/>
          </p:cNvSpPr>
          <p:nvPr/>
        </p:nvSpPr>
        <p:spPr>
          <a:xfrm>
            <a:off x="2010720" y="4040803"/>
            <a:ext cx="2292216" cy="724608"/>
          </a:xfrm>
          <a:prstGeom prst="rect">
            <a:avLst/>
          </a:prstGeom>
          <a:noFill/>
        </p:spPr>
        <p:txBody>
          <a:bodyPr wrap="square" lIns="0" tIns="0" rIns="0" bIns="108000" rtlCol="0" anchor="b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2020</a:t>
            </a:r>
            <a:endParaRPr lang="en-GB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C804674-7D67-6921-33E3-2B5AF556E774}"/>
              </a:ext>
            </a:extLst>
          </p:cNvPr>
          <p:cNvSpPr txBox="1">
            <a:spLocks/>
          </p:cNvSpPr>
          <p:nvPr/>
        </p:nvSpPr>
        <p:spPr>
          <a:xfrm>
            <a:off x="3481689" y="2898510"/>
            <a:ext cx="2292216" cy="724608"/>
          </a:xfrm>
          <a:prstGeom prst="rect">
            <a:avLst/>
          </a:prstGeom>
          <a:noFill/>
        </p:spPr>
        <p:txBody>
          <a:bodyPr wrap="square" lIns="0" tIns="108000" rIns="0" bIns="0" rtlCol="0" anchor="t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endParaRPr lang="en-GB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65431BE-B9C3-9915-AE9E-588780E669E6}"/>
              </a:ext>
            </a:extLst>
          </p:cNvPr>
          <p:cNvSpPr txBox="1">
            <a:spLocks/>
          </p:cNvSpPr>
          <p:nvPr/>
        </p:nvSpPr>
        <p:spPr>
          <a:xfrm>
            <a:off x="4952657" y="4040803"/>
            <a:ext cx="2292216" cy="724608"/>
          </a:xfrm>
          <a:prstGeom prst="rect">
            <a:avLst/>
          </a:prstGeom>
          <a:noFill/>
        </p:spPr>
        <p:txBody>
          <a:bodyPr wrap="square" lIns="0" tIns="0" rIns="0" bIns="108000" rtlCol="0" anchor="b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  <a:endParaRPr lang="en-GB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98D2DDA-604F-62D2-75D6-4809A7412400}"/>
              </a:ext>
            </a:extLst>
          </p:cNvPr>
          <p:cNvSpPr txBox="1">
            <a:spLocks/>
          </p:cNvSpPr>
          <p:nvPr/>
        </p:nvSpPr>
        <p:spPr>
          <a:xfrm>
            <a:off x="6423625" y="2898510"/>
            <a:ext cx="2292216" cy="724608"/>
          </a:xfrm>
          <a:prstGeom prst="rect">
            <a:avLst/>
          </a:prstGeom>
          <a:noFill/>
        </p:spPr>
        <p:txBody>
          <a:bodyPr wrap="square" lIns="0" tIns="108000" rIns="0" bIns="0" rtlCol="0" anchor="t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  <a:endParaRPr lang="en-GB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999AF71-B179-5832-777C-468F87078C43}"/>
              </a:ext>
            </a:extLst>
          </p:cNvPr>
          <p:cNvSpPr txBox="1">
            <a:spLocks/>
          </p:cNvSpPr>
          <p:nvPr/>
        </p:nvSpPr>
        <p:spPr>
          <a:xfrm>
            <a:off x="7894593" y="4040803"/>
            <a:ext cx="2292216" cy="724608"/>
          </a:xfrm>
          <a:prstGeom prst="rect">
            <a:avLst/>
          </a:prstGeom>
          <a:noFill/>
        </p:spPr>
        <p:txBody>
          <a:bodyPr wrap="square" lIns="0" tIns="0" rIns="0" bIns="108000" rtlCol="0" anchor="b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endParaRPr lang="en-GB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061B54C-0A41-C4A3-ADBA-C8A6641A7FF7}"/>
              </a:ext>
            </a:extLst>
          </p:cNvPr>
          <p:cNvSpPr txBox="1">
            <a:spLocks/>
          </p:cNvSpPr>
          <p:nvPr/>
        </p:nvSpPr>
        <p:spPr>
          <a:xfrm>
            <a:off x="9365562" y="2898510"/>
            <a:ext cx="2292216" cy="724608"/>
          </a:xfrm>
          <a:prstGeom prst="rect">
            <a:avLst/>
          </a:prstGeom>
          <a:noFill/>
        </p:spPr>
        <p:txBody>
          <a:bodyPr wrap="square" lIns="0" tIns="108000" rIns="0" bIns="0" rtlCol="0" anchor="t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endParaRPr lang="en-GB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AE3DB42C-05DE-3B2C-9440-4C1937A2F1CE}"/>
              </a:ext>
            </a:extLst>
          </p:cNvPr>
          <p:cNvSpPr txBox="1">
            <a:spLocks/>
          </p:cNvSpPr>
          <p:nvPr/>
        </p:nvSpPr>
        <p:spPr>
          <a:xfrm>
            <a:off x="3481688" y="1622549"/>
            <a:ext cx="2292216" cy="1069524"/>
          </a:xfrm>
          <a:prstGeom prst="rect">
            <a:avLst/>
          </a:prstGeom>
          <a:noFill/>
        </p:spPr>
        <p:txBody>
          <a:bodyPr wrap="square" lIns="108000" tIns="0" rIns="0" bIns="0" rtlCol="0" anchor="t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XX.XX.202X</a:t>
            </a:r>
          </a:p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0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Projectname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9EF4E5B-84DA-F49C-49A9-98D2CADA91FC}"/>
              </a:ext>
            </a:extLst>
          </p:cNvPr>
          <p:cNvSpPr txBox="1">
            <a:spLocks/>
          </p:cNvSpPr>
          <p:nvPr/>
        </p:nvSpPr>
        <p:spPr>
          <a:xfrm>
            <a:off x="6423625" y="1622549"/>
            <a:ext cx="2292216" cy="1069524"/>
          </a:xfrm>
          <a:prstGeom prst="rect">
            <a:avLst/>
          </a:prstGeom>
          <a:noFill/>
        </p:spPr>
        <p:txBody>
          <a:bodyPr wrap="square" lIns="108000" tIns="0" rIns="0" bIns="0" rtlCol="0" anchor="t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XX.XX.202X</a:t>
            </a:r>
          </a:p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0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Projectname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79526B5A-D388-430A-0058-F8878D461457}"/>
              </a:ext>
            </a:extLst>
          </p:cNvPr>
          <p:cNvSpPr txBox="1">
            <a:spLocks/>
          </p:cNvSpPr>
          <p:nvPr/>
        </p:nvSpPr>
        <p:spPr>
          <a:xfrm>
            <a:off x="9365562" y="1622549"/>
            <a:ext cx="2292216" cy="1069524"/>
          </a:xfrm>
          <a:prstGeom prst="rect">
            <a:avLst/>
          </a:prstGeom>
          <a:noFill/>
        </p:spPr>
        <p:txBody>
          <a:bodyPr wrap="square" lIns="108000" tIns="0" rIns="0" bIns="0" rtlCol="0" anchor="t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XX.XX.202X</a:t>
            </a:r>
          </a:p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0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Projectname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D031DFBE-B945-E54D-24C6-9C454FFAD33E}"/>
              </a:ext>
            </a:extLst>
          </p:cNvPr>
          <p:cNvSpPr txBox="1">
            <a:spLocks/>
          </p:cNvSpPr>
          <p:nvPr/>
        </p:nvSpPr>
        <p:spPr>
          <a:xfrm>
            <a:off x="2010720" y="4975350"/>
            <a:ext cx="2292216" cy="1069524"/>
          </a:xfrm>
          <a:prstGeom prst="rect">
            <a:avLst/>
          </a:prstGeom>
          <a:noFill/>
        </p:spPr>
        <p:txBody>
          <a:bodyPr wrap="square" lIns="108000" tIns="0" rIns="0" bIns="0" rtlCol="0" anchor="t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XX.XX.202X</a:t>
            </a:r>
          </a:p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0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Projectname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3E433549-2CD3-87F4-3C73-2486EC3DAC8E}"/>
              </a:ext>
            </a:extLst>
          </p:cNvPr>
          <p:cNvSpPr txBox="1">
            <a:spLocks/>
          </p:cNvSpPr>
          <p:nvPr/>
        </p:nvSpPr>
        <p:spPr>
          <a:xfrm>
            <a:off x="4952657" y="4975350"/>
            <a:ext cx="2292216" cy="1069524"/>
          </a:xfrm>
          <a:prstGeom prst="rect">
            <a:avLst/>
          </a:prstGeom>
          <a:noFill/>
        </p:spPr>
        <p:txBody>
          <a:bodyPr wrap="square" lIns="108000" tIns="0" rIns="0" bIns="0" rtlCol="0" anchor="t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XX.XX.202X</a:t>
            </a:r>
          </a:p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0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Projectname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8700A554-1B51-BAD3-3DF8-04B747E5A2DC}"/>
              </a:ext>
            </a:extLst>
          </p:cNvPr>
          <p:cNvSpPr txBox="1">
            <a:spLocks/>
          </p:cNvSpPr>
          <p:nvPr/>
        </p:nvSpPr>
        <p:spPr>
          <a:xfrm>
            <a:off x="7894593" y="4975350"/>
            <a:ext cx="2292216" cy="1069524"/>
          </a:xfrm>
          <a:prstGeom prst="rect">
            <a:avLst/>
          </a:prstGeom>
          <a:noFill/>
        </p:spPr>
        <p:txBody>
          <a:bodyPr wrap="square" lIns="108000" tIns="0" rIns="0" bIns="0" rtlCol="0" anchor="t">
            <a:sp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XX.XX.202X</a:t>
            </a:r>
          </a:p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en-GB" sz="10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Projectname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 sociis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natoque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penatibus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 parturient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nec,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GB" sz="10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endParaRPr lang="en-GB" sz="10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869B6464-9D55-C87A-0AE2-979C9DFFD6AA}"/>
              </a:ext>
            </a:extLst>
          </p:cNvPr>
          <p:cNvGrpSpPr/>
          <p:nvPr/>
        </p:nvGrpSpPr>
        <p:grpSpPr>
          <a:xfrm>
            <a:off x="9266718" y="1617663"/>
            <a:ext cx="195890" cy="1382181"/>
            <a:chOff x="444452" y="1617663"/>
            <a:chExt cx="195890" cy="1382181"/>
          </a:xfrm>
        </p:grpSpPr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8F13BFB9-0DF4-3D85-C3A1-3E68CA69D503}"/>
                </a:ext>
              </a:extLst>
            </p:cNvPr>
            <p:cNvGrpSpPr>
              <a:grpSpLocks/>
            </p:cNvGrpSpPr>
            <p:nvPr/>
          </p:nvGrpSpPr>
          <p:grpSpPr>
            <a:xfrm>
              <a:off x="444452" y="2803958"/>
              <a:ext cx="195890" cy="195886"/>
              <a:chOff x="2900441" y="1462045"/>
              <a:chExt cx="174640" cy="174640"/>
            </a:xfrm>
          </p:grpSpPr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575F352A-7007-A990-1196-093299FF70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00441" y="1462045"/>
                <a:ext cx="174640" cy="17464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02B7CE23-08E2-A0D8-0E0B-F1B0E4033E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37836" y="1499440"/>
                <a:ext cx="99850" cy="99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829502A2-5911-8F9F-6E03-D4C9B94D58C5}"/>
                </a:ext>
              </a:extLst>
            </p:cNvPr>
            <p:cNvCxnSpPr>
              <a:cxnSpLocks/>
              <a:stCxn id="67" idx="4"/>
            </p:cNvCxnSpPr>
            <p:nvPr/>
          </p:nvCxnSpPr>
          <p:spPr>
            <a:xfrm flipV="1">
              <a:off x="542397" y="1617663"/>
              <a:ext cx="0" cy="1340236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5EBC8ADD-9DB3-4238-3FBF-5DE3B701CAEC}"/>
              </a:ext>
            </a:extLst>
          </p:cNvPr>
          <p:cNvGrpSpPr>
            <a:grpSpLocks/>
          </p:cNvGrpSpPr>
          <p:nvPr/>
        </p:nvGrpSpPr>
        <p:grpSpPr>
          <a:xfrm>
            <a:off x="6325081" y="1617663"/>
            <a:ext cx="195890" cy="1382181"/>
            <a:chOff x="444452" y="1617663"/>
            <a:chExt cx="195890" cy="1382181"/>
          </a:xfrm>
        </p:grpSpPr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527D88E9-0A65-5F2B-F200-5B005D76E1E3}"/>
                </a:ext>
              </a:extLst>
            </p:cNvPr>
            <p:cNvGrpSpPr>
              <a:grpSpLocks/>
            </p:cNvGrpSpPr>
            <p:nvPr/>
          </p:nvGrpSpPr>
          <p:grpSpPr>
            <a:xfrm>
              <a:off x="444452" y="2803958"/>
              <a:ext cx="195890" cy="195886"/>
              <a:chOff x="2900441" y="1462045"/>
              <a:chExt cx="174640" cy="174640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64828588-7F1E-341A-CFCE-A7C8A5A5758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00441" y="1462045"/>
                <a:ext cx="174640" cy="17464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439C1780-D68A-A623-9ECD-2C6891DF065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37836" y="1499440"/>
                <a:ext cx="99850" cy="99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71" name="Gerader Verbinder 70">
              <a:extLst>
                <a:ext uri="{FF2B5EF4-FFF2-40B4-BE49-F238E27FC236}">
                  <a16:creationId xmlns:a16="http://schemas.microsoft.com/office/drawing/2014/main" id="{C3CEA7C4-5243-4C7C-7998-22148DB8B1DC}"/>
                </a:ext>
              </a:extLst>
            </p:cNvPr>
            <p:cNvCxnSpPr>
              <a:cxnSpLocks/>
              <a:stCxn id="73" idx="4"/>
            </p:cNvCxnSpPr>
            <p:nvPr/>
          </p:nvCxnSpPr>
          <p:spPr>
            <a:xfrm flipV="1">
              <a:off x="542397" y="1617663"/>
              <a:ext cx="0" cy="1340236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18CEB485-0C9B-6972-D19A-FC6B039E9DEC}"/>
              </a:ext>
            </a:extLst>
          </p:cNvPr>
          <p:cNvGrpSpPr>
            <a:grpSpLocks/>
          </p:cNvGrpSpPr>
          <p:nvPr/>
        </p:nvGrpSpPr>
        <p:grpSpPr>
          <a:xfrm>
            <a:off x="3383444" y="1617663"/>
            <a:ext cx="195890" cy="1382181"/>
            <a:chOff x="444452" y="1617663"/>
            <a:chExt cx="195890" cy="1382181"/>
          </a:xfrm>
        </p:grpSpPr>
        <p:grpSp>
          <p:nvGrpSpPr>
            <p:cNvPr id="75" name="Gruppieren 74">
              <a:extLst>
                <a:ext uri="{FF2B5EF4-FFF2-40B4-BE49-F238E27FC236}">
                  <a16:creationId xmlns:a16="http://schemas.microsoft.com/office/drawing/2014/main" id="{F8C4A6A0-54BF-77CC-1AE1-CFFA30C90EC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44452" y="2803958"/>
              <a:ext cx="195890" cy="195886"/>
              <a:chOff x="2900441" y="1462045"/>
              <a:chExt cx="174640" cy="174640"/>
            </a:xfrm>
          </p:grpSpPr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8DC53CAF-0B0D-B05E-815D-FEA3EFA5E6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00441" y="1462045"/>
                <a:ext cx="174640" cy="17464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D473B257-FFE3-5CF8-F06E-C9799FAA3A3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37836" y="1499440"/>
                <a:ext cx="99850" cy="99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B9401E5C-F8DE-A182-1686-5FC6ADEADE9B}"/>
                </a:ext>
              </a:extLst>
            </p:cNvPr>
            <p:cNvCxnSpPr>
              <a:cxnSpLocks/>
              <a:stCxn id="84" idx="4"/>
            </p:cNvCxnSpPr>
            <p:nvPr/>
          </p:nvCxnSpPr>
          <p:spPr>
            <a:xfrm flipV="1">
              <a:off x="542397" y="1617663"/>
              <a:ext cx="0" cy="1340236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6C8ED974-0B1C-8525-424C-90EE3EDA79AF}"/>
              </a:ext>
            </a:extLst>
          </p:cNvPr>
          <p:cNvGrpSpPr>
            <a:grpSpLocks/>
          </p:cNvGrpSpPr>
          <p:nvPr/>
        </p:nvGrpSpPr>
        <p:grpSpPr>
          <a:xfrm>
            <a:off x="441807" y="1617663"/>
            <a:ext cx="195890" cy="1382181"/>
            <a:chOff x="444452" y="1617663"/>
            <a:chExt cx="195890" cy="1382181"/>
          </a:xfrm>
        </p:grpSpPr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19D1DAC3-DFC0-296D-722A-15AD34C751C3}"/>
                </a:ext>
              </a:extLst>
            </p:cNvPr>
            <p:cNvGrpSpPr>
              <a:grpSpLocks/>
            </p:cNvGrpSpPr>
            <p:nvPr/>
          </p:nvGrpSpPr>
          <p:grpSpPr>
            <a:xfrm>
              <a:off x="444452" y="2803958"/>
              <a:ext cx="195890" cy="195886"/>
              <a:chOff x="2900441" y="1462045"/>
              <a:chExt cx="174640" cy="174640"/>
            </a:xfrm>
          </p:grpSpPr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4D82A1FC-A967-8122-8657-4C9C7D5E5B9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00441" y="1462045"/>
                <a:ext cx="174640" cy="17464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AB6320DE-836D-97E4-8E84-89A67DF6697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37836" y="1499440"/>
                <a:ext cx="99850" cy="99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4033535B-646C-499A-B5D6-C02192691D75}"/>
                </a:ext>
              </a:extLst>
            </p:cNvPr>
            <p:cNvCxnSpPr>
              <a:cxnSpLocks/>
              <a:stCxn id="89" idx="4"/>
            </p:cNvCxnSpPr>
            <p:nvPr/>
          </p:nvCxnSpPr>
          <p:spPr>
            <a:xfrm flipV="1">
              <a:off x="542397" y="1617663"/>
              <a:ext cx="0" cy="1340236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3BE453BA-7D1C-710A-5C1C-2AB59CAF30CD}"/>
              </a:ext>
            </a:extLst>
          </p:cNvPr>
          <p:cNvGrpSpPr>
            <a:grpSpLocks/>
          </p:cNvGrpSpPr>
          <p:nvPr/>
        </p:nvGrpSpPr>
        <p:grpSpPr>
          <a:xfrm flipV="1">
            <a:off x="7795355" y="4670078"/>
            <a:ext cx="195890" cy="1382181"/>
            <a:chOff x="444452" y="1617663"/>
            <a:chExt cx="195890" cy="1382181"/>
          </a:xfrm>
        </p:grpSpPr>
        <p:grpSp>
          <p:nvGrpSpPr>
            <p:cNvPr id="91" name="Gruppieren 90">
              <a:extLst>
                <a:ext uri="{FF2B5EF4-FFF2-40B4-BE49-F238E27FC236}">
                  <a16:creationId xmlns:a16="http://schemas.microsoft.com/office/drawing/2014/main" id="{D093E99F-22F5-A56A-7D98-BB24CB13D8F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44452" y="2803958"/>
              <a:ext cx="195890" cy="195886"/>
              <a:chOff x="2900441" y="1462045"/>
              <a:chExt cx="174640" cy="174640"/>
            </a:xfrm>
          </p:grpSpPr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2EBB130D-25F5-8508-0CAD-BB4C47E996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00441" y="1462045"/>
                <a:ext cx="174640" cy="17464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5DA65695-0A42-F234-E337-D171E1F4F0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37836" y="1499440"/>
                <a:ext cx="99850" cy="99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92" name="Gerader Verbinder 91">
              <a:extLst>
                <a:ext uri="{FF2B5EF4-FFF2-40B4-BE49-F238E27FC236}">
                  <a16:creationId xmlns:a16="http://schemas.microsoft.com/office/drawing/2014/main" id="{7FEEF9F6-317F-7EB1-B9F1-066CBC589AA1}"/>
                </a:ext>
              </a:extLst>
            </p:cNvPr>
            <p:cNvCxnSpPr>
              <a:cxnSpLocks/>
              <a:stCxn id="94" idx="4"/>
            </p:cNvCxnSpPr>
            <p:nvPr/>
          </p:nvCxnSpPr>
          <p:spPr>
            <a:xfrm flipV="1">
              <a:off x="542397" y="1617663"/>
              <a:ext cx="0" cy="1340236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1B5CCBC0-40B6-E2B8-062A-26128DB2D785}"/>
              </a:ext>
            </a:extLst>
          </p:cNvPr>
          <p:cNvGrpSpPr>
            <a:grpSpLocks/>
          </p:cNvGrpSpPr>
          <p:nvPr/>
        </p:nvGrpSpPr>
        <p:grpSpPr>
          <a:xfrm flipV="1">
            <a:off x="4853718" y="4670078"/>
            <a:ext cx="195890" cy="1382181"/>
            <a:chOff x="444452" y="1617663"/>
            <a:chExt cx="195890" cy="1382181"/>
          </a:xfrm>
        </p:grpSpPr>
        <p:grpSp>
          <p:nvGrpSpPr>
            <p:cNvPr id="97" name="Gruppieren 96">
              <a:extLst>
                <a:ext uri="{FF2B5EF4-FFF2-40B4-BE49-F238E27FC236}">
                  <a16:creationId xmlns:a16="http://schemas.microsoft.com/office/drawing/2014/main" id="{8AE0962E-5A06-90CE-97A2-0F28C07FF3C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44452" y="2803958"/>
              <a:ext cx="195890" cy="195886"/>
              <a:chOff x="2900441" y="1462045"/>
              <a:chExt cx="174640" cy="174640"/>
            </a:xfrm>
          </p:grpSpPr>
          <p:sp>
            <p:nvSpPr>
              <p:cNvPr id="101" name="Ellipse 100">
                <a:extLst>
                  <a:ext uri="{FF2B5EF4-FFF2-40B4-BE49-F238E27FC236}">
                    <a16:creationId xmlns:a16="http://schemas.microsoft.com/office/drawing/2014/main" id="{EEDB0469-9CAB-FDD7-9A1F-9AA09D7175A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00441" y="1462045"/>
                <a:ext cx="174640" cy="17464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102" name="Ellipse 101">
                <a:extLst>
                  <a:ext uri="{FF2B5EF4-FFF2-40B4-BE49-F238E27FC236}">
                    <a16:creationId xmlns:a16="http://schemas.microsoft.com/office/drawing/2014/main" id="{134534B9-D7EB-F3AD-64E2-35EDF9E7969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37836" y="1499440"/>
                <a:ext cx="99850" cy="99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100" name="Gerader Verbinder 99">
              <a:extLst>
                <a:ext uri="{FF2B5EF4-FFF2-40B4-BE49-F238E27FC236}">
                  <a16:creationId xmlns:a16="http://schemas.microsoft.com/office/drawing/2014/main" id="{DA77584A-CEB7-1C8E-33F4-1A8A5928E9BF}"/>
                </a:ext>
              </a:extLst>
            </p:cNvPr>
            <p:cNvCxnSpPr>
              <a:cxnSpLocks/>
              <a:stCxn id="102" idx="4"/>
            </p:cNvCxnSpPr>
            <p:nvPr/>
          </p:nvCxnSpPr>
          <p:spPr>
            <a:xfrm flipV="1">
              <a:off x="542397" y="1617663"/>
              <a:ext cx="0" cy="1340236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48091E40-1B07-78AD-CE3E-4DF088A0C1B1}"/>
              </a:ext>
            </a:extLst>
          </p:cNvPr>
          <p:cNvGrpSpPr>
            <a:grpSpLocks/>
          </p:cNvGrpSpPr>
          <p:nvPr/>
        </p:nvGrpSpPr>
        <p:grpSpPr>
          <a:xfrm flipV="1">
            <a:off x="1912081" y="4670078"/>
            <a:ext cx="195890" cy="1382181"/>
            <a:chOff x="444452" y="1617663"/>
            <a:chExt cx="195890" cy="1382181"/>
          </a:xfrm>
        </p:grpSpPr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4F3B4FF0-2097-595A-701A-B3A179C61B3A}"/>
                </a:ext>
              </a:extLst>
            </p:cNvPr>
            <p:cNvGrpSpPr>
              <a:grpSpLocks/>
            </p:cNvGrpSpPr>
            <p:nvPr/>
          </p:nvGrpSpPr>
          <p:grpSpPr>
            <a:xfrm>
              <a:off x="444452" y="2803958"/>
              <a:ext cx="195890" cy="195886"/>
              <a:chOff x="2900441" y="1462045"/>
              <a:chExt cx="174640" cy="174640"/>
            </a:xfrm>
          </p:grpSpPr>
          <p:sp>
            <p:nvSpPr>
              <p:cNvPr id="112" name="Ellipse 111">
                <a:extLst>
                  <a:ext uri="{FF2B5EF4-FFF2-40B4-BE49-F238E27FC236}">
                    <a16:creationId xmlns:a16="http://schemas.microsoft.com/office/drawing/2014/main" id="{9FA1667E-4A29-9267-684D-66540D27B31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00441" y="1462045"/>
                <a:ext cx="174640" cy="17464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  <p:sp>
            <p:nvSpPr>
              <p:cNvPr id="113" name="Ellipse 112">
                <a:extLst>
                  <a:ext uri="{FF2B5EF4-FFF2-40B4-BE49-F238E27FC236}">
                    <a16:creationId xmlns:a16="http://schemas.microsoft.com/office/drawing/2014/main" id="{59E31377-A58F-EBC7-72A6-AA949D763E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37836" y="1499440"/>
                <a:ext cx="99850" cy="99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72000" rIns="108000" bIns="72000" rtlCol="0" anchor="t">
                <a:spAutoFit/>
              </a:bodyPr>
              <a:lstStyle/>
              <a:p>
                <a:pPr algn="l"/>
                <a:endParaRPr lang="en-US" err="1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111" name="Gerader Verbinder 110">
              <a:extLst>
                <a:ext uri="{FF2B5EF4-FFF2-40B4-BE49-F238E27FC236}">
                  <a16:creationId xmlns:a16="http://schemas.microsoft.com/office/drawing/2014/main" id="{6807DACE-281C-3622-40A3-D47C8789C949}"/>
                </a:ext>
              </a:extLst>
            </p:cNvPr>
            <p:cNvCxnSpPr>
              <a:cxnSpLocks/>
              <a:stCxn id="113" idx="4"/>
            </p:cNvCxnSpPr>
            <p:nvPr/>
          </p:nvCxnSpPr>
          <p:spPr>
            <a:xfrm flipV="1">
              <a:off x="542397" y="1617663"/>
              <a:ext cx="0" cy="1340236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085689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71997CC-3189-AC10-2CC7-636B3D6D6D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71997CC-3189-AC10-2CC7-636B3D6D6D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ED79DEA-A9BE-B221-DFA6-25036B9FE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Organigram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F1A972-70AF-B21D-2310-377E45FCD2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109594-1B45-46DB-8A0B-416F125317DC}" type="slidenum">
              <a:rPr lang="en-GB" smtClean="0">
                <a:solidFill>
                  <a:schemeClr val="tx2">
                    <a:lumMod val="100000"/>
                  </a:schemeClr>
                </a:solidFill>
              </a:rPr>
              <a:pPr/>
              <a:t>81</a:t>
            </a:fld>
            <a:endParaRPr lang="en-GB" dirty="0">
              <a:solidFill>
                <a:schemeClr val="tx2">
                  <a:lumMod val="100000"/>
                </a:schemeClr>
              </a:solidFill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CC2619-92C4-2992-CCB0-4C266037A1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Sample Company Details 01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3023DC1-B147-EEC3-8336-55048A9073B0}"/>
              </a:ext>
            </a:extLst>
          </p:cNvPr>
          <p:cNvSpPr>
            <a:spLocks/>
          </p:cNvSpPr>
          <p:nvPr/>
        </p:nvSpPr>
        <p:spPr>
          <a:xfrm>
            <a:off x="539748" y="1617663"/>
            <a:ext cx="11112087" cy="4224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spAutoFit/>
          </a:bodyPr>
          <a:lstStyle/>
          <a:p>
            <a:pPr algn="ctr"/>
            <a:r>
              <a:rPr lang="en-GB" b="1" dirty="0">
                <a:solidFill>
                  <a:schemeClr val="accent2"/>
                </a:solidFill>
              </a:rPr>
              <a:t>Lorem ipsum</a:t>
            </a:r>
          </a:p>
        </p:txBody>
      </p:sp>
      <p:cxnSp>
        <p:nvCxnSpPr>
          <p:cNvPr id="42" name="Verbinder: gewinkelt 41">
            <a:extLst>
              <a:ext uri="{FF2B5EF4-FFF2-40B4-BE49-F238E27FC236}">
                <a16:creationId xmlns:a16="http://schemas.microsoft.com/office/drawing/2014/main" id="{2B41F28D-30DD-D8E6-626B-B7851F2AB11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95999" y="-1834671"/>
            <a:ext cx="12700" cy="8469478"/>
          </a:xfrm>
          <a:prstGeom prst="bentConnector3">
            <a:avLst>
              <a:gd name="adj1" fmla="val 1487504"/>
            </a:avLst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A9F26F73-9AC4-2354-83FA-BB77E5CA6AE6}"/>
              </a:ext>
            </a:extLst>
          </p:cNvPr>
          <p:cNvCxnSpPr>
            <a:cxnSpLocks/>
            <a:stCxn id="24" idx="0"/>
            <a:endCxn id="7" idx="2"/>
          </p:cNvCxnSpPr>
          <p:nvPr/>
        </p:nvCxnSpPr>
        <p:spPr>
          <a:xfrm rot="5400000" flipH="1" flipV="1">
            <a:off x="5209967" y="1514244"/>
            <a:ext cx="360000" cy="1411649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Verbinder: gewinkelt 47">
            <a:extLst>
              <a:ext uri="{FF2B5EF4-FFF2-40B4-BE49-F238E27FC236}">
                <a16:creationId xmlns:a16="http://schemas.microsoft.com/office/drawing/2014/main" id="{AD639A34-DA05-1DBD-0E57-D486C893C9CB}"/>
              </a:ext>
            </a:extLst>
          </p:cNvPr>
          <p:cNvCxnSpPr>
            <a:cxnSpLocks/>
            <a:stCxn id="38" idx="0"/>
            <a:endCxn id="7" idx="2"/>
          </p:cNvCxnSpPr>
          <p:nvPr/>
        </p:nvCxnSpPr>
        <p:spPr>
          <a:xfrm rot="16200000" flipV="1">
            <a:off x="6621409" y="1514451"/>
            <a:ext cx="360000" cy="141123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E903D02F-7CAB-94E4-0541-A30A1B80AC76}"/>
              </a:ext>
            </a:extLst>
          </p:cNvPr>
          <p:cNvGrpSpPr>
            <a:grpSpLocks/>
          </p:cNvGrpSpPr>
          <p:nvPr/>
        </p:nvGrpSpPr>
        <p:grpSpPr>
          <a:xfrm>
            <a:off x="539749" y="2400068"/>
            <a:ext cx="2643436" cy="3645131"/>
            <a:chOff x="539749" y="2400068"/>
            <a:chExt cx="2643436" cy="3645131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D8DEB20-7811-1D9E-780F-A7FCA5E505F7}"/>
                </a:ext>
              </a:extLst>
            </p:cNvPr>
            <p:cNvSpPr>
              <a:spLocks/>
            </p:cNvSpPr>
            <p:nvPr/>
          </p:nvSpPr>
          <p:spPr>
            <a:xfrm>
              <a:off x="539749" y="2400068"/>
              <a:ext cx="2643022" cy="42240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>
              <a:spAutoFit/>
            </a:bodyPr>
            <a:lstStyle/>
            <a:p>
              <a:pPr algn="ctr"/>
              <a:r>
                <a:rPr lang="en-GB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3B3210F6-3B1B-A915-2D9E-E1F55E9C85A9}"/>
                </a:ext>
              </a:extLst>
            </p:cNvPr>
            <p:cNvSpPr>
              <a:spLocks/>
            </p:cNvSpPr>
            <p:nvPr/>
          </p:nvSpPr>
          <p:spPr>
            <a:xfrm>
              <a:off x="540163" y="3182473"/>
              <a:ext cx="1231511" cy="8342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8E2129F0-40EA-4644-2F8C-93632ED1742D}"/>
                </a:ext>
              </a:extLst>
            </p:cNvPr>
            <p:cNvSpPr>
              <a:spLocks/>
            </p:cNvSpPr>
            <p:nvPr/>
          </p:nvSpPr>
          <p:spPr>
            <a:xfrm>
              <a:off x="1951674" y="3182473"/>
              <a:ext cx="1231511" cy="8342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119D6D23-E23C-D27B-04A1-C3701E73BA1D}"/>
                </a:ext>
              </a:extLst>
            </p:cNvPr>
            <p:cNvSpPr>
              <a:spLocks/>
            </p:cNvSpPr>
            <p:nvPr/>
          </p:nvSpPr>
          <p:spPr>
            <a:xfrm>
              <a:off x="540163" y="4196715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802BC371-0377-2431-863E-886D312D6B36}"/>
                </a:ext>
              </a:extLst>
            </p:cNvPr>
            <p:cNvSpPr>
              <a:spLocks/>
            </p:cNvSpPr>
            <p:nvPr/>
          </p:nvSpPr>
          <p:spPr>
            <a:xfrm>
              <a:off x="1951674" y="4196715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185618BD-D8DA-A996-0B7E-5901224A3E29}"/>
                </a:ext>
              </a:extLst>
            </p:cNvPr>
            <p:cNvSpPr>
              <a:spLocks/>
            </p:cNvSpPr>
            <p:nvPr/>
          </p:nvSpPr>
          <p:spPr>
            <a:xfrm>
              <a:off x="540163" y="5210957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E21775B7-827C-24E4-EB1C-4C6E6FE8BDE1}"/>
                </a:ext>
              </a:extLst>
            </p:cNvPr>
            <p:cNvSpPr>
              <a:spLocks/>
            </p:cNvSpPr>
            <p:nvPr/>
          </p:nvSpPr>
          <p:spPr>
            <a:xfrm>
              <a:off x="1951674" y="5210957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cxnSp>
          <p:nvCxnSpPr>
            <p:cNvPr id="52" name="Verbinder: gewinkelt 51">
              <a:extLst>
                <a:ext uri="{FF2B5EF4-FFF2-40B4-BE49-F238E27FC236}">
                  <a16:creationId xmlns:a16="http://schemas.microsoft.com/office/drawing/2014/main" id="{CA48FE9A-67EE-05C4-72AF-AAF3D7694E65}"/>
                </a:ext>
              </a:extLst>
            </p:cNvPr>
            <p:cNvCxnSpPr>
              <a:cxnSpLocks/>
              <a:stCxn id="14" idx="0"/>
              <a:endCxn id="9" idx="2"/>
            </p:cNvCxnSpPr>
            <p:nvPr/>
          </p:nvCxnSpPr>
          <p:spPr>
            <a:xfrm rot="16200000" flipV="1">
              <a:off x="2034345" y="2649388"/>
              <a:ext cx="360000" cy="70617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Verbinder: gewinkelt 54">
              <a:extLst>
                <a:ext uri="{FF2B5EF4-FFF2-40B4-BE49-F238E27FC236}">
                  <a16:creationId xmlns:a16="http://schemas.microsoft.com/office/drawing/2014/main" id="{F7628215-CC38-E36E-5195-5EB4C8167F68}"/>
                </a:ext>
              </a:extLst>
            </p:cNvPr>
            <p:cNvCxnSpPr>
              <a:cxnSpLocks/>
              <a:stCxn id="13" idx="0"/>
              <a:endCxn id="9" idx="2"/>
            </p:cNvCxnSpPr>
            <p:nvPr/>
          </p:nvCxnSpPr>
          <p:spPr>
            <a:xfrm rot="5400000" flipH="1" flipV="1">
              <a:off x="1328589" y="2649803"/>
              <a:ext cx="360000" cy="70534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696B87AA-9A1C-3E00-23F7-34B26BF1E40B}"/>
                </a:ext>
              </a:extLst>
            </p:cNvPr>
            <p:cNvCxnSpPr>
              <a:stCxn id="14" idx="2"/>
              <a:endCxn id="16" idx="0"/>
            </p:cNvCxnSpPr>
            <p:nvPr/>
          </p:nvCxnSpPr>
          <p:spPr>
            <a:xfrm>
              <a:off x="2567430" y="4016715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B6CF7ECF-BC48-27EC-6F96-4700C43E0348}"/>
                </a:ext>
              </a:extLst>
            </p:cNvPr>
            <p:cNvCxnSpPr>
              <a:cxnSpLocks/>
              <a:stCxn id="16" idx="2"/>
              <a:endCxn id="18" idx="0"/>
            </p:cNvCxnSpPr>
            <p:nvPr/>
          </p:nvCxnSpPr>
          <p:spPr>
            <a:xfrm>
              <a:off x="2567430" y="5030957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BE7CCD8F-594A-A4C6-EB28-86636A9E80F3}"/>
                </a:ext>
              </a:extLst>
            </p:cNvPr>
            <p:cNvCxnSpPr>
              <a:cxnSpLocks/>
              <a:stCxn id="13" idx="2"/>
              <a:endCxn id="15" idx="0"/>
            </p:cNvCxnSpPr>
            <p:nvPr/>
          </p:nvCxnSpPr>
          <p:spPr>
            <a:xfrm>
              <a:off x="1155919" y="4016715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0A7ADEEC-C871-76CC-0DDE-B36F3F3A3A90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>
              <a:off x="1155919" y="5030957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295D09B3-3D93-9175-B316-88E6F0BAA08A}"/>
              </a:ext>
            </a:extLst>
          </p:cNvPr>
          <p:cNvGrpSpPr>
            <a:grpSpLocks/>
          </p:cNvGrpSpPr>
          <p:nvPr/>
        </p:nvGrpSpPr>
        <p:grpSpPr>
          <a:xfrm>
            <a:off x="3362632" y="2400068"/>
            <a:ext cx="2643436" cy="3645131"/>
            <a:chOff x="539749" y="2400068"/>
            <a:chExt cx="2643436" cy="3645131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C0030358-E88D-8860-D5F6-CB941A488A05}"/>
                </a:ext>
              </a:extLst>
            </p:cNvPr>
            <p:cNvSpPr>
              <a:spLocks/>
            </p:cNvSpPr>
            <p:nvPr/>
          </p:nvSpPr>
          <p:spPr>
            <a:xfrm>
              <a:off x="539749" y="2400068"/>
              <a:ext cx="2643022" cy="42240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>
              <a:spAutoFit/>
            </a:bodyPr>
            <a:lstStyle/>
            <a:p>
              <a:pPr algn="ctr"/>
              <a:r>
                <a:rPr lang="en-GB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E906CF59-2B22-53B2-5335-2E02D31BEBF0}"/>
                </a:ext>
              </a:extLst>
            </p:cNvPr>
            <p:cNvSpPr>
              <a:spLocks/>
            </p:cNvSpPr>
            <p:nvPr/>
          </p:nvSpPr>
          <p:spPr>
            <a:xfrm>
              <a:off x="540163" y="3182473"/>
              <a:ext cx="1231511" cy="8342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88E7EFBA-4F3D-60F2-38F6-7914B2C454EA}"/>
                </a:ext>
              </a:extLst>
            </p:cNvPr>
            <p:cNvSpPr>
              <a:spLocks/>
            </p:cNvSpPr>
            <p:nvPr/>
          </p:nvSpPr>
          <p:spPr>
            <a:xfrm>
              <a:off x="1951674" y="3182473"/>
              <a:ext cx="1231511" cy="8342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FC66DB21-D50E-4343-C1C4-C233AEF1705B}"/>
                </a:ext>
              </a:extLst>
            </p:cNvPr>
            <p:cNvSpPr>
              <a:spLocks/>
            </p:cNvSpPr>
            <p:nvPr/>
          </p:nvSpPr>
          <p:spPr>
            <a:xfrm>
              <a:off x="540163" y="4196715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37BD5AE5-1B47-DFCA-A0B9-CB783BD04807}"/>
                </a:ext>
              </a:extLst>
            </p:cNvPr>
            <p:cNvSpPr>
              <a:spLocks/>
            </p:cNvSpPr>
            <p:nvPr/>
          </p:nvSpPr>
          <p:spPr>
            <a:xfrm>
              <a:off x="1951674" y="4196715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69D864A1-E97A-FD99-8610-88155F5E80E4}"/>
                </a:ext>
              </a:extLst>
            </p:cNvPr>
            <p:cNvSpPr>
              <a:spLocks/>
            </p:cNvSpPr>
            <p:nvPr/>
          </p:nvSpPr>
          <p:spPr>
            <a:xfrm>
              <a:off x="540163" y="5210957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FC3A0E13-FCFF-09C9-71D9-92D26362E8B4}"/>
                </a:ext>
              </a:extLst>
            </p:cNvPr>
            <p:cNvSpPr>
              <a:spLocks/>
            </p:cNvSpPr>
            <p:nvPr/>
          </p:nvSpPr>
          <p:spPr>
            <a:xfrm>
              <a:off x="1951674" y="5210957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cxnSp>
          <p:nvCxnSpPr>
            <p:cNvPr id="31" name="Verbinder: gewinkelt 30">
              <a:extLst>
                <a:ext uri="{FF2B5EF4-FFF2-40B4-BE49-F238E27FC236}">
                  <a16:creationId xmlns:a16="http://schemas.microsoft.com/office/drawing/2014/main" id="{1CC1CBD1-A696-E4E7-8DFE-AD37802B2BF3}"/>
                </a:ext>
              </a:extLst>
            </p:cNvPr>
            <p:cNvCxnSpPr>
              <a:cxnSpLocks/>
              <a:stCxn id="26" idx="0"/>
              <a:endCxn id="24" idx="2"/>
            </p:cNvCxnSpPr>
            <p:nvPr/>
          </p:nvCxnSpPr>
          <p:spPr>
            <a:xfrm rot="16200000" flipV="1">
              <a:off x="2034345" y="2649388"/>
              <a:ext cx="360000" cy="70617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Verbinder: gewinkelt 31">
              <a:extLst>
                <a:ext uri="{FF2B5EF4-FFF2-40B4-BE49-F238E27FC236}">
                  <a16:creationId xmlns:a16="http://schemas.microsoft.com/office/drawing/2014/main" id="{58181A5A-BC72-FE92-0309-CFCAEF0399D5}"/>
                </a:ext>
              </a:extLst>
            </p:cNvPr>
            <p:cNvCxnSpPr>
              <a:cxnSpLocks/>
              <a:stCxn id="25" idx="0"/>
              <a:endCxn id="24" idx="2"/>
            </p:cNvCxnSpPr>
            <p:nvPr/>
          </p:nvCxnSpPr>
          <p:spPr>
            <a:xfrm rot="5400000" flipH="1" flipV="1">
              <a:off x="1328589" y="2649803"/>
              <a:ext cx="360000" cy="70534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0AE11D93-1592-EA8C-6DAE-ED2B7B0BAD03}"/>
                </a:ext>
              </a:extLst>
            </p:cNvPr>
            <p:cNvCxnSpPr>
              <a:stCxn id="26" idx="2"/>
              <a:endCxn id="28" idx="0"/>
            </p:cNvCxnSpPr>
            <p:nvPr/>
          </p:nvCxnSpPr>
          <p:spPr>
            <a:xfrm>
              <a:off x="2567430" y="4016715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6BE1CD59-9822-78DF-794D-6D306A05A6A4}"/>
                </a:ext>
              </a:extLst>
            </p:cNvPr>
            <p:cNvCxnSpPr>
              <a:cxnSpLocks/>
              <a:stCxn id="28" idx="2"/>
              <a:endCxn id="30" idx="0"/>
            </p:cNvCxnSpPr>
            <p:nvPr/>
          </p:nvCxnSpPr>
          <p:spPr>
            <a:xfrm>
              <a:off x="2567430" y="5030957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4AE3BC27-8A34-C83A-3F4A-4A0D5BEFB24A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>
              <a:off x="1155919" y="4016715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074BB436-D45A-D244-5E5E-483D850D64FD}"/>
                </a:ext>
              </a:extLst>
            </p:cNvPr>
            <p:cNvCxnSpPr>
              <a:cxnSpLocks/>
              <a:stCxn id="27" idx="2"/>
              <a:endCxn id="29" idx="0"/>
            </p:cNvCxnSpPr>
            <p:nvPr/>
          </p:nvCxnSpPr>
          <p:spPr>
            <a:xfrm>
              <a:off x="1155919" y="5030957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EEFC0FE7-E95A-41E0-8E32-455D89270FB3}"/>
              </a:ext>
            </a:extLst>
          </p:cNvPr>
          <p:cNvGrpSpPr>
            <a:grpSpLocks/>
          </p:cNvGrpSpPr>
          <p:nvPr/>
        </p:nvGrpSpPr>
        <p:grpSpPr>
          <a:xfrm>
            <a:off x="6185515" y="2400068"/>
            <a:ext cx="2643436" cy="3645131"/>
            <a:chOff x="539749" y="2400068"/>
            <a:chExt cx="2643436" cy="3645131"/>
          </a:xfrm>
        </p:grpSpPr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0915BAAA-6227-644E-7A97-9AA63E45D4B1}"/>
                </a:ext>
              </a:extLst>
            </p:cNvPr>
            <p:cNvSpPr>
              <a:spLocks/>
            </p:cNvSpPr>
            <p:nvPr/>
          </p:nvSpPr>
          <p:spPr>
            <a:xfrm>
              <a:off x="539749" y="2400068"/>
              <a:ext cx="2643022" cy="42240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>
              <a:spAutoFit/>
            </a:bodyPr>
            <a:lstStyle/>
            <a:p>
              <a:pPr algn="ctr"/>
              <a:r>
                <a:rPr lang="en-GB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F7F9AE4F-AADB-350B-B990-0AA62A3A00E7}"/>
                </a:ext>
              </a:extLst>
            </p:cNvPr>
            <p:cNvSpPr>
              <a:spLocks/>
            </p:cNvSpPr>
            <p:nvPr/>
          </p:nvSpPr>
          <p:spPr>
            <a:xfrm>
              <a:off x="540163" y="3182473"/>
              <a:ext cx="1231511" cy="8342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93B16109-1134-A3DA-4B49-1AE299EE2D33}"/>
                </a:ext>
              </a:extLst>
            </p:cNvPr>
            <p:cNvSpPr>
              <a:spLocks/>
            </p:cNvSpPr>
            <p:nvPr/>
          </p:nvSpPr>
          <p:spPr>
            <a:xfrm>
              <a:off x="1951674" y="3182473"/>
              <a:ext cx="1231511" cy="8342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D0EF9753-F38A-B9CD-20DD-428E191370F8}"/>
                </a:ext>
              </a:extLst>
            </p:cNvPr>
            <p:cNvSpPr>
              <a:spLocks/>
            </p:cNvSpPr>
            <p:nvPr/>
          </p:nvSpPr>
          <p:spPr>
            <a:xfrm>
              <a:off x="540163" y="4196715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5FB2A7AC-A545-B455-362B-72708B672078}"/>
                </a:ext>
              </a:extLst>
            </p:cNvPr>
            <p:cNvSpPr>
              <a:spLocks/>
            </p:cNvSpPr>
            <p:nvPr/>
          </p:nvSpPr>
          <p:spPr>
            <a:xfrm>
              <a:off x="1951674" y="4196715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A7F03138-B06A-B440-5AB1-B423A5762585}"/>
                </a:ext>
              </a:extLst>
            </p:cNvPr>
            <p:cNvSpPr>
              <a:spLocks/>
            </p:cNvSpPr>
            <p:nvPr/>
          </p:nvSpPr>
          <p:spPr>
            <a:xfrm>
              <a:off x="540163" y="5210957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8F1BE62F-5B34-8213-1EFF-861DB37BA282}"/>
                </a:ext>
              </a:extLst>
            </p:cNvPr>
            <p:cNvSpPr>
              <a:spLocks/>
            </p:cNvSpPr>
            <p:nvPr/>
          </p:nvSpPr>
          <p:spPr>
            <a:xfrm>
              <a:off x="1951674" y="5210957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cxnSp>
          <p:nvCxnSpPr>
            <p:cNvPr id="47" name="Verbinder: gewinkelt 46">
              <a:extLst>
                <a:ext uri="{FF2B5EF4-FFF2-40B4-BE49-F238E27FC236}">
                  <a16:creationId xmlns:a16="http://schemas.microsoft.com/office/drawing/2014/main" id="{72ECDA19-0A10-A0C7-CC40-C793844522C7}"/>
                </a:ext>
              </a:extLst>
            </p:cNvPr>
            <p:cNvCxnSpPr>
              <a:cxnSpLocks/>
              <a:stCxn id="40" idx="0"/>
              <a:endCxn id="38" idx="2"/>
            </p:cNvCxnSpPr>
            <p:nvPr/>
          </p:nvCxnSpPr>
          <p:spPr>
            <a:xfrm rot="16200000" flipV="1">
              <a:off x="2034345" y="2649388"/>
              <a:ext cx="360000" cy="70617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Verbinder: gewinkelt 48">
              <a:extLst>
                <a:ext uri="{FF2B5EF4-FFF2-40B4-BE49-F238E27FC236}">
                  <a16:creationId xmlns:a16="http://schemas.microsoft.com/office/drawing/2014/main" id="{699CEE5E-E529-D341-D307-8D355C258217}"/>
                </a:ext>
              </a:extLst>
            </p:cNvPr>
            <p:cNvCxnSpPr>
              <a:cxnSpLocks/>
              <a:stCxn id="39" idx="0"/>
              <a:endCxn id="38" idx="2"/>
            </p:cNvCxnSpPr>
            <p:nvPr/>
          </p:nvCxnSpPr>
          <p:spPr>
            <a:xfrm rot="5400000" flipH="1" flipV="1">
              <a:off x="1328589" y="2649803"/>
              <a:ext cx="360000" cy="70534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A62BCD19-E1F2-BDBE-631C-DF817F648B57}"/>
                </a:ext>
              </a:extLst>
            </p:cNvPr>
            <p:cNvCxnSpPr>
              <a:stCxn id="40" idx="2"/>
              <a:endCxn id="43" idx="0"/>
            </p:cNvCxnSpPr>
            <p:nvPr/>
          </p:nvCxnSpPr>
          <p:spPr>
            <a:xfrm>
              <a:off x="2567430" y="4016715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C7506C58-A621-D083-0D4A-44822A730902}"/>
                </a:ext>
              </a:extLst>
            </p:cNvPr>
            <p:cNvCxnSpPr>
              <a:cxnSpLocks/>
              <a:stCxn id="43" idx="2"/>
              <a:endCxn id="46" idx="0"/>
            </p:cNvCxnSpPr>
            <p:nvPr/>
          </p:nvCxnSpPr>
          <p:spPr>
            <a:xfrm>
              <a:off x="2567430" y="5030957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736DCC9E-802D-4EF9-1F5F-655B8842DF49}"/>
                </a:ext>
              </a:extLst>
            </p:cNvPr>
            <p:cNvCxnSpPr>
              <a:cxnSpLocks/>
              <a:stCxn id="39" idx="2"/>
              <a:endCxn id="41" idx="0"/>
            </p:cNvCxnSpPr>
            <p:nvPr/>
          </p:nvCxnSpPr>
          <p:spPr>
            <a:xfrm>
              <a:off x="1155919" y="4016715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58CA340E-7767-DB8D-258F-EFDC58E91E00}"/>
                </a:ext>
              </a:extLst>
            </p:cNvPr>
            <p:cNvCxnSpPr>
              <a:cxnSpLocks/>
              <a:stCxn id="41" idx="2"/>
              <a:endCxn id="45" idx="0"/>
            </p:cNvCxnSpPr>
            <p:nvPr/>
          </p:nvCxnSpPr>
          <p:spPr>
            <a:xfrm>
              <a:off x="1155919" y="5030957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DD9F9072-9AB3-4A5B-2DDE-78CE79AC67CF}"/>
              </a:ext>
            </a:extLst>
          </p:cNvPr>
          <p:cNvGrpSpPr>
            <a:grpSpLocks/>
          </p:cNvGrpSpPr>
          <p:nvPr/>
        </p:nvGrpSpPr>
        <p:grpSpPr>
          <a:xfrm>
            <a:off x="9008398" y="2400068"/>
            <a:ext cx="2643436" cy="3645131"/>
            <a:chOff x="539749" y="2400068"/>
            <a:chExt cx="2643436" cy="364513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BE01CC1E-A8F3-E456-5A8C-B7CEEA8CCB0F}"/>
                </a:ext>
              </a:extLst>
            </p:cNvPr>
            <p:cNvSpPr>
              <a:spLocks/>
            </p:cNvSpPr>
            <p:nvPr/>
          </p:nvSpPr>
          <p:spPr>
            <a:xfrm>
              <a:off x="539749" y="2400068"/>
              <a:ext cx="2643022" cy="42240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>
              <a:spAutoFit/>
            </a:bodyPr>
            <a:lstStyle/>
            <a:p>
              <a:pPr algn="ctr"/>
              <a:r>
                <a:rPr lang="en-GB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F4A05081-0E4E-FE6A-670C-D4E31F5D35BD}"/>
                </a:ext>
              </a:extLst>
            </p:cNvPr>
            <p:cNvSpPr>
              <a:spLocks/>
            </p:cNvSpPr>
            <p:nvPr/>
          </p:nvSpPr>
          <p:spPr>
            <a:xfrm>
              <a:off x="540163" y="3182473"/>
              <a:ext cx="1231511" cy="8342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5D3110D3-B910-5EBA-1294-39C261ED5287}"/>
                </a:ext>
              </a:extLst>
            </p:cNvPr>
            <p:cNvSpPr>
              <a:spLocks/>
            </p:cNvSpPr>
            <p:nvPr/>
          </p:nvSpPr>
          <p:spPr>
            <a:xfrm>
              <a:off x="1951674" y="3182473"/>
              <a:ext cx="1231511" cy="8342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E354438F-735D-C76F-948E-CE6B8B354AB7}"/>
                </a:ext>
              </a:extLst>
            </p:cNvPr>
            <p:cNvSpPr>
              <a:spLocks/>
            </p:cNvSpPr>
            <p:nvPr/>
          </p:nvSpPr>
          <p:spPr>
            <a:xfrm>
              <a:off x="540163" y="4196715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80313867-F508-AD46-43B4-0D1D044C4ABE}"/>
                </a:ext>
              </a:extLst>
            </p:cNvPr>
            <p:cNvSpPr>
              <a:spLocks/>
            </p:cNvSpPr>
            <p:nvPr/>
          </p:nvSpPr>
          <p:spPr>
            <a:xfrm>
              <a:off x="1951674" y="4196715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16B16F33-6A35-7023-8AC8-7EC5BEF646D6}"/>
                </a:ext>
              </a:extLst>
            </p:cNvPr>
            <p:cNvSpPr>
              <a:spLocks/>
            </p:cNvSpPr>
            <p:nvPr/>
          </p:nvSpPr>
          <p:spPr>
            <a:xfrm>
              <a:off x="540163" y="5210957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E5AC1C2F-5439-A1A0-8EB2-FB1BA48CED06}"/>
                </a:ext>
              </a:extLst>
            </p:cNvPr>
            <p:cNvSpPr>
              <a:spLocks/>
            </p:cNvSpPr>
            <p:nvPr/>
          </p:nvSpPr>
          <p:spPr>
            <a:xfrm>
              <a:off x="1951674" y="5210957"/>
              <a:ext cx="1231511" cy="83424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t">
              <a:noAutofit/>
            </a:bodyPr>
            <a:lstStyle/>
            <a:p>
              <a:pPr algn="ctr"/>
              <a:r>
                <a:rPr lang="en-GB" sz="1200" dirty="0">
                  <a:solidFill>
                    <a:schemeClr val="tx2"/>
                  </a:solidFill>
                </a:rPr>
                <a:t>Lorem ipsum</a:t>
              </a:r>
            </a:p>
          </p:txBody>
        </p:sp>
        <p:cxnSp>
          <p:nvCxnSpPr>
            <p:cNvPr id="68" name="Verbinder: gewinkelt 67">
              <a:extLst>
                <a:ext uri="{FF2B5EF4-FFF2-40B4-BE49-F238E27FC236}">
                  <a16:creationId xmlns:a16="http://schemas.microsoft.com/office/drawing/2014/main" id="{A329A063-D4F9-6E44-2C1D-A934DD764C10}"/>
                </a:ext>
              </a:extLst>
            </p:cNvPr>
            <p:cNvCxnSpPr>
              <a:cxnSpLocks/>
              <a:stCxn id="61" idx="0"/>
              <a:endCxn id="57" idx="2"/>
            </p:cNvCxnSpPr>
            <p:nvPr/>
          </p:nvCxnSpPr>
          <p:spPr>
            <a:xfrm rot="16200000" flipV="1">
              <a:off x="2034345" y="2649388"/>
              <a:ext cx="360000" cy="70617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Verbinder: gewinkelt 114">
              <a:extLst>
                <a:ext uri="{FF2B5EF4-FFF2-40B4-BE49-F238E27FC236}">
                  <a16:creationId xmlns:a16="http://schemas.microsoft.com/office/drawing/2014/main" id="{F0B48037-AD50-BAFB-1FD2-1A8284981061}"/>
                </a:ext>
              </a:extLst>
            </p:cNvPr>
            <p:cNvCxnSpPr>
              <a:cxnSpLocks/>
              <a:stCxn id="58" idx="0"/>
              <a:endCxn id="57" idx="2"/>
            </p:cNvCxnSpPr>
            <p:nvPr/>
          </p:nvCxnSpPr>
          <p:spPr>
            <a:xfrm rot="5400000" flipH="1" flipV="1">
              <a:off x="1328589" y="2649803"/>
              <a:ext cx="360000" cy="70534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Gerader Verbinder 115">
              <a:extLst>
                <a:ext uri="{FF2B5EF4-FFF2-40B4-BE49-F238E27FC236}">
                  <a16:creationId xmlns:a16="http://schemas.microsoft.com/office/drawing/2014/main" id="{1BD62104-887C-75AE-0BE9-47511DA11647}"/>
                </a:ext>
              </a:extLst>
            </p:cNvPr>
            <p:cNvCxnSpPr>
              <a:stCxn id="61" idx="2"/>
              <a:endCxn id="64" idx="0"/>
            </p:cNvCxnSpPr>
            <p:nvPr/>
          </p:nvCxnSpPr>
          <p:spPr>
            <a:xfrm>
              <a:off x="2567430" y="4016715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r Verbinder 116">
              <a:extLst>
                <a:ext uri="{FF2B5EF4-FFF2-40B4-BE49-F238E27FC236}">
                  <a16:creationId xmlns:a16="http://schemas.microsoft.com/office/drawing/2014/main" id="{E10FF416-4AE5-F83B-DBB5-56D86E180452}"/>
                </a:ext>
              </a:extLst>
            </p:cNvPr>
            <p:cNvCxnSpPr>
              <a:cxnSpLocks/>
              <a:stCxn id="64" idx="2"/>
              <a:endCxn id="67" idx="0"/>
            </p:cNvCxnSpPr>
            <p:nvPr/>
          </p:nvCxnSpPr>
          <p:spPr>
            <a:xfrm>
              <a:off x="2567430" y="5030957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r Verbinder 117">
              <a:extLst>
                <a:ext uri="{FF2B5EF4-FFF2-40B4-BE49-F238E27FC236}">
                  <a16:creationId xmlns:a16="http://schemas.microsoft.com/office/drawing/2014/main" id="{512BD24F-741C-4BCF-DCE1-9337E9EB8B31}"/>
                </a:ext>
              </a:extLst>
            </p:cNvPr>
            <p:cNvCxnSpPr>
              <a:cxnSpLocks/>
              <a:stCxn id="58" idx="2"/>
              <a:endCxn id="62" idx="0"/>
            </p:cNvCxnSpPr>
            <p:nvPr/>
          </p:nvCxnSpPr>
          <p:spPr>
            <a:xfrm>
              <a:off x="1155919" y="4016715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Gerader Verbinder 118">
              <a:extLst>
                <a:ext uri="{FF2B5EF4-FFF2-40B4-BE49-F238E27FC236}">
                  <a16:creationId xmlns:a16="http://schemas.microsoft.com/office/drawing/2014/main" id="{72B1D703-AED4-A529-3FDC-83BC4E823743}"/>
                </a:ext>
              </a:extLst>
            </p:cNvPr>
            <p:cNvCxnSpPr>
              <a:cxnSpLocks/>
              <a:stCxn id="62" idx="2"/>
              <a:endCxn id="65" idx="0"/>
            </p:cNvCxnSpPr>
            <p:nvPr/>
          </p:nvCxnSpPr>
          <p:spPr>
            <a:xfrm>
              <a:off x="1155919" y="5030957"/>
              <a:ext cx="0" cy="180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474645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71997CC-3189-AC10-2CC7-636B3D6D6D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220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71997CC-3189-AC10-2CC7-636B3D6D6D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ED79DEA-A9BE-B221-DFA6-25036B9FE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Organigram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F1A972-70AF-B21D-2310-377E45FCD2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82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CC2619-92C4-2992-CCB0-4C266037A1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Sample Company Details 02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3023DC1-B147-EEC3-8336-55048A9073B0}"/>
              </a:ext>
            </a:extLst>
          </p:cNvPr>
          <p:cNvSpPr>
            <a:spLocks/>
          </p:cNvSpPr>
          <p:nvPr/>
        </p:nvSpPr>
        <p:spPr>
          <a:xfrm>
            <a:off x="539748" y="1617663"/>
            <a:ext cx="11112502" cy="4224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spAutoFit/>
          </a:bodyPr>
          <a:lstStyle/>
          <a:p>
            <a:pPr algn="ctr"/>
            <a:r>
              <a:rPr lang="en-GB" b="1" dirty="0">
                <a:solidFill>
                  <a:schemeClr val="accent2"/>
                </a:solidFill>
              </a:rPr>
              <a:t>Lorem ipsum</a:t>
            </a:r>
          </a:p>
        </p:txBody>
      </p:sp>
      <p:cxnSp>
        <p:nvCxnSpPr>
          <p:cNvPr id="42" name="Verbinder: gewinkelt 41">
            <a:extLst>
              <a:ext uri="{FF2B5EF4-FFF2-40B4-BE49-F238E27FC236}">
                <a16:creationId xmlns:a16="http://schemas.microsoft.com/office/drawing/2014/main" id="{2B41F28D-30DD-D8E6-626B-B7851F2AB115}"/>
              </a:ext>
            </a:extLst>
          </p:cNvPr>
          <p:cNvCxnSpPr>
            <a:cxnSpLocks/>
            <a:stCxn id="9" idx="0"/>
            <a:endCxn id="116" idx="0"/>
          </p:cNvCxnSpPr>
          <p:nvPr/>
        </p:nvCxnSpPr>
        <p:spPr>
          <a:xfrm rot="5400000" flipH="1" flipV="1">
            <a:off x="6095999" y="-1598293"/>
            <a:ext cx="12700" cy="8469479"/>
          </a:xfrm>
          <a:prstGeom prst="bentConnector3">
            <a:avLst>
              <a:gd name="adj1" fmla="val 2389260"/>
            </a:avLst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A9F26F73-9AC4-2354-83FA-BB77E5CA6AE6}"/>
              </a:ext>
            </a:extLst>
          </p:cNvPr>
          <p:cNvCxnSpPr>
            <a:cxnSpLocks/>
            <a:stCxn id="39" idx="0"/>
            <a:endCxn id="7" idx="2"/>
          </p:cNvCxnSpPr>
          <p:nvPr/>
        </p:nvCxnSpPr>
        <p:spPr>
          <a:xfrm rot="5400000" flipH="1" flipV="1">
            <a:off x="5092020" y="1632468"/>
            <a:ext cx="596378" cy="1411579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Verbinder: gewinkelt 47">
            <a:extLst>
              <a:ext uri="{FF2B5EF4-FFF2-40B4-BE49-F238E27FC236}">
                <a16:creationId xmlns:a16="http://schemas.microsoft.com/office/drawing/2014/main" id="{AD639A34-DA05-1DBD-0E57-D486C893C9CB}"/>
              </a:ext>
            </a:extLst>
          </p:cNvPr>
          <p:cNvCxnSpPr>
            <a:cxnSpLocks/>
            <a:stCxn id="54" idx="0"/>
            <a:endCxn id="7" idx="2"/>
          </p:cNvCxnSpPr>
          <p:nvPr/>
        </p:nvCxnSpPr>
        <p:spPr>
          <a:xfrm rot="16200000" flipV="1">
            <a:off x="6503600" y="1632467"/>
            <a:ext cx="596378" cy="141158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BE49F1CE-9966-0A4D-8BD0-AE0CDF254950}"/>
              </a:ext>
            </a:extLst>
          </p:cNvPr>
          <p:cNvGrpSpPr>
            <a:grpSpLocks/>
          </p:cNvGrpSpPr>
          <p:nvPr/>
        </p:nvGrpSpPr>
        <p:grpSpPr>
          <a:xfrm>
            <a:off x="539749" y="2636446"/>
            <a:ext cx="2643022" cy="3408798"/>
            <a:chOff x="539749" y="2432339"/>
            <a:chExt cx="2643022" cy="3408798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D8DEB20-7811-1D9E-780F-A7FCA5E505F7}"/>
                </a:ext>
              </a:extLst>
            </p:cNvPr>
            <p:cNvSpPr>
              <a:spLocks/>
            </p:cNvSpPr>
            <p:nvPr/>
          </p:nvSpPr>
          <p:spPr>
            <a:xfrm>
              <a:off x="539749" y="2432339"/>
              <a:ext cx="2643022" cy="33007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tx2"/>
                  </a:solidFill>
                </a:rPr>
                <a:t>Lorem ipsum</a:t>
              </a:r>
            </a:p>
          </p:txBody>
        </p: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DA2A8CD7-CFF8-DD7E-A288-62435B6EDEFC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0163" y="2834411"/>
              <a:ext cx="2642608" cy="954242"/>
              <a:chOff x="540163" y="2822473"/>
              <a:chExt cx="2642608" cy="954242"/>
            </a:xfrm>
          </p:grpSpPr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10EDB115-5287-7BFC-7B9D-1056B0B6FCB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1260" y="2822473"/>
                <a:ext cx="1231511" cy="954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2"/>
                    </a:solidFill>
                  </a:rPr>
                  <a:t>Lorem </a:t>
                </a:r>
                <a:br>
                  <a:rPr lang="en-GB" sz="1200" dirty="0">
                    <a:solidFill>
                      <a:schemeClr val="tx2"/>
                    </a:solidFill>
                  </a:rPr>
                </a:br>
                <a:r>
                  <a:rPr lang="en-GB" sz="1200" dirty="0">
                    <a:solidFill>
                      <a:schemeClr val="tx2"/>
                    </a:solidFill>
                  </a:rPr>
                  <a:t>ipsum</a:t>
                </a:r>
              </a:p>
            </p:txBody>
          </p:sp>
          <p:pic>
            <p:nvPicPr>
              <p:cNvPr id="30" name="Grafik 29" descr="Ein Bild, das Electric Blue (Farbe), Majorelle Blue, Screenshot, Azurblau enthält.&#10;&#10;KI-generierte Inhalte können fehlerhaft sein.">
                <a:extLst>
                  <a:ext uri="{FF2B5EF4-FFF2-40B4-BE49-F238E27FC236}">
                    <a16:creationId xmlns:a16="http://schemas.microsoft.com/office/drawing/2014/main" id="{0188F09E-477D-1416-A3DD-99C6E52D22BD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0163" y="2822473"/>
                <a:ext cx="1231511" cy="954242"/>
              </a:xfrm>
              <a:prstGeom prst="rect">
                <a:avLst/>
              </a:prstGeom>
            </p:spPr>
          </p:pic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99ECD670-0F2E-0B34-4774-688CA6FBA920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0163" y="3860653"/>
              <a:ext cx="2642608" cy="954242"/>
              <a:chOff x="540163" y="3956715"/>
              <a:chExt cx="2642608" cy="954242"/>
            </a:xfrm>
          </p:grpSpPr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355FC622-7E66-3CC9-56DD-281C3527680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1260" y="3956715"/>
                <a:ext cx="1231511" cy="954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2"/>
                    </a:solidFill>
                  </a:rPr>
                  <a:t>Lorem </a:t>
                </a:r>
                <a:br>
                  <a:rPr lang="en-GB" sz="1200" dirty="0">
                    <a:solidFill>
                      <a:schemeClr val="tx2"/>
                    </a:solidFill>
                  </a:rPr>
                </a:br>
                <a:r>
                  <a:rPr lang="en-GB" sz="1200" dirty="0">
                    <a:solidFill>
                      <a:schemeClr val="tx2"/>
                    </a:solidFill>
                  </a:rPr>
                  <a:t>ipsum</a:t>
                </a:r>
              </a:p>
            </p:txBody>
          </p:sp>
          <p:pic>
            <p:nvPicPr>
              <p:cNvPr id="31" name="Grafik 30" descr="Ein Bild, das Electric Blue (Farbe), Majorelle Blue, Screenshot, Azurblau enthält.&#10;&#10;KI-generierte Inhalte können fehlerhaft sein.">
                <a:extLst>
                  <a:ext uri="{FF2B5EF4-FFF2-40B4-BE49-F238E27FC236}">
                    <a16:creationId xmlns:a16="http://schemas.microsoft.com/office/drawing/2014/main" id="{D762DAD8-15D0-AD42-D3A4-EC1CDFBE4CAA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0163" y="3956715"/>
                <a:ext cx="1231511" cy="954242"/>
              </a:xfrm>
              <a:prstGeom prst="rect">
                <a:avLst/>
              </a:prstGeom>
            </p:spPr>
          </p:pic>
        </p:grp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28C04A36-7571-29F3-E424-60C7F62330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0163" y="4886895"/>
              <a:ext cx="2642608" cy="954242"/>
              <a:chOff x="540163" y="5090957"/>
              <a:chExt cx="2642608" cy="954242"/>
            </a:xfrm>
          </p:grpSpPr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7CE80606-314F-FD55-72F4-49BD9ADD920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1260" y="5090957"/>
                <a:ext cx="1231511" cy="954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2"/>
                    </a:solidFill>
                  </a:rPr>
                  <a:t>Lorem </a:t>
                </a:r>
                <a:br>
                  <a:rPr lang="en-GB" sz="1200" dirty="0">
                    <a:solidFill>
                      <a:schemeClr val="tx2"/>
                    </a:solidFill>
                  </a:rPr>
                </a:br>
                <a:r>
                  <a:rPr lang="en-GB" sz="1200" dirty="0">
                    <a:solidFill>
                      <a:schemeClr val="tx2"/>
                    </a:solidFill>
                  </a:rPr>
                  <a:t>ipsum</a:t>
                </a:r>
              </a:p>
            </p:txBody>
          </p:sp>
          <p:pic>
            <p:nvPicPr>
              <p:cNvPr id="32" name="Grafik 31" descr="Ein Bild, das Electric Blue (Farbe), Majorelle Blue, Screenshot, Azurblau enthält.&#10;&#10;KI-generierte Inhalte können fehlerhaft sein.">
                <a:extLst>
                  <a:ext uri="{FF2B5EF4-FFF2-40B4-BE49-F238E27FC236}">
                    <a16:creationId xmlns:a16="http://schemas.microsoft.com/office/drawing/2014/main" id="{37B9FC18-0BD3-724D-AAAB-1B6613D2EA08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0163" y="5090957"/>
                <a:ext cx="1231511" cy="954242"/>
              </a:xfrm>
              <a:prstGeom prst="rect">
                <a:avLst/>
              </a:prstGeom>
            </p:spPr>
          </p:pic>
        </p:grp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D34425B7-B646-CB6A-229B-9F1FAB0B64AC}"/>
              </a:ext>
            </a:extLst>
          </p:cNvPr>
          <p:cNvGrpSpPr>
            <a:grpSpLocks/>
          </p:cNvGrpSpPr>
          <p:nvPr/>
        </p:nvGrpSpPr>
        <p:grpSpPr>
          <a:xfrm>
            <a:off x="3362909" y="2636446"/>
            <a:ext cx="2643022" cy="3408798"/>
            <a:chOff x="539749" y="2432339"/>
            <a:chExt cx="2643022" cy="3408798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E81C1BE5-34A4-04F9-69AE-64B67BB753BD}"/>
                </a:ext>
              </a:extLst>
            </p:cNvPr>
            <p:cNvSpPr>
              <a:spLocks/>
            </p:cNvSpPr>
            <p:nvPr/>
          </p:nvSpPr>
          <p:spPr>
            <a:xfrm>
              <a:off x="539749" y="2432339"/>
              <a:ext cx="2643022" cy="33007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tx2"/>
                  </a:solidFill>
                </a:rPr>
                <a:t>Lorem ipsum</a:t>
              </a:r>
            </a:p>
          </p:txBody>
        </p: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328510CB-68E9-A862-2741-73B76776BC28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0163" y="2834411"/>
              <a:ext cx="2642608" cy="954242"/>
              <a:chOff x="540163" y="2822473"/>
              <a:chExt cx="2642608" cy="954242"/>
            </a:xfrm>
          </p:grpSpPr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E502F565-AB90-26A3-9A31-9245147ABB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1260" y="2822473"/>
                <a:ext cx="1231511" cy="954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2"/>
                    </a:solidFill>
                  </a:rPr>
                  <a:t>Lorem </a:t>
                </a:r>
                <a:br>
                  <a:rPr lang="en-GB" sz="1200" dirty="0">
                    <a:solidFill>
                      <a:schemeClr val="tx2"/>
                    </a:solidFill>
                  </a:rPr>
                </a:br>
                <a:r>
                  <a:rPr lang="en-GB" sz="1200" dirty="0">
                    <a:solidFill>
                      <a:schemeClr val="tx2"/>
                    </a:solidFill>
                  </a:rPr>
                  <a:t>ipsum</a:t>
                </a:r>
              </a:p>
            </p:txBody>
          </p:sp>
          <p:pic>
            <p:nvPicPr>
              <p:cNvPr id="51" name="Grafik 50" descr="Ein Bild, das Electric Blue (Farbe), Majorelle Blue, Screenshot, Azurblau enthält.&#10;&#10;KI-generierte Inhalte können fehlerhaft sein.">
                <a:extLst>
                  <a:ext uri="{FF2B5EF4-FFF2-40B4-BE49-F238E27FC236}">
                    <a16:creationId xmlns:a16="http://schemas.microsoft.com/office/drawing/2014/main" id="{F8956A03-49DD-213F-805A-36FE84FFBB61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0163" y="2822473"/>
                <a:ext cx="1231511" cy="954242"/>
              </a:xfrm>
              <a:prstGeom prst="rect">
                <a:avLst/>
              </a:prstGeom>
            </p:spPr>
          </p:pic>
        </p:grp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1856FCB5-FA75-EEF6-760E-2151F6B7908E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0163" y="3860653"/>
              <a:ext cx="2642608" cy="954242"/>
              <a:chOff x="540163" y="3956715"/>
              <a:chExt cx="2642608" cy="954242"/>
            </a:xfrm>
          </p:grpSpPr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3811173B-7EEA-7459-3AC0-403C5B801C1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1260" y="3956715"/>
                <a:ext cx="1231511" cy="954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2"/>
                    </a:solidFill>
                  </a:rPr>
                  <a:t>Lorem </a:t>
                </a:r>
                <a:br>
                  <a:rPr lang="en-GB" sz="1200" dirty="0">
                    <a:solidFill>
                      <a:schemeClr val="tx2"/>
                    </a:solidFill>
                  </a:rPr>
                </a:br>
                <a:r>
                  <a:rPr lang="en-GB" sz="1200" dirty="0">
                    <a:solidFill>
                      <a:schemeClr val="tx2"/>
                    </a:solidFill>
                  </a:rPr>
                  <a:t>ipsum</a:t>
                </a:r>
              </a:p>
            </p:txBody>
          </p:sp>
          <p:pic>
            <p:nvPicPr>
              <p:cNvPr id="49" name="Grafik 48" descr="Ein Bild, das Electric Blue (Farbe), Majorelle Blue, Screenshot, Azurblau enthält.&#10;&#10;KI-generierte Inhalte können fehlerhaft sein.">
                <a:extLst>
                  <a:ext uri="{FF2B5EF4-FFF2-40B4-BE49-F238E27FC236}">
                    <a16:creationId xmlns:a16="http://schemas.microsoft.com/office/drawing/2014/main" id="{3FDC8137-5350-FD15-23EE-F28339313963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0163" y="3956715"/>
                <a:ext cx="1231511" cy="954242"/>
              </a:xfrm>
              <a:prstGeom prst="rect">
                <a:avLst/>
              </a:prstGeom>
            </p:spPr>
          </p:pic>
        </p:grpSp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8DCC1CA7-A8AC-7EF2-CE34-7D71750E1C78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0163" y="4886895"/>
              <a:ext cx="2642608" cy="954242"/>
              <a:chOff x="540163" y="5090957"/>
              <a:chExt cx="2642608" cy="954242"/>
            </a:xfrm>
          </p:grpSpPr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13D82401-B63F-961E-3341-4BB15EAF82A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1260" y="5090957"/>
                <a:ext cx="1231511" cy="954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2"/>
                    </a:solidFill>
                  </a:rPr>
                  <a:t>Lorem </a:t>
                </a:r>
                <a:br>
                  <a:rPr lang="en-GB" sz="1200" dirty="0">
                    <a:solidFill>
                      <a:schemeClr val="tx2"/>
                    </a:solidFill>
                  </a:rPr>
                </a:br>
                <a:r>
                  <a:rPr lang="en-GB" sz="1200" dirty="0">
                    <a:solidFill>
                      <a:schemeClr val="tx2"/>
                    </a:solidFill>
                  </a:rPr>
                  <a:t>ipsum</a:t>
                </a:r>
              </a:p>
            </p:txBody>
          </p:sp>
          <p:pic>
            <p:nvPicPr>
              <p:cNvPr id="46" name="Grafik 45" descr="Ein Bild, das Electric Blue (Farbe), Majorelle Blue, Screenshot, Azurblau enthält.&#10;&#10;KI-generierte Inhalte können fehlerhaft sein.">
                <a:extLst>
                  <a:ext uri="{FF2B5EF4-FFF2-40B4-BE49-F238E27FC236}">
                    <a16:creationId xmlns:a16="http://schemas.microsoft.com/office/drawing/2014/main" id="{C5D6BD60-2CB6-5D70-2EC8-A423CCE46D75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0163" y="5090957"/>
                <a:ext cx="1231511" cy="954242"/>
              </a:xfrm>
              <a:prstGeom prst="rect">
                <a:avLst/>
              </a:prstGeom>
            </p:spPr>
          </p:pic>
        </p:grp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7F85157B-7180-F83A-A9B7-99B7E50A611C}"/>
              </a:ext>
            </a:extLst>
          </p:cNvPr>
          <p:cNvGrpSpPr>
            <a:grpSpLocks/>
          </p:cNvGrpSpPr>
          <p:nvPr/>
        </p:nvGrpSpPr>
        <p:grpSpPr>
          <a:xfrm>
            <a:off x="6186068" y="2636446"/>
            <a:ext cx="2643022" cy="3408798"/>
            <a:chOff x="539749" y="2432339"/>
            <a:chExt cx="2643022" cy="3408798"/>
          </a:xfrm>
        </p:grpSpPr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537810AF-1E72-10E4-1666-9443BF91BD3F}"/>
                </a:ext>
              </a:extLst>
            </p:cNvPr>
            <p:cNvSpPr>
              <a:spLocks/>
            </p:cNvSpPr>
            <p:nvPr/>
          </p:nvSpPr>
          <p:spPr>
            <a:xfrm>
              <a:off x="539749" y="2432339"/>
              <a:ext cx="2643022" cy="33007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tx2"/>
                  </a:solidFill>
                </a:rPr>
                <a:t>Lorem ipsum</a:t>
              </a:r>
            </a:p>
          </p:txBody>
        </p:sp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5DC3BC56-CCB0-4FD9-53DC-ACF486966315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0163" y="2834411"/>
              <a:ext cx="2642608" cy="954242"/>
              <a:chOff x="540163" y="2822473"/>
              <a:chExt cx="2642608" cy="954242"/>
            </a:xfrm>
          </p:grpSpPr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13D60780-ECCB-7EF5-52E9-D0D2975C8E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1260" y="2822473"/>
                <a:ext cx="1231511" cy="954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2"/>
                    </a:solidFill>
                  </a:rPr>
                  <a:t>Lorem </a:t>
                </a:r>
                <a:br>
                  <a:rPr lang="en-GB" sz="1200" dirty="0">
                    <a:solidFill>
                      <a:schemeClr val="tx2"/>
                    </a:solidFill>
                  </a:rPr>
                </a:br>
                <a:r>
                  <a:rPr lang="en-GB" sz="1200" dirty="0">
                    <a:solidFill>
                      <a:schemeClr val="tx2"/>
                    </a:solidFill>
                  </a:rPr>
                  <a:t>ipsum</a:t>
                </a:r>
              </a:p>
            </p:txBody>
          </p:sp>
          <p:pic>
            <p:nvPicPr>
              <p:cNvPr id="68" name="Grafik 67" descr="Ein Bild, das Electric Blue (Farbe), Majorelle Blue, Screenshot, Azurblau enthält.&#10;&#10;KI-generierte Inhalte können fehlerhaft sein.">
                <a:extLst>
                  <a:ext uri="{FF2B5EF4-FFF2-40B4-BE49-F238E27FC236}">
                    <a16:creationId xmlns:a16="http://schemas.microsoft.com/office/drawing/2014/main" id="{CF0DE54E-549C-2409-073E-BEE1E6AC8EF6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0163" y="2822473"/>
                <a:ext cx="1231511" cy="954242"/>
              </a:xfrm>
              <a:prstGeom prst="rect">
                <a:avLst/>
              </a:prstGeom>
            </p:spPr>
          </p:pic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C489953B-20B8-6E65-9759-B0F524B3DD25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0163" y="3860653"/>
              <a:ext cx="2642608" cy="954242"/>
              <a:chOff x="540163" y="3956715"/>
              <a:chExt cx="2642608" cy="954242"/>
            </a:xfrm>
          </p:grpSpPr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CE00556F-29D4-362D-C9A3-D4CB022FF03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1260" y="3956715"/>
                <a:ext cx="1231511" cy="954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2"/>
                    </a:solidFill>
                  </a:rPr>
                  <a:t>Lorem </a:t>
                </a:r>
                <a:br>
                  <a:rPr lang="en-GB" sz="1200" dirty="0">
                    <a:solidFill>
                      <a:schemeClr val="tx2"/>
                    </a:solidFill>
                  </a:rPr>
                </a:br>
                <a:r>
                  <a:rPr lang="en-GB" sz="1200" dirty="0">
                    <a:solidFill>
                      <a:schemeClr val="tx2"/>
                    </a:solidFill>
                  </a:rPr>
                  <a:t>ipsum</a:t>
                </a:r>
              </a:p>
            </p:txBody>
          </p:sp>
          <p:pic>
            <p:nvPicPr>
              <p:cNvPr id="65" name="Grafik 64" descr="Ein Bild, das Electric Blue (Farbe), Majorelle Blue, Screenshot, Azurblau enthält.&#10;&#10;KI-generierte Inhalte können fehlerhaft sein.">
                <a:extLst>
                  <a:ext uri="{FF2B5EF4-FFF2-40B4-BE49-F238E27FC236}">
                    <a16:creationId xmlns:a16="http://schemas.microsoft.com/office/drawing/2014/main" id="{D71573A6-8A8C-14E1-E967-107665F960C5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0163" y="3956715"/>
                <a:ext cx="1231511" cy="954242"/>
              </a:xfrm>
              <a:prstGeom prst="rect">
                <a:avLst/>
              </a:prstGeom>
            </p:spPr>
          </p:pic>
        </p:grp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6150129B-0FC2-005F-AB1C-02AA96A5488B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0163" y="4886895"/>
              <a:ext cx="2642608" cy="954242"/>
              <a:chOff x="540163" y="5090957"/>
              <a:chExt cx="2642608" cy="954242"/>
            </a:xfrm>
          </p:grpSpPr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27AC1214-AF4C-BD2D-7013-E1722B98F2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1260" y="5090957"/>
                <a:ext cx="1231511" cy="954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2"/>
                    </a:solidFill>
                  </a:rPr>
                  <a:t>Lorem </a:t>
                </a:r>
                <a:br>
                  <a:rPr lang="en-GB" sz="1200" dirty="0">
                    <a:solidFill>
                      <a:schemeClr val="tx2"/>
                    </a:solidFill>
                  </a:rPr>
                </a:br>
                <a:r>
                  <a:rPr lang="en-GB" sz="1200" dirty="0">
                    <a:solidFill>
                      <a:schemeClr val="tx2"/>
                    </a:solidFill>
                  </a:rPr>
                  <a:t>ipsum</a:t>
                </a:r>
              </a:p>
            </p:txBody>
          </p:sp>
          <p:pic>
            <p:nvPicPr>
              <p:cNvPr id="62" name="Grafik 61" descr="Ein Bild, das Electric Blue (Farbe), Majorelle Blue, Screenshot, Azurblau enthält.&#10;&#10;KI-generierte Inhalte können fehlerhaft sein.">
                <a:extLst>
                  <a:ext uri="{FF2B5EF4-FFF2-40B4-BE49-F238E27FC236}">
                    <a16:creationId xmlns:a16="http://schemas.microsoft.com/office/drawing/2014/main" id="{E3BAB133-15AA-CDA6-E58D-24D965E4B949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0163" y="5090957"/>
                <a:ext cx="1231511" cy="954242"/>
              </a:xfrm>
              <a:prstGeom prst="rect">
                <a:avLst/>
              </a:prstGeom>
            </p:spPr>
          </p:pic>
        </p:grp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2FD2E459-817A-812A-A0B2-2FDFB3F65013}"/>
              </a:ext>
            </a:extLst>
          </p:cNvPr>
          <p:cNvGrpSpPr>
            <a:grpSpLocks/>
          </p:cNvGrpSpPr>
          <p:nvPr/>
        </p:nvGrpSpPr>
        <p:grpSpPr>
          <a:xfrm>
            <a:off x="9009228" y="2636446"/>
            <a:ext cx="2643022" cy="3408798"/>
            <a:chOff x="539749" y="2432339"/>
            <a:chExt cx="2643022" cy="3408798"/>
          </a:xfrm>
        </p:grpSpPr>
        <p:sp>
          <p:nvSpPr>
            <p:cNvPr id="116" name="Rechteck 115">
              <a:extLst>
                <a:ext uri="{FF2B5EF4-FFF2-40B4-BE49-F238E27FC236}">
                  <a16:creationId xmlns:a16="http://schemas.microsoft.com/office/drawing/2014/main" id="{B8BCBAE4-8DFC-4E77-C6D5-AF15E62E9718}"/>
                </a:ext>
              </a:extLst>
            </p:cNvPr>
            <p:cNvSpPr>
              <a:spLocks/>
            </p:cNvSpPr>
            <p:nvPr/>
          </p:nvSpPr>
          <p:spPr>
            <a:xfrm>
              <a:off x="539749" y="2432339"/>
              <a:ext cx="2643022" cy="33007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tx2"/>
                  </a:solidFill>
                </a:rPr>
                <a:t>Lorem ipsum</a:t>
              </a:r>
            </a:p>
          </p:txBody>
        </p:sp>
        <p:grpSp>
          <p:nvGrpSpPr>
            <p:cNvPr id="117" name="Gruppieren 116">
              <a:extLst>
                <a:ext uri="{FF2B5EF4-FFF2-40B4-BE49-F238E27FC236}">
                  <a16:creationId xmlns:a16="http://schemas.microsoft.com/office/drawing/2014/main" id="{F37BC2CC-F3CF-FFB2-CE82-86F87A83432C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0163" y="2834411"/>
              <a:ext cx="2642608" cy="954242"/>
              <a:chOff x="540163" y="2822473"/>
              <a:chExt cx="2642608" cy="954242"/>
            </a:xfrm>
          </p:grpSpPr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031BD0D2-091D-F68C-7D52-DEB8D91C1B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1260" y="2822473"/>
                <a:ext cx="1231511" cy="954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2"/>
                    </a:solidFill>
                  </a:rPr>
                  <a:t>Lorem </a:t>
                </a:r>
                <a:br>
                  <a:rPr lang="en-GB" sz="1200" dirty="0">
                    <a:solidFill>
                      <a:schemeClr val="tx2"/>
                    </a:solidFill>
                  </a:rPr>
                </a:br>
                <a:r>
                  <a:rPr lang="en-GB" sz="1200" dirty="0">
                    <a:solidFill>
                      <a:schemeClr val="tx2"/>
                    </a:solidFill>
                  </a:rPr>
                  <a:t>ipsum</a:t>
                </a:r>
              </a:p>
            </p:txBody>
          </p:sp>
          <p:pic>
            <p:nvPicPr>
              <p:cNvPr id="125" name="Grafik 124" descr="Ein Bild, das Electric Blue (Farbe), Majorelle Blue, Screenshot, Azurblau enthält.&#10;&#10;KI-generierte Inhalte können fehlerhaft sein.">
                <a:extLst>
                  <a:ext uri="{FF2B5EF4-FFF2-40B4-BE49-F238E27FC236}">
                    <a16:creationId xmlns:a16="http://schemas.microsoft.com/office/drawing/2014/main" id="{9623E852-2B29-B885-FC04-89ACD0303E38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0163" y="2822473"/>
                <a:ext cx="1231511" cy="954242"/>
              </a:xfrm>
              <a:prstGeom prst="rect">
                <a:avLst/>
              </a:prstGeom>
            </p:spPr>
          </p:pic>
        </p:grpSp>
        <p:grpSp>
          <p:nvGrpSpPr>
            <p:cNvPr id="118" name="Gruppieren 117">
              <a:extLst>
                <a:ext uri="{FF2B5EF4-FFF2-40B4-BE49-F238E27FC236}">
                  <a16:creationId xmlns:a16="http://schemas.microsoft.com/office/drawing/2014/main" id="{E250741B-2B84-91F6-8BEF-B8852D97967E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0163" y="3860653"/>
              <a:ext cx="2642608" cy="954242"/>
              <a:chOff x="540163" y="3956715"/>
              <a:chExt cx="2642608" cy="954242"/>
            </a:xfrm>
          </p:grpSpPr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9B0C7263-3C31-55C6-F643-70CDCC27869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1260" y="3956715"/>
                <a:ext cx="1231511" cy="954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2"/>
                    </a:solidFill>
                  </a:rPr>
                  <a:t>Lorem </a:t>
                </a:r>
                <a:br>
                  <a:rPr lang="en-GB" sz="1200" dirty="0">
                    <a:solidFill>
                      <a:schemeClr val="tx2"/>
                    </a:solidFill>
                  </a:rPr>
                </a:br>
                <a:r>
                  <a:rPr lang="en-GB" sz="1200" dirty="0">
                    <a:solidFill>
                      <a:schemeClr val="tx2"/>
                    </a:solidFill>
                  </a:rPr>
                  <a:t>ipsum</a:t>
                </a:r>
              </a:p>
            </p:txBody>
          </p:sp>
          <p:pic>
            <p:nvPicPr>
              <p:cNvPr id="123" name="Grafik 122" descr="Ein Bild, das Electric Blue (Farbe), Majorelle Blue, Screenshot, Azurblau enthält.&#10;&#10;KI-generierte Inhalte können fehlerhaft sein.">
                <a:extLst>
                  <a:ext uri="{FF2B5EF4-FFF2-40B4-BE49-F238E27FC236}">
                    <a16:creationId xmlns:a16="http://schemas.microsoft.com/office/drawing/2014/main" id="{9F951DA3-1771-C226-1AEC-DA76B3098A12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0163" y="3956715"/>
                <a:ext cx="1231511" cy="954242"/>
              </a:xfrm>
              <a:prstGeom prst="rect">
                <a:avLst/>
              </a:prstGeom>
            </p:spPr>
          </p:pic>
        </p:grpSp>
        <p:grpSp>
          <p:nvGrpSpPr>
            <p:cNvPr id="119" name="Gruppieren 118">
              <a:extLst>
                <a:ext uri="{FF2B5EF4-FFF2-40B4-BE49-F238E27FC236}">
                  <a16:creationId xmlns:a16="http://schemas.microsoft.com/office/drawing/2014/main" id="{843F73F1-2F2B-5F99-5A18-AF3191264EDC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0163" y="4886895"/>
              <a:ext cx="2642608" cy="954242"/>
              <a:chOff x="540163" y="5090957"/>
              <a:chExt cx="2642608" cy="954242"/>
            </a:xfrm>
          </p:grpSpPr>
          <p:sp>
            <p:nvSpPr>
              <p:cNvPr id="120" name="Rechteck 119">
                <a:extLst>
                  <a:ext uri="{FF2B5EF4-FFF2-40B4-BE49-F238E27FC236}">
                    <a16:creationId xmlns:a16="http://schemas.microsoft.com/office/drawing/2014/main" id="{1269DA25-007E-D5FE-96F7-3C64BEBB15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51260" y="5090957"/>
                <a:ext cx="1231511" cy="954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2"/>
                    </a:solidFill>
                  </a:rPr>
                  <a:t>Lorem </a:t>
                </a:r>
                <a:br>
                  <a:rPr lang="en-GB" sz="1200" dirty="0">
                    <a:solidFill>
                      <a:schemeClr val="tx2"/>
                    </a:solidFill>
                  </a:rPr>
                </a:br>
                <a:r>
                  <a:rPr lang="en-GB" sz="1200" dirty="0">
                    <a:solidFill>
                      <a:schemeClr val="tx2"/>
                    </a:solidFill>
                  </a:rPr>
                  <a:t>ipsum</a:t>
                </a:r>
              </a:p>
            </p:txBody>
          </p:sp>
          <p:pic>
            <p:nvPicPr>
              <p:cNvPr id="121" name="Grafik 120" descr="Ein Bild, das Electric Blue (Farbe), Majorelle Blue, Screenshot, Azurblau enthält.&#10;&#10;KI-generierte Inhalte können fehlerhaft sein.">
                <a:extLst>
                  <a:ext uri="{FF2B5EF4-FFF2-40B4-BE49-F238E27FC236}">
                    <a16:creationId xmlns:a16="http://schemas.microsoft.com/office/drawing/2014/main" id="{24491229-B60E-FC6C-B89F-629E2D862A84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0163" y="5090957"/>
                <a:ext cx="1231511" cy="954242"/>
              </a:xfrm>
              <a:prstGeom prst="rect">
                <a:avLst/>
              </a:prstGeom>
            </p:spPr>
          </p:pic>
        </p:grpSp>
      </p:grp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9C3415C9-9BC0-44F2-905A-F7EE83A4783E}"/>
              </a:ext>
            </a:extLst>
          </p:cNvPr>
          <p:cNvSpPr/>
          <p:nvPr/>
        </p:nvSpPr>
        <p:spPr>
          <a:xfrm>
            <a:off x="6935971" y="350874"/>
            <a:ext cx="2913229" cy="972722"/>
          </a:xfrm>
          <a:prstGeom prst="wedgeRectCallout">
            <a:avLst>
              <a:gd name="adj1" fmla="val 41469"/>
              <a:gd name="adj2" fmla="val 28662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All Blue Images are Placeholders. Change Images.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70928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AC859-CB37-3E17-D7C3-342A12D32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26F07E6-19A9-644F-77FA-5BC562BBA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96119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6F07E6-19A9-644F-77FA-5BC562BBA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hteck 32">
            <a:extLst>
              <a:ext uri="{FF2B5EF4-FFF2-40B4-BE49-F238E27FC236}">
                <a16:creationId xmlns:a16="http://schemas.microsoft.com/office/drawing/2014/main" id="{D0BB6D4C-CEF6-944E-38CB-75F73BAE8FA1}"/>
              </a:ext>
            </a:extLst>
          </p:cNvPr>
          <p:cNvSpPr>
            <a:spLocks/>
          </p:cNvSpPr>
          <p:nvPr/>
        </p:nvSpPr>
        <p:spPr>
          <a:xfrm>
            <a:off x="0" y="1617662"/>
            <a:ext cx="3044021" cy="44275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C0B2FBF-4EF2-F54D-5E0D-B1DE2714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Leadership slide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60CEAD6-B02F-9DF8-2492-0979866FAE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109594-1B45-46DB-8A0B-416F125317DC}" type="slidenum">
              <a:rPr lang="en-GB" smtClean="0"/>
              <a:pPr/>
              <a:t>83</a:t>
            </a:fld>
            <a:endParaRPr lang="en-GB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487261B-D9EA-2535-9EF2-AA54679F4A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With placeholders</a:t>
            </a:r>
          </a:p>
        </p:txBody>
      </p:sp>
      <p:sp>
        <p:nvSpPr>
          <p:cNvPr id="32" name="TextBox 45">
            <a:extLst>
              <a:ext uri="{FF2B5EF4-FFF2-40B4-BE49-F238E27FC236}">
                <a16:creationId xmlns:a16="http://schemas.microsoft.com/office/drawing/2014/main" id="{A1B5F976-60BD-7636-8DC7-502F741398B5}"/>
              </a:ext>
            </a:extLst>
          </p:cNvPr>
          <p:cNvSpPr txBox="1">
            <a:spLocks/>
          </p:cNvSpPr>
          <p:nvPr/>
        </p:nvSpPr>
        <p:spPr>
          <a:xfrm>
            <a:off x="541339" y="4202561"/>
            <a:ext cx="2219613" cy="1015663"/>
          </a:xfrm>
          <a:prstGeom prst="rect">
            <a:avLst/>
          </a:prstGeom>
        </p:spPr>
        <p:txBody>
          <a:bodyPr vert="horz" wrap="square" lIns="144000" tIns="0" rIns="10800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dirty="0">
                <a:solidFill>
                  <a:schemeClr val="bg1"/>
                </a:solidFill>
              </a:rPr>
              <a:t>“Lorem ipsum </a:t>
            </a:r>
            <a:r>
              <a:rPr lang="en-GB" sz="1100" dirty="0" err="1">
                <a:solidFill>
                  <a:schemeClr val="bg1"/>
                </a:solidFill>
              </a:rPr>
              <a:t>dolor</a:t>
            </a:r>
            <a:r>
              <a:rPr lang="en-GB" sz="1100" dirty="0">
                <a:solidFill>
                  <a:schemeClr val="bg1"/>
                </a:solidFill>
              </a:rPr>
              <a:t> sit </a:t>
            </a:r>
            <a:r>
              <a:rPr lang="en-GB" sz="1100" dirty="0" err="1">
                <a:solidFill>
                  <a:schemeClr val="bg1"/>
                </a:solidFill>
              </a:rPr>
              <a:t>amet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dirty="0" err="1">
                <a:solidFill>
                  <a:schemeClr val="bg1"/>
                </a:solidFill>
              </a:rPr>
              <a:t>consetetur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sadipscing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elitr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dirty="0" err="1">
                <a:solidFill>
                  <a:schemeClr val="bg1"/>
                </a:solidFill>
              </a:rPr>
              <a:t>sed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diam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nonumy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eirmod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tempor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invidunt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ut</a:t>
            </a:r>
            <a:r>
              <a:rPr lang="en-GB" sz="1100" dirty="0">
                <a:solidFill>
                  <a:schemeClr val="bg1"/>
                </a:solidFill>
              </a:rPr>
              <a:t> labore et dolore magna </a:t>
            </a:r>
            <a:r>
              <a:rPr lang="en-GB" sz="1100" dirty="0" err="1">
                <a:solidFill>
                  <a:schemeClr val="bg1"/>
                </a:solidFill>
              </a:rPr>
              <a:t>aliquyam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erat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dirty="0" err="1">
                <a:solidFill>
                  <a:schemeClr val="bg1"/>
                </a:solidFill>
              </a:rPr>
              <a:t>sed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diam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voluptua</a:t>
            </a:r>
            <a:r>
              <a:rPr lang="en-GB" sz="1100" dirty="0">
                <a:solidFill>
                  <a:schemeClr val="bg1"/>
                </a:solidFill>
              </a:rPr>
              <a:t>.”</a:t>
            </a:r>
          </a:p>
        </p:txBody>
      </p:sp>
      <p:sp>
        <p:nvSpPr>
          <p:cNvPr id="35" name="TextBox 45">
            <a:extLst>
              <a:ext uri="{FF2B5EF4-FFF2-40B4-BE49-F238E27FC236}">
                <a16:creationId xmlns:a16="http://schemas.microsoft.com/office/drawing/2014/main" id="{112C2763-9BDC-9D44-718B-42616F04A0F8}"/>
              </a:ext>
            </a:extLst>
          </p:cNvPr>
          <p:cNvSpPr txBox="1">
            <a:spLocks/>
          </p:cNvSpPr>
          <p:nvPr/>
        </p:nvSpPr>
        <p:spPr>
          <a:xfrm>
            <a:off x="541339" y="3549952"/>
            <a:ext cx="221961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accent2"/>
                </a:solidFill>
              </a:rPr>
              <a:t>Lorem ipsum</a:t>
            </a:r>
          </a:p>
          <a:p>
            <a:r>
              <a:rPr lang="en-GB" dirty="0">
                <a:solidFill>
                  <a:schemeClr val="bg1"/>
                </a:solidFill>
              </a:rPr>
              <a:t>Lorem ipsum </a:t>
            </a:r>
            <a:r>
              <a:rPr lang="en-GB" dirty="0" err="1">
                <a:solidFill>
                  <a:schemeClr val="bg1"/>
                </a:solidFill>
              </a:rPr>
              <a:t>dolor</a:t>
            </a:r>
            <a:r>
              <a:rPr lang="en-GB" dirty="0">
                <a:solidFill>
                  <a:schemeClr val="bg1"/>
                </a:solidFill>
              </a:rPr>
              <a:t> sit </a:t>
            </a:r>
            <a:r>
              <a:rPr lang="en-GB" dirty="0" err="1">
                <a:solidFill>
                  <a:schemeClr val="bg1"/>
                </a:solidFill>
              </a:rPr>
              <a:t>amet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923F24B-B0D6-B8D2-4E4A-B68CE04796F0}"/>
              </a:ext>
            </a:extLst>
          </p:cNvPr>
          <p:cNvSpPr>
            <a:spLocks/>
          </p:cNvSpPr>
          <p:nvPr/>
        </p:nvSpPr>
        <p:spPr>
          <a:xfrm rot="5400000" flipV="1">
            <a:off x="814617" y="1531945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1C1E139-32FC-DD70-5B9C-13FC45308BF7}"/>
              </a:ext>
            </a:extLst>
          </p:cNvPr>
          <p:cNvCxnSpPr>
            <a:cxnSpLocks/>
          </p:cNvCxnSpPr>
          <p:nvPr/>
        </p:nvCxnSpPr>
        <p:spPr>
          <a:xfrm>
            <a:off x="541339" y="4204907"/>
            <a:ext cx="0" cy="1467924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fik 3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7FADC442-0DA0-852E-5414-183CD46256B1}"/>
              </a:ext>
            </a:extLst>
          </p:cNvPr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8166" y="1857952"/>
            <a:ext cx="1584000" cy="1584000"/>
          </a:xfrm>
          <a:prstGeom prst="rect">
            <a:avLst/>
          </a:prstGeom>
        </p:spPr>
      </p:pic>
      <p:pic>
        <p:nvPicPr>
          <p:cNvPr id="25" name="Grafik 24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068E1C08-EB2F-5978-AE53-E5EBC2EA8CB8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06684" y="3883555"/>
            <a:ext cx="1085480" cy="1173115"/>
          </a:xfrm>
          <a:prstGeom prst="rect">
            <a:avLst/>
          </a:prstGeom>
        </p:spPr>
      </p:pic>
      <p:pic>
        <p:nvPicPr>
          <p:cNvPr id="26" name="Grafik 25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E329578D-308C-9E09-ADFE-6AADB0F5EE76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00164" y="3883555"/>
            <a:ext cx="1085480" cy="1173115"/>
          </a:xfrm>
          <a:prstGeom prst="rect">
            <a:avLst/>
          </a:prstGeom>
        </p:spPr>
      </p:pic>
      <p:pic>
        <p:nvPicPr>
          <p:cNvPr id="27" name="Grafik 26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9D04940F-9009-3A02-9F58-23EB65A20D29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93644" y="3883555"/>
            <a:ext cx="1085480" cy="1173115"/>
          </a:xfrm>
          <a:prstGeom prst="rect">
            <a:avLst/>
          </a:prstGeom>
        </p:spPr>
      </p:pic>
      <p:pic>
        <p:nvPicPr>
          <p:cNvPr id="28" name="Grafik 27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81133EC5-4DD6-1435-035C-EE2B82C85D4E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87125" y="3883555"/>
            <a:ext cx="1085480" cy="1173115"/>
          </a:xfrm>
          <a:prstGeom prst="rect">
            <a:avLst/>
          </a:prstGeom>
        </p:spPr>
      </p:pic>
      <p:pic>
        <p:nvPicPr>
          <p:cNvPr id="29" name="Grafik 28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14CC01DE-BA05-23AA-8715-0793E1D2749A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80605" y="3883555"/>
            <a:ext cx="1085480" cy="1173115"/>
          </a:xfrm>
          <a:prstGeom prst="rect">
            <a:avLst/>
          </a:prstGeom>
        </p:spPr>
      </p:pic>
      <p:pic>
        <p:nvPicPr>
          <p:cNvPr id="30" name="Grafik 29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18123E78-E60D-BD7E-4A4C-6B5E539C69AA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74085" y="3883555"/>
            <a:ext cx="1085480" cy="1173115"/>
          </a:xfrm>
          <a:prstGeom prst="rect">
            <a:avLst/>
          </a:prstGeom>
        </p:spPr>
      </p:pic>
      <p:pic>
        <p:nvPicPr>
          <p:cNvPr id="31" name="Grafik 30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FF6BCDC8-F03D-2D27-12AE-611BC46B4117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67565" y="3883555"/>
            <a:ext cx="1085480" cy="1173115"/>
          </a:xfrm>
          <a:prstGeom prst="rect">
            <a:avLst/>
          </a:prstGeom>
        </p:spPr>
      </p:pic>
      <p:sp>
        <p:nvSpPr>
          <p:cNvPr id="34" name="object 47">
            <a:extLst>
              <a:ext uri="{FF2B5EF4-FFF2-40B4-BE49-F238E27FC236}">
                <a16:creationId xmlns:a16="http://schemas.microsoft.com/office/drawing/2014/main" id="{632D981F-87A3-ADDD-A2F3-B644185356F3}"/>
              </a:ext>
            </a:extLst>
          </p:cNvPr>
          <p:cNvSpPr txBox="1">
            <a:spLocks/>
          </p:cNvSpPr>
          <p:nvPr/>
        </p:nvSpPr>
        <p:spPr>
          <a:xfrm>
            <a:off x="3406684" y="2898777"/>
            <a:ext cx="10854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Graphik Semibold"/>
              </a:rPr>
              <a:t>Lorem ipsum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6" name="object 47">
            <a:extLst>
              <a:ext uri="{FF2B5EF4-FFF2-40B4-BE49-F238E27FC236}">
                <a16:creationId xmlns:a16="http://schemas.microsoft.com/office/drawing/2014/main" id="{170BE1C9-DEF2-7624-D1CE-C9D4218A58D0}"/>
              </a:ext>
            </a:extLst>
          </p:cNvPr>
          <p:cNvSpPr txBox="1">
            <a:spLocks/>
          </p:cNvSpPr>
          <p:nvPr/>
        </p:nvSpPr>
        <p:spPr>
          <a:xfrm>
            <a:off x="5793646" y="2898777"/>
            <a:ext cx="10854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Graphik Medium"/>
            </a:endParaRPr>
          </a:p>
        </p:txBody>
      </p:sp>
      <p:sp>
        <p:nvSpPr>
          <p:cNvPr id="37" name="object 47">
            <a:extLst>
              <a:ext uri="{FF2B5EF4-FFF2-40B4-BE49-F238E27FC236}">
                <a16:creationId xmlns:a16="http://schemas.microsoft.com/office/drawing/2014/main" id="{C00A0CD6-029C-5C44-18CD-A5E5604E8927}"/>
              </a:ext>
            </a:extLst>
          </p:cNvPr>
          <p:cNvSpPr txBox="1">
            <a:spLocks/>
          </p:cNvSpPr>
          <p:nvPr/>
        </p:nvSpPr>
        <p:spPr>
          <a:xfrm>
            <a:off x="6987125" y="2898777"/>
            <a:ext cx="10854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Graphik Medium"/>
            </a:endParaRPr>
          </a:p>
        </p:txBody>
      </p:sp>
      <p:sp>
        <p:nvSpPr>
          <p:cNvPr id="38" name="object 47">
            <a:extLst>
              <a:ext uri="{FF2B5EF4-FFF2-40B4-BE49-F238E27FC236}">
                <a16:creationId xmlns:a16="http://schemas.microsoft.com/office/drawing/2014/main" id="{D2194F02-B1CD-9410-C1ED-0932A2CB6AC1}"/>
              </a:ext>
            </a:extLst>
          </p:cNvPr>
          <p:cNvSpPr txBox="1">
            <a:spLocks/>
          </p:cNvSpPr>
          <p:nvPr/>
        </p:nvSpPr>
        <p:spPr>
          <a:xfrm>
            <a:off x="8180606" y="2898777"/>
            <a:ext cx="10854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Graphik Medium"/>
            </a:endParaRPr>
          </a:p>
        </p:txBody>
      </p:sp>
      <p:sp>
        <p:nvSpPr>
          <p:cNvPr id="39" name="object 47">
            <a:extLst>
              <a:ext uri="{FF2B5EF4-FFF2-40B4-BE49-F238E27FC236}">
                <a16:creationId xmlns:a16="http://schemas.microsoft.com/office/drawing/2014/main" id="{D03B05D8-5E68-ACD2-17BC-0BE07221A38D}"/>
              </a:ext>
            </a:extLst>
          </p:cNvPr>
          <p:cNvSpPr txBox="1">
            <a:spLocks/>
          </p:cNvSpPr>
          <p:nvPr/>
        </p:nvSpPr>
        <p:spPr>
          <a:xfrm>
            <a:off x="9374085" y="2898777"/>
            <a:ext cx="10854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0" name="object 47">
            <a:extLst>
              <a:ext uri="{FF2B5EF4-FFF2-40B4-BE49-F238E27FC236}">
                <a16:creationId xmlns:a16="http://schemas.microsoft.com/office/drawing/2014/main" id="{37D3B27F-0459-F0B3-59DE-F4DC36E2435E}"/>
              </a:ext>
            </a:extLst>
          </p:cNvPr>
          <p:cNvSpPr txBox="1">
            <a:spLocks/>
          </p:cNvSpPr>
          <p:nvPr/>
        </p:nvSpPr>
        <p:spPr>
          <a:xfrm>
            <a:off x="3406684" y="5164670"/>
            <a:ext cx="1185585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1" name="object 47">
            <a:extLst>
              <a:ext uri="{FF2B5EF4-FFF2-40B4-BE49-F238E27FC236}">
                <a16:creationId xmlns:a16="http://schemas.microsoft.com/office/drawing/2014/main" id="{11580D2D-B48C-89E1-87E6-CF3782A15653}"/>
              </a:ext>
            </a:extLst>
          </p:cNvPr>
          <p:cNvSpPr txBox="1">
            <a:spLocks/>
          </p:cNvSpPr>
          <p:nvPr/>
        </p:nvSpPr>
        <p:spPr>
          <a:xfrm>
            <a:off x="10567564" y="2898777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2" name="object 47">
            <a:extLst>
              <a:ext uri="{FF2B5EF4-FFF2-40B4-BE49-F238E27FC236}">
                <a16:creationId xmlns:a16="http://schemas.microsoft.com/office/drawing/2014/main" id="{20A4045C-7740-50F6-A337-04C504E50B4F}"/>
              </a:ext>
            </a:extLst>
          </p:cNvPr>
          <p:cNvSpPr txBox="1">
            <a:spLocks/>
          </p:cNvSpPr>
          <p:nvPr/>
        </p:nvSpPr>
        <p:spPr>
          <a:xfrm>
            <a:off x="4600164" y="5164670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3" name="object 47">
            <a:extLst>
              <a:ext uri="{FF2B5EF4-FFF2-40B4-BE49-F238E27FC236}">
                <a16:creationId xmlns:a16="http://schemas.microsoft.com/office/drawing/2014/main" id="{45CC91D9-0A8D-095F-024A-B517A9E1DDBE}"/>
              </a:ext>
            </a:extLst>
          </p:cNvPr>
          <p:cNvSpPr txBox="1">
            <a:spLocks/>
          </p:cNvSpPr>
          <p:nvPr/>
        </p:nvSpPr>
        <p:spPr>
          <a:xfrm>
            <a:off x="5793644" y="5164670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4" name="object 47">
            <a:extLst>
              <a:ext uri="{FF2B5EF4-FFF2-40B4-BE49-F238E27FC236}">
                <a16:creationId xmlns:a16="http://schemas.microsoft.com/office/drawing/2014/main" id="{57D24D22-7183-1FFF-95E5-5D0463AFB47F}"/>
              </a:ext>
            </a:extLst>
          </p:cNvPr>
          <p:cNvSpPr txBox="1">
            <a:spLocks/>
          </p:cNvSpPr>
          <p:nvPr/>
        </p:nvSpPr>
        <p:spPr>
          <a:xfrm>
            <a:off x="6987125" y="5164670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5" name="object 47">
            <a:extLst>
              <a:ext uri="{FF2B5EF4-FFF2-40B4-BE49-F238E27FC236}">
                <a16:creationId xmlns:a16="http://schemas.microsoft.com/office/drawing/2014/main" id="{D7704B3B-EF89-79B7-1C4D-CED1CE7A3376}"/>
              </a:ext>
            </a:extLst>
          </p:cNvPr>
          <p:cNvSpPr txBox="1">
            <a:spLocks/>
          </p:cNvSpPr>
          <p:nvPr/>
        </p:nvSpPr>
        <p:spPr>
          <a:xfrm>
            <a:off x="8180605" y="5164670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6" name="object 47">
            <a:extLst>
              <a:ext uri="{FF2B5EF4-FFF2-40B4-BE49-F238E27FC236}">
                <a16:creationId xmlns:a16="http://schemas.microsoft.com/office/drawing/2014/main" id="{A9EAA7F3-5CA4-69E0-2AB6-D9595B7B9433}"/>
              </a:ext>
            </a:extLst>
          </p:cNvPr>
          <p:cNvSpPr txBox="1">
            <a:spLocks/>
          </p:cNvSpPr>
          <p:nvPr/>
        </p:nvSpPr>
        <p:spPr>
          <a:xfrm>
            <a:off x="9374086" y="5164670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1889CE3D-F23B-22F0-96C5-5B6CB3959C66}"/>
              </a:ext>
            </a:extLst>
          </p:cNvPr>
          <p:cNvSpPr txBox="1">
            <a:spLocks/>
          </p:cNvSpPr>
          <p:nvPr/>
        </p:nvSpPr>
        <p:spPr>
          <a:xfrm>
            <a:off x="10567565" y="5164670"/>
            <a:ext cx="1085480" cy="553998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48" name="object 47">
            <a:extLst>
              <a:ext uri="{FF2B5EF4-FFF2-40B4-BE49-F238E27FC236}">
                <a16:creationId xmlns:a16="http://schemas.microsoft.com/office/drawing/2014/main" id="{83EF2F9A-FF34-CBEF-C6FE-34E7E744FE79}"/>
              </a:ext>
            </a:extLst>
          </p:cNvPr>
          <p:cNvSpPr txBox="1">
            <a:spLocks/>
          </p:cNvSpPr>
          <p:nvPr/>
        </p:nvSpPr>
        <p:spPr>
          <a:xfrm>
            <a:off x="4600166" y="2898777"/>
            <a:ext cx="108548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lvl="0">
              <a:defRPr/>
            </a:pPr>
            <a:r>
              <a:rPr lang="en-GB" sz="1000" b="1" dirty="0">
                <a:solidFill>
                  <a:schemeClr val="accent2"/>
                </a:solidFill>
                <a:latin typeface="Arial" panose="020B0604020202020204" pitchFamily="34" charset="0"/>
                <a:cs typeface="Graphik Semibold"/>
              </a:rPr>
              <a:t>Lorem ipsum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Lorem ipsum </a:t>
            </a:r>
          </a:p>
          <a:p>
            <a:pPr marL="12700" lvl="0">
              <a:spcBef>
                <a:spcPts val="200"/>
              </a:spcBef>
              <a:defRPr/>
            </a:pP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dolor</a:t>
            </a:r>
            <a:r>
              <a:rPr lang="en-GB" sz="1000" dirty="0">
                <a:solidFill>
                  <a:schemeClr val="tx2"/>
                </a:solidFill>
                <a:latin typeface="Arial" panose="020B0604020202020204" pitchFamily="34" charset="0"/>
              </a:rPr>
              <a:t> sit </a:t>
            </a:r>
            <a:r>
              <a:rPr lang="en-GB" sz="1000" dirty="0" err="1">
                <a:solidFill>
                  <a:schemeClr val="tx2"/>
                </a:solidFill>
                <a:latin typeface="Arial" panose="020B0604020202020204" pitchFamily="34" charset="0"/>
              </a:rPr>
              <a:t>amet</a:t>
            </a:r>
            <a:endParaRPr lang="en-GB" sz="10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pic>
        <p:nvPicPr>
          <p:cNvPr id="49" name="Grafik 48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816CF980-7437-3249-FD14-8396AC4CE0A9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06684" y="1617662"/>
            <a:ext cx="1085480" cy="1173115"/>
          </a:xfrm>
          <a:prstGeom prst="rect">
            <a:avLst/>
          </a:prstGeom>
        </p:spPr>
      </p:pic>
      <p:pic>
        <p:nvPicPr>
          <p:cNvPr id="50" name="Grafik 49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3B791085-DA3D-34F1-D922-3B660AAA454E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00164" y="1617662"/>
            <a:ext cx="1085480" cy="1173115"/>
          </a:xfrm>
          <a:prstGeom prst="rect">
            <a:avLst/>
          </a:prstGeom>
        </p:spPr>
      </p:pic>
      <p:pic>
        <p:nvPicPr>
          <p:cNvPr id="51" name="Grafik 50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BD88BBBA-7A34-7684-D28E-1A5CAAA6FBD5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93644" y="1617662"/>
            <a:ext cx="1085480" cy="1173115"/>
          </a:xfrm>
          <a:prstGeom prst="rect">
            <a:avLst/>
          </a:prstGeom>
        </p:spPr>
      </p:pic>
      <p:pic>
        <p:nvPicPr>
          <p:cNvPr id="52" name="Grafik 51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F96283E5-6045-0F28-E334-225F786DB54F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87125" y="1617662"/>
            <a:ext cx="1085480" cy="1173115"/>
          </a:xfrm>
          <a:prstGeom prst="rect">
            <a:avLst/>
          </a:prstGeom>
        </p:spPr>
      </p:pic>
      <p:pic>
        <p:nvPicPr>
          <p:cNvPr id="53" name="Grafik 52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29D59D0E-E0EB-61FF-3BFB-2AFF4DEEEBAD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80605" y="1617662"/>
            <a:ext cx="1085480" cy="1173115"/>
          </a:xfrm>
          <a:prstGeom prst="rect">
            <a:avLst/>
          </a:prstGeom>
        </p:spPr>
      </p:pic>
      <p:pic>
        <p:nvPicPr>
          <p:cNvPr id="54" name="Grafik 53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C111D012-C7E5-81A3-DA4B-9041BF57322B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74085" y="1617662"/>
            <a:ext cx="1085480" cy="1173115"/>
          </a:xfrm>
          <a:prstGeom prst="rect">
            <a:avLst/>
          </a:prstGeom>
        </p:spPr>
      </p:pic>
      <p:pic>
        <p:nvPicPr>
          <p:cNvPr id="55" name="Grafik 54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777E25D9-5D49-932A-186E-B4A1FFD93CCF}"/>
              </a:ext>
            </a:extLst>
          </p:cNvPr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67565" y="1617662"/>
            <a:ext cx="1085480" cy="1173115"/>
          </a:xfrm>
          <a:prstGeom prst="rect">
            <a:avLst/>
          </a:prstGeom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6F78E28B-3447-6C4F-B6BA-3EFAC3ECD0E0}"/>
              </a:ext>
            </a:extLst>
          </p:cNvPr>
          <p:cNvSpPr/>
          <p:nvPr/>
        </p:nvSpPr>
        <p:spPr>
          <a:xfrm>
            <a:off x="6879124" y="145785"/>
            <a:ext cx="2884817" cy="1251215"/>
          </a:xfrm>
          <a:prstGeom prst="wedgeRectCallout">
            <a:avLst>
              <a:gd name="adj1" fmla="val 53987"/>
              <a:gd name="adj2" fmla="val 12198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All Blue Images are Placeholders. Change Images.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1940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EDC1A-A4C3-6F90-4853-F6C29DCE3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697DE91-CA5C-D4A6-B71F-DDBB6EBE00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97DE91-CA5C-D4A6-B71F-DDBB6EBE00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9299586A-BCD1-5906-5174-8C7057E76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Organigram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B707FE-C8B2-BE1B-8B7B-D0395F826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84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56B974E-B737-07FB-079B-4BF9767A8D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Please insert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36579E4-076C-8BD4-9215-F882BEFC656D}"/>
              </a:ext>
            </a:extLst>
          </p:cNvPr>
          <p:cNvSpPr>
            <a:spLocks/>
          </p:cNvSpPr>
          <p:nvPr/>
        </p:nvSpPr>
        <p:spPr>
          <a:xfrm>
            <a:off x="5381304" y="1625974"/>
            <a:ext cx="1433852" cy="14338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>
            <a:noAutofit/>
          </a:bodyPr>
          <a:lstStyle/>
          <a:p>
            <a:pPr algn="ctr"/>
            <a:r>
              <a:rPr lang="en-GB" sz="1600" b="1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</p:txBody>
      </p:sp>
      <p:cxnSp>
        <p:nvCxnSpPr>
          <p:cNvPr id="42" name="Verbinder: gewinkelt 41">
            <a:extLst>
              <a:ext uri="{FF2B5EF4-FFF2-40B4-BE49-F238E27FC236}">
                <a16:creationId xmlns:a16="http://schemas.microsoft.com/office/drawing/2014/main" id="{623FFF81-F037-2E7E-2E31-68362017F738}"/>
              </a:ext>
            </a:extLst>
          </p:cNvPr>
          <p:cNvCxnSpPr>
            <a:cxnSpLocks/>
            <a:stCxn id="9" idx="0"/>
            <a:endCxn id="8" idx="0"/>
          </p:cNvCxnSpPr>
          <p:nvPr/>
        </p:nvCxnSpPr>
        <p:spPr>
          <a:xfrm rot="5400000" flipH="1" flipV="1">
            <a:off x="6098229" y="-1304965"/>
            <a:ext cx="12700" cy="9683111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EDEFD1E1-7C86-82FD-4DC2-675ED44E7EEE}"/>
              </a:ext>
            </a:extLst>
          </p:cNvPr>
          <p:cNvCxnSpPr>
            <a:cxnSpLocks/>
            <a:stCxn id="10" idx="0"/>
            <a:endCxn id="11" idx="0"/>
          </p:cNvCxnSpPr>
          <p:nvPr/>
        </p:nvCxnSpPr>
        <p:spPr>
          <a:xfrm rot="16200000" flipV="1">
            <a:off x="6098230" y="1922738"/>
            <a:ext cx="12700" cy="3227704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Verbinder: gewinkelt 47">
            <a:extLst>
              <a:ext uri="{FF2B5EF4-FFF2-40B4-BE49-F238E27FC236}">
                <a16:creationId xmlns:a16="http://schemas.microsoft.com/office/drawing/2014/main" id="{3FDC28ED-15FB-4323-0077-D7030FBDA7F6}"/>
              </a:ext>
            </a:extLst>
          </p:cNvPr>
          <p:cNvCxnSpPr>
            <a:cxnSpLocks/>
            <a:stCxn id="101" idx="0"/>
            <a:endCxn id="71" idx="0"/>
          </p:cNvCxnSpPr>
          <p:nvPr/>
        </p:nvCxnSpPr>
        <p:spPr>
          <a:xfrm rot="16200000" flipV="1">
            <a:off x="6098231" y="308886"/>
            <a:ext cx="12700" cy="6455407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lipse 8">
            <a:extLst>
              <a:ext uri="{FF2B5EF4-FFF2-40B4-BE49-F238E27FC236}">
                <a16:creationId xmlns:a16="http://schemas.microsoft.com/office/drawing/2014/main" id="{E3001EDF-0E73-7E99-BD42-2E767AB0E4D6}"/>
              </a:ext>
            </a:extLst>
          </p:cNvPr>
          <p:cNvSpPr>
            <a:spLocks noChangeAspect="1"/>
          </p:cNvSpPr>
          <p:nvPr/>
        </p:nvSpPr>
        <p:spPr>
          <a:xfrm>
            <a:off x="539748" y="3536590"/>
            <a:ext cx="1433852" cy="14338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>
            <a:noAutofit/>
          </a:bodyPr>
          <a:lstStyle/>
          <a:p>
            <a:pPr algn="ctr"/>
            <a:r>
              <a:rPr lang="en-GB" sz="1600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E966A716-6DAF-DA9B-F9DB-669B754EEABA}"/>
              </a:ext>
            </a:extLst>
          </p:cNvPr>
          <p:cNvSpPr>
            <a:spLocks noChangeAspect="1"/>
          </p:cNvSpPr>
          <p:nvPr/>
        </p:nvSpPr>
        <p:spPr>
          <a:xfrm>
            <a:off x="2153601" y="3536590"/>
            <a:ext cx="1433852" cy="14338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>
            <a:noAutofit/>
          </a:bodyPr>
          <a:lstStyle/>
          <a:p>
            <a:pPr algn="ctr"/>
            <a:r>
              <a:rPr lang="en-GB" sz="1600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9EB1AE80-9E2A-2140-D875-ED00B4D04400}"/>
              </a:ext>
            </a:extLst>
          </p:cNvPr>
          <p:cNvSpPr>
            <a:spLocks noChangeAspect="1"/>
          </p:cNvSpPr>
          <p:nvPr/>
        </p:nvSpPr>
        <p:spPr>
          <a:xfrm>
            <a:off x="5381304" y="3536590"/>
            <a:ext cx="1433852" cy="14338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>
            <a:noAutofit/>
          </a:bodyPr>
          <a:lstStyle/>
          <a:p>
            <a:pPr algn="ctr"/>
            <a:r>
              <a:rPr lang="en-GB" sz="1600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</p:txBody>
      </p:sp>
      <p:sp>
        <p:nvSpPr>
          <p:cNvPr id="101" name="Ellipse 100">
            <a:extLst>
              <a:ext uri="{FF2B5EF4-FFF2-40B4-BE49-F238E27FC236}">
                <a16:creationId xmlns:a16="http://schemas.microsoft.com/office/drawing/2014/main" id="{AEBAFFDE-B7D6-DB6F-81E9-4EEB23DC2BA9}"/>
              </a:ext>
            </a:extLst>
          </p:cNvPr>
          <p:cNvSpPr>
            <a:spLocks noChangeAspect="1"/>
          </p:cNvSpPr>
          <p:nvPr/>
        </p:nvSpPr>
        <p:spPr>
          <a:xfrm>
            <a:off x="8609008" y="3536590"/>
            <a:ext cx="1433852" cy="14338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>
            <a:noAutofit/>
          </a:bodyPr>
          <a:lstStyle/>
          <a:p>
            <a:pPr algn="ctr"/>
            <a:r>
              <a:rPr lang="en-GB" sz="1600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7428369-EB78-8EB8-4735-467ED3C2C6D5}"/>
              </a:ext>
            </a:extLst>
          </p:cNvPr>
          <p:cNvSpPr>
            <a:spLocks noChangeAspect="1"/>
          </p:cNvSpPr>
          <p:nvPr/>
        </p:nvSpPr>
        <p:spPr>
          <a:xfrm>
            <a:off x="10222859" y="3536590"/>
            <a:ext cx="1433852" cy="14338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>
            <a:noAutofit/>
          </a:bodyPr>
          <a:lstStyle/>
          <a:p>
            <a:pPr algn="ctr"/>
            <a:r>
              <a:rPr lang="en-GB" sz="1600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B97B716-B616-9937-BC20-50FD03C62382}"/>
              </a:ext>
            </a:extLst>
          </p:cNvPr>
          <p:cNvSpPr>
            <a:spLocks noChangeAspect="1"/>
          </p:cNvSpPr>
          <p:nvPr/>
        </p:nvSpPr>
        <p:spPr>
          <a:xfrm>
            <a:off x="6995156" y="3536590"/>
            <a:ext cx="1433852" cy="14338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>
            <a:noAutofit/>
          </a:bodyPr>
          <a:lstStyle/>
          <a:p>
            <a:pPr algn="ctr"/>
            <a:r>
              <a:rPr lang="en-GB" sz="1600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D29A8A0-CA73-FC15-EAE1-32122F835660}"/>
              </a:ext>
            </a:extLst>
          </p:cNvPr>
          <p:cNvSpPr>
            <a:spLocks noChangeAspect="1"/>
          </p:cNvSpPr>
          <p:nvPr/>
        </p:nvSpPr>
        <p:spPr>
          <a:xfrm>
            <a:off x="3767452" y="3536590"/>
            <a:ext cx="1433852" cy="14338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>
            <a:noAutofit/>
          </a:bodyPr>
          <a:lstStyle/>
          <a:p>
            <a:pPr algn="ctr"/>
            <a:r>
              <a:rPr lang="en-GB" sz="1600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F7E5CFD-3FFF-F670-9666-A8E5B8A74537}"/>
              </a:ext>
            </a:extLst>
          </p:cNvPr>
          <p:cNvSpPr txBox="1">
            <a:spLocks/>
          </p:cNvSpPr>
          <p:nvPr/>
        </p:nvSpPr>
        <p:spPr>
          <a:xfrm>
            <a:off x="539748" y="5078442"/>
            <a:ext cx="1433852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8CFDC3B-DC9B-3DA7-A8D0-82C9A29CE457}"/>
              </a:ext>
            </a:extLst>
          </p:cNvPr>
          <p:cNvSpPr txBox="1">
            <a:spLocks/>
          </p:cNvSpPr>
          <p:nvPr/>
        </p:nvSpPr>
        <p:spPr>
          <a:xfrm>
            <a:off x="2153600" y="5078442"/>
            <a:ext cx="1433852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7C5E7FA-8392-53D1-1AE4-819F45E1DF0E}"/>
              </a:ext>
            </a:extLst>
          </p:cNvPr>
          <p:cNvSpPr txBox="1">
            <a:spLocks/>
          </p:cNvSpPr>
          <p:nvPr/>
        </p:nvSpPr>
        <p:spPr>
          <a:xfrm>
            <a:off x="3767452" y="5078442"/>
            <a:ext cx="1433852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AD80932-F4A9-902C-1D14-9D6317AA9384}"/>
              </a:ext>
            </a:extLst>
          </p:cNvPr>
          <p:cNvSpPr txBox="1">
            <a:spLocks/>
          </p:cNvSpPr>
          <p:nvPr/>
        </p:nvSpPr>
        <p:spPr>
          <a:xfrm>
            <a:off x="5381304" y="5078442"/>
            <a:ext cx="1433852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D15A10B-D4F1-BEC3-71EE-88FD8DF489FD}"/>
              </a:ext>
            </a:extLst>
          </p:cNvPr>
          <p:cNvSpPr txBox="1">
            <a:spLocks/>
          </p:cNvSpPr>
          <p:nvPr/>
        </p:nvSpPr>
        <p:spPr>
          <a:xfrm>
            <a:off x="6995156" y="5078442"/>
            <a:ext cx="1433852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0A48B53-C6E9-EB86-4C8B-D0142E637294}"/>
              </a:ext>
            </a:extLst>
          </p:cNvPr>
          <p:cNvSpPr txBox="1">
            <a:spLocks/>
          </p:cNvSpPr>
          <p:nvPr/>
        </p:nvSpPr>
        <p:spPr>
          <a:xfrm>
            <a:off x="8609008" y="5078442"/>
            <a:ext cx="1433852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1EE5D57-899F-6984-F2C2-1F12B8EDDF49}"/>
              </a:ext>
            </a:extLst>
          </p:cNvPr>
          <p:cNvSpPr txBox="1">
            <a:spLocks/>
          </p:cNvSpPr>
          <p:nvPr/>
        </p:nvSpPr>
        <p:spPr>
          <a:xfrm>
            <a:off x="10222859" y="5078442"/>
            <a:ext cx="1433852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3116671D-8371-D1C2-66CF-9F50260F731A}"/>
              </a:ext>
            </a:extLst>
          </p:cNvPr>
          <p:cNvCxnSpPr>
            <a:cxnSpLocks/>
            <a:stCxn id="7" idx="4"/>
            <a:endCxn id="86" idx="0"/>
          </p:cNvCxnSpPr>
          <p:nvPr/>
        </p:nvCxnSpPr>
        <p:spPr>
          <a:xfrm>
            <a:off x="6098230" y="3059826"/>
            <a:ext cx="0" cy="47676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7219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0F8CE-F8DB-503E-E007-03FD1613D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7788F3C-7012-2AA9-0582-ABD87F8756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788F3C-7012-2AA9-0582-ABD87F8756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058AF1EB-7E67-FCD0-3AC3-153A6F2BF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 with numbers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35478A-30E1-7F31-A1D1-35BD60AA17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85</a:t>
            </a:fld>
            <a:endParaRPr lang="en-GB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C46B622-4AFE-5949-7622-A83A46E374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Please insert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E0E58A3-CDDD-F8DF-55C9-55C77923F056}"/>
              </a:ext>
            </a:extLst>
          </p:cNvPr>
          <p:cNvSpPr txBox="1">
            <a:spLocks/>
          </p:cNvSpPr>
          <p:nvPr/>
        </p:nvSpPr>
        <p:spPr>
          <a:xfrm>
            <a:off x="539751" y="1628331"/>
            <a:ext cx="3224167" cy="37010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Stet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Stet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8584D6AB-AF63-9A33-1F6D-F3B998399C0F}"/>
              </a:ext>
            </a:extLst>
          </p:cNvPr>
          <p:cNvGrpSpPr/>
          <p:nvPr/>
        </p:nvGrpSpPr>
        <p:grpSpPr>
          <a:xfrm>
            <a:off x="4483917" y="1628331"/>
            <a:ext cx="3224167" cy="1115690"/>
            <a:chOff x="4483917" y="1628331"/>
            <a:chExt cx="3224167" cy="1115690"/>
          </a:xfrm>
        </p:grpSpPr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D64E0ACA-5B9A-EF18-536C-9C05652995AE}"/>
                </a:ext>
              </a:extLst>
            </p:cNvPr>
            <p:cNvSpPr txBox="1">
              <a:spLocks/>
            </p:cNvSpPr>
            <p:nvPr/>
          </p:nvSpPr>
          <p:spPr>
            <a:xfrm>
              <a:off x="4713473" y="1628331"/>
              <a:ext cx="2994611" cy="111569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280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</a:p>
            <a:p>
              <a:pPr>
                <a:spcAft>
                  <a:spcPts val="300"/>
                </a:spcAft>
              </a:pP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eirmod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invidunt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ut.</a:t>
              </a:r>
              <a:endPara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2D8BD5E9-B617-C412-EF50-6F9065DB22D4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4483917" y="1628331"/>
              <a:ext cx="49556" cy="1115690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19A15532-5D2E-D99F-3D8B-B664E50FAFC3}"/>
              </a:ext>
            </a:extLst>
          </p:cNvPr>
          <p:cNvGrpSpPr>
            <a:grpSpLocks/>
          </p:cNvGrpSpPr>
          <p:nvPr/>
        </p:nvGrpSpPr>
        <p:grpSpPr>
          <a:xfrm>
            <a:off x="4483917" y="3464021"/>
            <a:ext cx="3224167" cy="1115690"/>
            <a:chOff x="4483917" y="1628331"/>
            <a:chExt cx="3224167" cy="1115690"/>
          </a:xfrm>
        </p:grpSpPr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3D156B0E-D256-000C-01DC-13679C26D676}"/>
                </a:ext>
              </a:extLst>
            </p:cNvPr>
            <p:cNvSpPr txBox="1">
              <a:spLocks/>
            </p:cNvSpPr>
            <p:nvPr/>
          </p:nvSpPr>
          <p:spPr>
            <a:xfrm>
              <a:off x="4713473" y="1628331"/>
              <a:ext cx="2994611" cy="111569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280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</a:p>
            <a:p>
              <a:pPr>
                <a:spcAft>
                  <a:spcPts val="300"/>
                </a:spcAft>
              </a:pP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eirmod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invidunt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ut.</a:t>
              </a:r>
              <a:endPara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563D8FE4-9557-3D85-3074-E2ECF964FA0F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4483917" y="1628331"/>
              <a:ext cx="49556" cy="1115690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AA197497-9261-BEEE-8411-27886DDA5EB9}"/>
              </a:ext>
            </a:extLst>
          </p:cNvPr>
          <p:cNvGrpSpPr/>
          <p:nvPr/>
        </p:nvGrpSpPr>
        <p:grpSpPr>
          <a:xfrm>
            <a:off x="8428083" y="1628331"/>
            <a:ext cx="3224167" cy="1115690"/>
            <a:chOff x="4483917" y="1628331"/>
            <a:chExt cx="3224167" cy="1115690"/>
          </a:xfrm>
        </p:grpSpPr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91FFECE9-1DE9-2993-DD9F-7003D537BB09}"/>
                </a:ext>
              </a:extLst>
            </p:cNvPr>
            <p:cNvSpPr txBox="1">
              <a:spLocks/>
            </p:cNvSpPr>
            <p:nvPr/>
          </p:nvSpPr>
          <p:spPr>
            <a:xfrm>
              <a:off x="4713473" y="1628331"/>
              <a:ext cx="2994611" cy="111569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280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</a:p>
            <a:p>
              <a:pPr>
                <a:spcAft>
                  <a:spcPts val="300"/>
                </a:spcAft>
              </a:pP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eirmod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invidunt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ut.</a:t>
              </a:r>
              <a:endPara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FC10CB70-8624-2594-303A-B2F726873A58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4483917" y="1628331"/>
              <a:ext cx="49556" cy="1115690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592AC4BA-6A04-9261-C8AD-9EC9440C5C19}"/>
              </a:ext>
            </a:extLst>
          </p:cNvPr>
          <p:cNvGrpSpPr>
            <a:grpSpLocks/>
          </p:cNvGrpSpPr>
          <p:nvPr/>
        </p:nvGrpSpPr>
        <p:grpSpPr>
          <a:xfrm>
            <a:off x="8428083" y="3464021"/>
            <a:ext cx="3224167" cy="1115690"/>
            <a:chOff x="4483917" y="1628331"/>
            <a:chExt cx="3224167" cy="1115690"/>
          </a:xfrm>
        </p:grpSpPr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D709A83-F697-4B95-FFFF-8886836F8ADB}"/>
                </a:ext>
              </a:extLst>
            </p:cNvPr>
            <p:cNvSpPr txBox="1">
              <a:spLocks/>
            </p:cNvSpPr>
            <p:nvPr/>
          </p:nvSpPr>
          <p:spPr>
            <a:xfrm>
              <a:off x="4713473" y="1628331"/>
              <a:ext cx="2994611" cy="111569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sz="280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XXX</a:t>
              </a:r>
            </a:p>
            <a:p>
              <a:pPr>
                <a:spcAft>
                  <a:spcPts val="300"/>
                </a:spcAft>
              </a:pP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eirmod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invidunt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ut.</a:t>
              </a:r>
              <a:endParaRPr lang="en-GB" sz="1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FFCEB486-35A1-F093-82CC-2A8E6D3F5199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4483917" y="1628331"/>
              <a:ext cx="49556" cy="1115690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27072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287A3-7755-9147-9A0F-064DE8C99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F7F08348-3ECB-81DE-44F7-AE369C65FC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F08348-3ECB-81DE-44F7-AE369C65FC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DAD18231-F071-FF4D-06EB-D462D8392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Text with numbers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525C1E-4099-5C70-13CA-FA59F689A6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86</a:t>
            </a:fld>
            <a:endParaRPr lang="en-GB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D85C622-9BD5-730F-4972-6CAB4F756C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Please insert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D7455AC-5C6F-A7D0-5CD1-295668753ACD}"/>
              </a:ext>
            </a:extLst>
          </p:cNvPr>
          <p:cNvSpPr txBox="1">
            <a:spLocks/>
          </p:cNvSpPr>
          <p:nvPr/>
        </p:nvSpPr>
        <p:spPr>
          <a:xfrm>
            <a:off x="539751" y="1628331"/>
            <a:ext cx="3224167" cy="37010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400" b="1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Stet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aliquyam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voluptua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accusam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duo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rebum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Stet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clita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kasd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gubergren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sea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takimata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sanctus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5A60146F-DEEB-9809-E5ED-B47CBACD160F}"/>
              </a:ext>
            </a:extLst>
          </p:cNvPr>
          <p:cNvGrpSpPr/>
          <p:nvPr/>
        </p:nvGrpSpPr>
        <p:grpSpPr>
          <a:xfrm>
            <a:off x="4483917" y="1628331"/>
            <a:ext cx="7168334" cy="900246"/>
            <a:chOff x="4483917" y="1628331"/>
            <a:chExt cx="7168334" cy="900246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73D1F74B-6A0A-A033-6D55-AB47A3054BA6}"/>
                </a:ext>
              </a:extLst>
            </p:cNvPr>
            <p:cNvGrpSpPr>
              <a:grpSpLocks/>
            </p:cNvGrpSpPr>
            <p:nvPr/>
          </p:nvGrpSpPr>
          <p:grpSpPr>
            <a:xfrm>
              <a:off x="4483917" y="1628331"/>
              <a:ext cx="1909445" cy="900246"/>
              <a:chOff x="4483917" y="1736053"/>
              <a:chExt cx="1909445" cy="900246"/>
            </a:xfrm>
          </p:grpSpPr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5D4BC3E4-3AC7-EC29-45C6-23D6EBDBB1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3474" y="1736053"/>
                <a:ext cx="1679888" cy="9002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GB" sz="28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XXX</a:t>
                </a:r>
              </a:p>
              <a:p>
                <a:pPr>
                  <a:spcAft>
                    <a:spcPts val="300"/>
                  </a:spcAft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b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endPara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B83E64C5-BB2C-EB36-0828-9C13B60D1656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4483917" y="1736053"/>
                <a:ext cx="49556" cy="900246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56A79C33-1036-3B30-CD92-004D32824381}"/>
                </a:ext>
              </a:extLst>
            </p:cNvPr>
            <p:cNvGrpSpPr>
              <a:grpSpLocks/>
            </p:cNvGrpSpPr>
            <p:nvPr/>
          </p:nvGrpSpPr>
          <p:grpSpPr>
            <a:xfrm>
              <a:off x="7113361" y="1628331"/>
              <a:ext cx="1909445" cy="900246"/>
              <a:chOff x="4483917" y="1736053"/>
              <a:chExt cx="1909445" cy="900246"/>
            </a:xfrm>
          </p:grpSpPr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E8CF1B8F-9209-6559-11BC-E345F467C0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3474" y="1736053"/>
                <a:ext cx="1679888" cy="9002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GB" sz="28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XXX</a:t>
                </a:r>
              </a:p>
              <a:p>
                <a:pPr>
                  <a:spcAft>
                    <a:spcPts val="300"/>
                  </a:spcAft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b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endPara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3D13EFE0-8E71-CA9C-1EA6-73782546464A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4483917" y="1736053"/>
                <a:ext cx="49556" cy="900246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7014E653-8AB4-9621-852E-5EA3B3EF9B6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742806" y="1628331"/>
              <a:ext cx="1909445" cy="900246"/>
              <a:chOff x="4483917" y="1736053"/>
              <a:chExt cx="1909445" cy="900246"/>
            </a:xfrm>
          </p:grpSpPr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826AA4F2-02D3-E63F-7FF7-9A733365B9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3474" y="1736053"/>
                <a:ext cx="1679888" cy="9002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GB" sz="28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XXX</a:t>
                </a:r>
              </a:p>
              <a:p>
                <a:pPr>
                  <a:spcAft>
                    <a:spcPts val="300"/>
                  </a:spcAft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b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endPara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B06CA073-F48D-DB75-DBB2-C0E51602CD14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4483917" y="1736053"/>
                <a:ext cx="49556" cy="900246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EB540C41-8E9B-E80C-BE29-E7A328799421}"/>
              </a:ext>
            </a:extLst>
          </p:cNvPr>
          <p:cNvGrpSpPr>
            <a:grpSpLocks/>
          </p:cNvGrpSpPr>
          <p:nvPr/>
        </p:nvGrpSpPr>
        <p:grpSpPr>
          <a:xfrm>
            <a:off x="4483917" y="3248577"/>
            <a:ext cx="7168334" cy="900246"/>
            <a:chOff x="4483917" y="1628331"/>
            <a:chExt cx="7168334" cy="900246"/>
          </a:xfrm>
        </p:grpSpPr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7BFD7730-F962-7A5E-48B0-65751AD323C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483917" y="1628331"/>
              <a:ext cx="1909445" cy="900246"/>
              <a:chOff x="4483917" y="1736053"/>
              <a:chExt cx="1909445" cy="900246"/>
            </a:xfrm>
          </p:grpSpPr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82B3E1FA-7D5F-AE3D-F16A-678CADF2FD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3474" y="1736053"/>
                <a:ext cx="1679888" cy="9002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GB" sz="28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XXX</a:t>
                </a:r>
              </a:p>
              <a:p>
                <a:pPr>
                  <a:spcAft>
                    <a:spcPts val="300"/>
                  </a:spcAft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b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endPara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2C1B0F3C-C677-8542-0D47-FC5C49A88C02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4483917" y="1736053"/>
                <a:ext cx="49556" cy="900246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75339609-7610-0744-AF39-0C0C0C781813}"/>
                </a:ext>
              </a:extLst>
            </p:cNvPr>
            <p:cNvGrpSpPr>
              <a:grpSpLocks/>
            </p:cNvGrpSpPr>
            <p:nvPr/>
          </p:nvGrpSpPr>
          <p:grpSpPr>
            <a:xfrm>
              <a:off x="7113361" y="1628331"/>
              <a:ext cx="1909445" cy="900246"/>
              <a:chOff x="4483917" y="1736053"/>
              <a:chExt cx="1909445" cy="900246"/>
            </a:xfrm>
          </p:grpSpPr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0FEF7D91-19AC-C443-71F2-EDEE409E8F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3474" y="1736053"/>
                <a:ext cx="1679888" cy="9002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GB" sz="28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XXX</a:t>
                </a:r>
              </a:p>
              <a:p>
                <a:pPr>
                  <a:spcAft>
                    <a:spcPts val="300"/>
                  </a:spcAft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b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endPara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222783F9-F14D-D65F-C67A-754B9400FBFF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4483917" y="1736053"/>
                <a:ext cx="49556" cy="900246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E66668B4-683A-8D3C-2ED5-F676FA7BAE83}"/>
                </a:ext>
              </a:extLst>
            </p:cNvPr>
            <p:cNvGrpSpPr>
              <a:grpSpLocks/>
            </p:cNvGrpSpPr>
            <p:nvPr/>
          </p:nvGrpSpPr>
          <p:grpSpPr>
            <a:xfrm>
              <a:off x="9742806" y="1628331"/>
              <a:ext cx="1909445" cy="900246"/>
              <a:chOff x="4483917" y="1736053"/>
              <a:chExt cx="1909445" cy="900246"/>
            </a:xfrm>
          </p:grpSpPr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0CB6FD34-E0F2-BF0B-D698-74AA92A35F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3474" y="1736053"/>
                <a:ext cx="1679888" cy="9002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GB" sz="28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XXX</a:t>
                </a:r>
              </a:p>
              <a:p>
                <a:pPr>
                  <a:spcAft>
                    <a:spcPts val="300"/>
                  </a:spcAft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b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endPara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ECADA3D8-50DD-B02C-0A95-992293B8C234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4483917" y="1736053"/>
                <a:ext cx="49556" cy="900246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F5F3BB25-B63F-31E6-8B91-3D452F0B0DBB}"/>
              </a:ext>
            </a:extLst>
          </p:cNvPr>
          <p:cNvGrpSpPr>
            <a:grpSpLocks/>
          </p:cNvGrpSpPr>
          <p:nvPr/>
        </p:nvGrpSpPr>
        <p:grpSpPr>
          <a:xfrm>
            <a:off x="4483917" y="4868823"/>
            <a:ext cx="7168334" cy="900246"/>
            <a:chOff x="4483917" y="1628331"/>
            <a:chExt cx="7168334" cy="900246"/>
          </a:xfrm>
        </p:grpSpPr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81267FD3-F176-D1D4-06E3-5D5DDF93C9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483917" y="1628331"/>
              <a:ext cx="1909445" cy="900246"/>
              <a:chOff x="4483917" y="1736053"/>
              <a:chExt cx="1909445" cy="900246"/>
            </a:xfrm>
          </p:grpSpPr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052D98ED-9CEE-306D-9450-EDC26E9692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3474" y="1736053"/>
                <a:ext cx="1679888" cy="9002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GB" sz="28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XXX</a:t>
                </a:r>
              </a:p>
              <a:p>
                <a:pPr>
                  <a:spcAft>
                    <a:spcPts val="300"/>
                  </a:spcAft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b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endPara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8044F99C-700B-A72F-F47F-E7B1AAD78962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4483917" y="1736053"/>
                <a:ext cx="49556" cy="900246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182BB841-0483-E3F2-BE7E-959375CD8346}"/>
                </a:ext>
              </a:extLst>
            </p:cNvPr>
            <p:cNvGrpSpPr>
              <a:grpSpLocks/>
            </p:cNvGrpSpPr>
            <p:nvPr/>
          </p:nvGrpSpPr>
          <p:grpSpPr>
            <a:xfrm>
              <a:off x="7113361" y="1628331"/>
              <a:ext cx="1909445" cy="900246"/>
              <a:chOff x="4483917" y="1736053"/>
              <a:chExt cx="1909445" cy="900246"/>
            </a:xfrm>
          </p:grpSpPr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0FD23412-0165-40D4-74B6-97C7C46B99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3474" y="1736053"/>
                <a:ext cx="1679888" cy="9002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GB" sz="28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XXX</a:t>
                </a:r>
              </a:p>
              <a:p>
                <a:pPr>
                  <a:spcAft>
                    <a:spcPts val="300"/>
                  </a:spcAft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b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endPara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7F5E4D76-E6EF-3FF0-3552-D09968622CE2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4483917" y="1736053"/>
                <a:ext cx="49556" cy="900246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7EA7B3BD-F771-EC66-F12A-ABD18AB79445}"/>
                </a:ext>
              </a:extLst>
            </p:cNvPr>
            <p:cNvGrpSpPr>
              <a:grpSpLocks/>
            </p:cNvGrpSpPr>
            <p:nvPr/>
          </p:nvGrpSpPr>
          <p:grpSpPr>
            <a:xfrm>
              <a:off x="9742806" y="1628331"/>
              <a:ext cx="1909445" cy="900246"/>
              <a:chOff x="4483917" y="1736053"/>
              <a:chExt cx="1909445" cy="900246"/>
            </a:xfrm>
          </p:grpSpPr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2044DBE6-4983-6813-9BB8-AE3E4985E0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3474" y="1736053"/>
                <a:ext cx="1679888" cy="9002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GB" sz="28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XXX</a:t>
                </a:r>
              </a:p>
              <a:p>
                <a:pPr>
                  <a:spcAft>
                    <a:spcPts val="300"/>
                  </a:spcAft>
                </a:pP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Lorem ipsum </a:t>
                </a:r>
                <a:b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dolor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 </a:t>
                </a:r>
                <a:r>
                  <a:rPr lang="en-GB" sz="1400" dirty="0" err="1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amet</a:t>
                </a:r>
                <a:r>
                  <a:rPr lang="en-GB" sz="1400" dirty="0">
                    <a:solidFill>
                      <a:schemeClr val="tx2">
                        <a:lumMod val="10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endParaRPr lang="en-GB" sz="1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8E5A492D-1F26-637D-7635-8766686AB5FD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4483917" y="1736053"/>
                <a:ext cx="49556" cy="900246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069387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1E0EAB8-B2FC-21B7-067B-A895DD0FB29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E0EAB8-B2FC-21B7-067B-A895DD0FB2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5DB0701-FA84-3F7D-A0E2-35B286E42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Factsheet page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805B35-0514-76B6-A5B7-C412629658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87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963C285-C5EE-08C0-AF21-F50B60D79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Please insert </a:t>
            </a:r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6BA2DB-9D32-6760-68F0-D37B1EA7A7ED}"/>
              </a:ext>
            </a:extLst>
          </p:cNvPr>
          <p:cNvSpPr txBox="1">
            <a:spLocks/>
          </p:cNvSpPr>
          <p:nvPr/>
        </p:nvSpPr>
        <p:spPr>
          <a:xfrm>
            <a:off x="538163" y="2472571"/>
            <a:ext cx="2507332" cy="8386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endParaRPr lang="en-GB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B217B13-E893-4FD1-B9D3-5BB67E1BC882}"/>
              </a:ext>
            </a:extLst>
          </p:cNvPr>
          <p:cNvSpPr txBox="1">
            <a:spLocks/>
          </p:cNvSpPr>
          <p:nvPr/>
        </p:nvSpPr>
        <p:spPr>
          <a:xfrm>
            <a:off x="3405495" y="2472571"/>
            <a:ext cx="2507332" cy="8386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endParaRPr lang="en-GB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9979FEF-F891-0AFC-39FE-2387DA0888CB}"/>
              </a:ext>
            </a:extLst>
          </p:cNvPr>
          <p:cNvSpPr txBox="1">
            <a:spLocks/>
          </p:cNvSpPr>
          <p:nvPr/>
        </p:nvSpPr>
        <p:spPr>
          <a:xfrm>
            <a:off x="6272826" y="2472571"/>
            <a:ext cx="2507332" cy="8386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endParaRPr lang="en-GB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6FF7E42-0D4C-C351-8B3E-AAFA28595976}"/>
              </a:ext>
            </a:extLst>
          </p:cNvPr>
          <p:cNvSpPr txBox="1">
            <a:spLocks/>
          </p:cNvSpPr>
          <p:nvPr/>
        </p:nvSpPr>
        <p:spPr>
          <a:xfrm>
            <a:off x="9140157" y="2472571"/>
            <a:ext cx="2507332" cy="8386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endParaRPr lang="en-GB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B95DC9C-469E-0C21-EDC9-753853E82421}"/>
              </a:ext>
            </a:extLst>
          </p:cNvPr>
          <p:cNvSpPr txBox="1">
            <a:spLocks/>
          </p:cNvSpPr>
          <p:nvPr/>
        </p:nvSpPr>
        <p:spPr>
          <a:xfrm>
            <a:off x="538163" y="4699544"/>
            <a:ext cx="2507332" cy="8386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endParaRPr lang="en-GB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96F857DA-8636-29BB-A20F-9D41BEBEE616}"/>
              </a:ext>
            </a:extLst>
          </p:cNvPr>
          <p:cNvSpPr txBox="1">
            <a:spLocks/>
          </p:cNvSpPr>
          <p:nvPr/>
        </p:nvSpPr>
        <p:spPr>
          <a:xfrm>
            <a:off x="3405495" y="4699544"/>
            <a:ext cx="2507332" cy="8386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endParaRPr lang="en-GB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B3DD228-8E5F-7019-ED20-37354989AA1F}"/>
              </a:ext>
            </a:extLst>
          </p:cNvPr>
          <p:cNvSpPr txBox="1">
            <a:spLocks/>
          </p:cNvSpPr>
          <p:nvPr/>
        </p:nvSpPr>
        <p:spPr>
          <a:xfrm>
            <a:off x="6272826" y="4699544"/>
            <a:ext cx="2507332" cy="8386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endParaRPr lang="en-GB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1C0BCA90-8774-50BC-463C-BE57C620BD76}"/>
              </a:ext>
            </a:extLst>
          </p:cNvPr>
          <p:cNvSpPr txBox="1">
            <a:spLocks/>
          </p:cNvSpPr>
          <p:nvPr/>
        </p:nvSpPr>
        <p:spPr>
          <a:xfrm>
            <a:off x="9140157" y="4699544"/>
            <a:ext cx="2507332" cy="8386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algn="ctr">
              <a:spcAft>
                <a:spcPts val="300"/>
              </a:spcAft>
            </a:pP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4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endParaRPr lang="en-GB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D52131D7-5E25-E75C-E312-2329B76C7A25}"/>
              </a:ext>
            </a:extLst>
          </p:cNvPr>
          <p:cNvGrpSpPr>
            <a:grpSpLocks/>
          </p:cNvGrpSpPr>
          <p:nvPr/>
        </p:nvGrpSpPr>
        <p:grpSpPr>
          <a:xfrm>
            <a:off x="1421687" y="1624289"/>
            <a:ext cx="740284" cy="740282"/>
            <a:chOff x="539750" y="2164948"/>
            <a:chExt cx="522436" cy="522436"/>
          </a:xfrm>
        </p:grpSpPr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AA30E829-C458-D9DC-C397-19AB808B3CAD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43" name="Grafik 42">
              <a:extLst>
                <a:ext uri="{FF2B5EF4-FFF2-40B4-BE49-F238E27FC236}">
                  <a16:creationId xmlns:a16="http://schemas.microsoft.com/office/drawing/2014/main" id="{E81F2C4C-FB47-D6C3-E28E-0DE953D5AD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51B58447-BCEA-3368-2A39-82BF6B501A11}"/>
              </a:ext>
            </a:extLst>
          </p:cNvPr>
          <p:cNvGrpSpPr>
            <a:grpSpLocks/>
          </p:cNvGrpSpPr>
          <p:nvPr/>
        </p:nvGrpSpPr>
        <p:grpSpPr>
          <a:xfrm>
            <a:off x="4289019" y="1624289"/>
            <a:ext cx="740284" cy="740282"/>
            <a:chOff x="539750" y="2164948"/>
            <a:chExt cx="522436" cy="522436"/>
          </a:xfrm>
        </p:grpSpPr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7DB6CC76-DAD4-2CB1-2445-45E484B2D58D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5F1E5581-5678-6DA6-A20D-548ECD15DE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2257124F-132D-9F0E-2048-26839A776F73}"/>
              </a:ext>
            </a:extLst>
          </p:cNvPr>
          <p:cNvGrpSpPr>
            <a:grpSpLocks/>
          </p:cNvGrpSpPr>
          <p:nvPr/>
        </p:nvGrpSpPr>
        <p:grpSpPr>
          <a:xfrm>
            <a:off x="7156350" y="1624289"/>
            <a:ext cx="740284" cy="740282"/>
            <a:chOff x="539750" y="2164948"/>
            <a:chExt cx="522436" cy="522436"/>
          </a:xfrm>
        </p:grpSpPr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987E8002-798D-59BD-AD2F-E4F96C94A20D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49" name="Grafik 48">
              <a:extLst>
                <a:ext uri="{FF2B5EF4-FFF2-40B4-BE49-F238E27FC236}">
                  <a16:creationId xmlns:a16="http://schemas.microsoft.com/office/drawing/2014/main" id="{2A318500-ACF0-631B-037B-6605AD60C0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07F933A3-1B32-0619-0661-3B8D14CEEF46}"/>
              </a:ext>
            </a:extLst>
          </p:cNvPr>
          <p:cNvGrpSpPr>
            <a:grpSpLocks/>
          </p:cNvGrpSpPr>
          <p:nvPr/>
        </p:nvGrpSpPr>
        <p:grpSpPr>
          <a:xfrm>
            <a:off x="10023681" y="1624289"/>
            <a:ext cx="740284" cy="740282"/>
            <a:chOff x="539750" y="2164948"/>
            <a:chExt cx="522436" cy="522436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750D0ECF-36AB-AFD2-662B-4368EF459F50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E8392DF2-53ED-D05B-E982-7DAF9481DE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F0694FED-2475-0BD9-64A3-C3CE0C872AD2}"/>
              </a:ext>
            </a:extLst>
          </p:cNvPr>
          <p:cNvGrpSpPr>
            <a:grpSpLocks/>
          </p:cNvGrpSpPr>
          <p:nvPr/>
        </p:nvGrpSpPr>
        <p:grpSpPr>
          <a:xfrm>
            <a:off x="10028441" y="3851262"/>
            <a:ext cx="740284" cy="740282"/>
            <a:chOff x="539750" y="2164948"/>
            <a:chExt cx="522436" cy="522436"/>
          </a:xfrm>
        </p:grpSpPr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E33F7499-08BE-D842-6430-219DD95E248D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E8C6DA36-1A03-B947-B2BA-524D4E7BD0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ED04D11F-0A7A-71E3-B6A5-9C5A403956B8}"/>
              </a:ext>
            </a:extLst>
          </p:cNvPr>
          <p:cNvGrpSpPr>
            <a:grpSpLocks/>
          </p:cNvGrpSpPr>
          <p:nvPr/>
        </p:nvGrpSpPr>
        <p:grpSpPr>
          <a:xfrm>
            <a:off x="7161110" y="3851262"/>
            <a:ext cx="740284" cy="740282"/>
            <a:chOff x="539750" y="2164948"/>
            <a:chExt cx="522436" cy="522436"/>
          </a:xfrm>
        </p:grpSpPr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5DAE4706-723E-84D0-DB98-3DAF31EA5659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2C6D4725-D700-1412-0565-30B8A01E19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515AF8B7-63C4-19D7-6CC7-64CA73FA0A7A}"/>
              </a:ext>
            </a:extLst>
          </p:cNvPr>
          <p:cNvGrpSpPr>
            <a:grpSpLocks/>
          </p:cNvGrpSpPr>
          <p:nvPr/>
        </p:nvGrpSpPr>
        <p:grpSpPr>
          <a:xfrm>
            <a:off x="4293779" y="3851262"/>
            <a:ext cx="740284" cy="740282"/>
            <a:chOff x="539750" y="2164948"/>
            <a:chExt cx="522436" cy="522436"/>
          </a:xfrm>
        </p:grpSpPr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941D2EA6-EFFC-7AC6-B663-C091B15C021A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A9F39FB6-8F4A-0397-16EC-E864FBDF54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3222F769-1815-3C5A-2ED1-252140DF057C}"/>
              </a:ext>
            </a:extLst>
          </p:cNvPr>
          <p:cNvGrpSpPr>
            <a:grpSpLocks/>
          </p:cNvGrpSpPr>
          <p:nvPr/>
        </p:nvGrpSpPr>
        <p:grpSpPr>
          <a:xfrm>
            <a:off x="1426447" y="3851262"/>
            <a:ext cx="740284" cy="740282"/>
            <a:chOff x="539750" y="2164948"/>
            <a:chExt cx="522436" cy="522436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34C3375E-0F4B-0109-9575-A79C53877658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9DCA718A-2244-5976-585C-C79941052E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122158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83C00-ABCD-A90C-4DD1-1982680F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AB5C4C3-6E0D-CC2C-BBE0-58B622931E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B5C4C3-6E0D-CC2C-BBE0-58B622931E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8671420C-D371-B652-B8CE-F2C7B8C40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Circle Segments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123659-D9F2-B686-F13B-21B694D0A4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88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BAF6876-AA99-A1D6-A22C-CAFF765807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Four</a:t>
            </a:r>
          </a:p>
        </p:txBody>
      </p:sp>
      <p:sp>
        <p:nvSpPr>
          <p:cNvPr id="45" name="Textplatzhalter 8">
            <a:extLst>
              <a:ext uri="{FF2B5EF4-FFF2-40B4-BE49-F238E27FC236}">
                <a16:creationId xmlns:a16="http://schemas.microsoft.com/office/drawing/2014/main" id="{DF341F0C-32C6-4780-91A6-5FE036D7613A}"/>
              </a:ext>
            </a:extLst>
          </p:cNvPr>
          <p:cNvSpPr txBox="1">
            <a:spLocks/>
          </p:cNvSpPr>
          <p:nvPr/>
        </p:nvSpPr>
        <p:spPr bwMode="gray">
          <a:xfrm>
            <a:off x="539748" y="2030661"/>
            <a:ext cx="3011395" cy="83099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>
                <a:solidFill>
                  <a:schemeClr val="accent2"/>
                </a:solidFill>
              </a:rPr>
              <a:t>Description</a:t>
            </a:r>
            <a:br>
              <a:rPr lang="en-GB" sz="2000" b="1" dirty="0"/>
            </a:b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consetetur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sadipscing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elitr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sed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diam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nonumy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eirmod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tempor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invidunt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endParaRPr lang="en-GB" dirty="0">
              <a:solidFill>
                <a:schemeClr val="tx2">
                  <a:lumMod val="100000"/>
                </a:schemeClr>
              </a:solidFill>
            </a:endParaRPr>
          </a:p>
        </p:txBody>
      </p:sp>
      <p:sp>
        <p:nvSpPr>
          <p:cNvPr id="46" name="Textplatzhalter 8">
            <a:extLst>
              <a:ext uri="{FF2B5EF4-FFF2-40B4-BE49-F238E27FC236}">
                <a16:creationId xmlns:a16="http://schemas.microsoft.com/office/drawing/2014/main" id="{A2337712-258A-485D-B422-DF9724896950}"/>
              </a:ext>
            </a:extLst>
          </p:cNvPr>
          <p:cNvSpPr txBox="1">
            <a:spLocks/>
          </p:cNvSpPr>
          <p:nvPr/>
        </p:nvSpPr>
        <p:spPr bwMode="gray">
          <a:xfrm>
            <a:off x="539748" y="4541116"/>
            <a:ext cx="3011395" cy="83099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>
                <a:solidFill>
                  <a:schemeClr val="accent2"/>
                </a:solidFill>
              </a:rPr>
              <a:t>Description</a:t>
            </a:r>
            <a:br>
              <a:rPr lang="en-GB" sz="2000" b="1" dirty="0"/>
            </a:b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consetetur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sadipscing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elitr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sed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diam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nonumy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eirmod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tempor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invidunt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endParaRPr lang="en-GB" dirty="0">
              <a:solidFill>
                <a:schemeClr val="tx2">
                  <a:lumMod val="100000"/>
                </a:schemeClr>
              </a:solidFill>
            </a:endParaRPr>
          </a:p>
        </p:txBody>
      </p:sp>
      <p:sp>
        <p:nvSpPr>
          <p:cNvPr id="43" name="Textplatzhalter 8">
            <a:extLst>
              <a:ext uri="{FF2B5EF4-FFF2-40B4-BE49-F238E27FC236}">
                <a16:creationId xmlns:a16="http://schemas.microsoft.com/office/drawing/2014/main" id="{846E9890-3F18-4669-A1C0-B0CD88BEAB24}"/>
              </a:ext>
            </a:extLst>
          </p:cNvPr>
          <p:cNvSpPr txBox="1">
            <a:spLocks/>
          </p:cNvSpPr>
          <p:nvPr/>
        </p:nvSpPr>
        <p:spPr bwMode="gray">
          <a:xfrm>
            <a:off x="8637019" y="2030661"/>
            <a:ext cx="3011395" cy="83099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>
                <a:solidFill>
                  <a:schemeClr val="accent2"/>
                </a:solidFill>
              </a:rPr>
              <a:t>Description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consetetur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sadipscing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elitr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sed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diam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nonumy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eirmod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tempor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invidunt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endParaRPr lang="en-GB" dirty="0">
              <a:solidFill>
                <a:schemeClr val="tx2">
                  <a:lumMod val="100000"/>
                </a:schemeClr>
              </a:solidFill>
            </a:endParaRPr>
          </a:p>
        </p:txBody>
      </p:sp>
      <p:sp>
        <p:nvSpPr>
          <p:cNvPr id="44" name="Textplatzhalter 8">
            <a:extLst>
              <a:ext uri="{FF2B5EF4-FFF2-40B4-BE49-F238E27FC236}">
                <a16:creationId xmlns:a16="http://schemas.microsoft.com/office/drawing/2014/main" id="{77ACB34C-88DF-4E99-8A4D-83C03A4D3B4F}"/>
              </a:ext>
            </a:extLst>
          </p:cNvPr>
          <p:cNvSpPr txBox="1">
            <a:spLocks/>
          </p:cNvSpPr>
          <p:nvPr/>
        </p:nvSpPr>
        <p:spPr bwMode="gray">
          <a:xfrm>
            <a:off x="8637019" y="4541116"/>
            <a:ext cx="3011395" cy="83099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>
                <a:solidFill>
                  <a:schemeClr val="accent2"/>
                </a:solidFill>
              </a:rPr>
              <a:t>Description</a:t>
            </a:r>
            <a:br>
              <a:rPr lang="en-GB" sz="2000" b="1" dirty="0"/>
            </a:b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consetetur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sadipscing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elitr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sed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diam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nonumy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eirmod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tempor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invidunt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endParaRPr lang="en-GB" dirty="0">
              <a:solidFill>
                <a:schemeClr val="tx2">
                  <a:lumMod val="100000"/>
                </a:schemeClr>
              </a:solidFill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A687C21-9D00-4262-9743-32F23BA7542B}"/>
              </a:ext>
            </a:extLst>
          </p:cNvPr>
          <p:cNvGrpSpPr>
            <a:grpSpLocks/>
          </p:cNvGrpSpPr>
          <p:nvPr/>
        </p:nvGrpSpPr>
        <p:grpSpPr bwMode="gray">
          <a:xfrm>
            <a:off x="4023823" y="1624274"/>
            <a:ext cx="4144353" cy="4154226"/>
            <a:chOff x="4147568" y="2286523"/>
            <a:chExt cx="3904948" cy="3914251"/>
          </a:xfrm>
        </p:grpSpPr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FCFBDB5A-C53E-4D69-A081-C25688DB2728}"/>
                </a:ext>
              </a:extLst>
            </p:cNvPr>
            <p:cNvGrpSpPr/>
            <p:nvPr/>
          </p:nvGrpSpPr>
          <p:grpSpPr bwMode="gray">
            <a:xfrm>
              <a:off x="4147568" y="2286523"/>
              <a:ext cx="3904948" cy="3914251"/>
              <a:chOff x="3905837" y="118985"/>
              <a:chExt cx="2848320" cy="2855105"/>
            </a:xfrm>
            <a:noFill/>
          </p:grpSpPr>
          <p:sp>
            <p:nvSpPr>
              <p:cNvPr id="39" name="Freeform 52">
                <a:extLst>
                  <a:ext uri="{FF2B5EF4-FFF2-40B4-BE49-F238E27FC236}">
                    <a16:creationId xmlns:a16="http://schemas.microsoft.com/office/drawing/2014/main" id="{26780736-9C92-4DE7-98F9-F0E62AF761C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5598041" y="1000706"/>
                <a:ext cx="1156116" cy="1833422"/>
              </a:xfrm>
              <a:custGeom>
                <a:avLst/>
                <a:gdLst>
                  <a:gd name="T0" fmla="*/ 73 w 248"/>
                  <a:gd name="T1" fmla="*/ 117 h 393"/>
                  <a:gd name="T2" fmla="*/ 73 w 248"/>
                  <a:gd name="T3" fmla="*/ 393 h 393"/>
                  <a:gd name="T4" fmla="*/ 248 w 248"/>
                  <a:gd name="T5" fmla="*/ 117 h 393"/>
                  <a:gd name="T6" fmla="*/ 225 w 248"/>
                  <a:gd name="T7" fmla="*/ 0 h 393"/>
                  <a:gd name="T8" fmla="*/ 0 w 248"/>
                  <a:gd name="T9" fmla="*/ 0 h 393"/>
                  <a:gd name="T10" fmla="*/ 73 w 248"/>
                  <a:gd name="T11" fmla="*/ 117 h 393"/>
                  <a:gd name="connsiteX0" fmla="*/ 0 w 10000"/>
                  <a:gd name="connsiteY0" fmla="*/ 0 h 10000"/>
                  <a:gd name="connsiteX1" fmla="*/ 2944 w 10000"/>
                  <a:gd name="connsiteY1" fmla="*/ 2977 h 10000"/>
                  <a:gd name="connsiteX2" fmla="*/ 2944 w 10000"/>
                  <a:gd name="connsiteY2" fmla="*/ 10000 h 10000"/>
                  <a:gd name="connsiteX3" fmla="*/ 10000 w 10000"/>
                  <a:gd name="connsiteY3" fmla="*/ 2977 h 10000"/>
                  <a:gd name="connsiteX4" fmla="*/ 9073 w 10000"/>
                  <a:gd name="connsiteY4" fmla="*/ 0 h 10000"/>
                  <a:gd name="connsiteX5" fmla="*/ 577 w 10000"/>
                  <a:gd name="connsiteY5" fmla="*/ 364 h 10000"/>
                  <a:gd name="connsiteX0" fmla="*/ 0 w 10000"/>
                  <a:gd name="connsiteY0" fmla="*/ 0 h 10000"/>
                  <a:gd name="connsiteX1" fmla="*/ 2944 w 10000"/>
                  <a:gd name="connsiteY1" fmla="*/ 2977 h 10000"/>
                  <a:gd name="connsiteX2" fmla="*/ 2944 w 10000"/>
                  <a:gd name="connsiteY2" fmla="*/ 10000 h 10000"/>
                  <a:gd name="connsiteX3" fmla="*/ 10000 w 10000"/>
                  <a:gd name="connsiteY3" fmla="*/ 2977 h 10000"/>
                  <a:gd name="connsiteX4" fmla="*/ 9073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0"/>
                    </a:moveTo>
                    <a:cubicBezTo>
                      <a:pt x="1734" y="534"/>
                      <a:pt x="2944" y="1679"/>
                      <a:pt x="2944" y="2977"/>
                    </a:cubicBezTo>
                    <a:lnTo>
                      <a:pt x="2944" y="10000"/>
                    </a:lnTo>
                    <a:cubicBezTo>
                      <a:pt x="7258" y="8728"/>
                      <a:pt x="10000" y="6005"/>
                      <a:pt x="10000" y="2977"/>
                    </a:cubicBezTo>
                    <a:cubicBezTo>
                      <a:pt x="10000" y="1934"/>
                      <a:pt x="9677" y="941"/>
                      <a:pt x="9073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40" name="Freeform 53">
                <a:extLst>
                  <a:ext uri="{FF2B5EF4-FFF2-40B4-BE49-F238E27FC236}">
                    <a16:creationId xmlns:a16="http://schemas.microsoft.com/office/drawing/2014/main" id="{2A4D8F71-62EC-4A52-A44A-B57354AA9C8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905837" y="258947"/>
                <a:ext cx="1156100" cy="1833422"/>
              </a:xfrm>
              <a:custGeom>
                <a:avLst/>
                <a:gdLst>
                  <a:gd name="T0" fmla="*/ 175 w 248"/>
                  <a:gd name="T1" fmla="*/ 276 h 393"/>
                  <a:gd name="T2" fmla="*/ 175 w 248"/>
                  <a:gd name="T3" fmla="*/ 0 h 393"/>
                  <a:gd name="T4" fmla="*/ 0 w 248"/>
                  <a:gd name="T5" fmla="*/ 276 h 393"/>
                  <a:gd name="T6" fmla="*/ 23 w 248"/>
                  <a:gd name="T7" fmla="*/ 393 h 393"/>
                  <a:gd name="T8" fmla="*/ 248 w 248"/>
                  <a:gd name="T9" fmla="*/ 393 h 393"/>
                  <a:gd name="T10" fmla="*/ 175 w 248"/>
                  <a:gd name="T11" fmla="*/ 276 h 393"/>
                  <a:gd name="connsiteX0" fmla="*/ 10000 w 10577"/>
                  <a:gd name="connsiteY0" fmla="*/ 10000 h 10364"/>
                  <a:gd name="connsiteX1" fmla="*/ 7056 w 10577"/>
                  <a:gd name="connsiteY1" fmla="*/ 7023 h 10364"/>
                  <a:gd name="connsiteX2" fmla="*/ 7056 w 10577"/>
                  <a:gd name="connsiteY2" fmla="*/ 0 h 10364"/>
                  <a:gd name="connsiteX3" fmla="*/ 0 w 10577"/>
                  <a:gd name="connsiteY3" fmla="*/ 7023 h 10364"/>
                  <a:gd name="connsiteX4" fmla="*/ 927 w 10577"/>
                  <a:gd name="connsiteY4" fmla="*/ 10000 h 10364"/>
                  <a:gd name="connsiteX5" fmla="*/ 10577 w 10577"/>
                  <a:gd name="connsiteY5" fmla="*/ 10364 h 10364"/>
                  <a:gd name="connsiteX0" fmla="*/ 10000 w 10000"/>
                  <a:gd name="connsiteY0" fmla="*/ 10000 h 10000"/>
                  <a:gd name="connsiteX1" fmla="*/ 7056 w 10000"/>
                  <a:gd name="connsiteY1" fmla="*/ 7023 h 10000"/>
                  <a:gd name="connsiteX2" fmla="*/ 7056 w 10000"/>
                  <a:gd name="connsiteY2" fmla="*/ 0 h 10000"/>
                  <a:gd name="connsiteX3" fmla="*/ 0 w 10000"/>
                  <a:gd name="connsiteY3" fmla="*/ 7023 h 10000"/>
                  <a:gd name="connsiteX4" fmla="*/ 927 w 10000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10000" y="10000"/>
                    </a:moveTo>
                    <a:cubicBezTo>
                      <a:pt x="8266" y="9466"/>
                      <a:pt x="7056" y="8346"/>
                      <a:pt x="7056" y="7023"/>
                    </a:cubicBezTo>
                    <a:lnTo>
                      <a:pt x="7056" y="0"/>
                    </a:lnTo>
                    <a:cubicBezTo>
                      <a:pt x="2742" y="1272"/>
                      <a:pt x="0" y="4020"/>
                      <a:pt x="0" y="7023"/>
                    </a:cubicBezTo>
                    <a:cubicBezTo>
                      <a:pt x="0" y="8066"/>
                      <a:pt x="323" y="9059"/>
                      <a:pt x="927" y="1000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41" name="Freeform 54">
                <a:extLst>
                  <a:ext uri="{FF2B5EF4-FFF2-40B4-BE49-F238E27FC236}">
                    <a16:creationId xmlns:a16="http://schemas.microsoft.com/office/drawing/2014/main" id="{2F3D8870-52D8-4E7D-A9CA-D554F5EE935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782237" y="118985"/>
                <a:ext cx="1836727" cy="1161629"/>
              </a:xfrm>
              <a:custGeom>
                <a:avLst/>
                <a:gdLst>
                  <a:gd name="T0" fmla="*/ 118 w 394"/>
                  <a:gd name="T1" fmla="*/ 175 h 249"/>
                  <a:gd name="T2" fmla="*/ 394 w 394"/>
                  <a:gd name="T3" fmla="*/ 175 h 249"/>
                  <a:gd name="T4" fmla="*/ 118 w 394"/>
                  <a:gd name="T5" fmla="*/ 0 h 249"/>
                  <a:gd name="T6" fmla="*/ 0 w 394"/>
                  <a:gd name="T7" fmla="*/ 24 h 249"/>
                  <a:gd name="T8" fmla="*/ 0 w 394"/>
                  <a:gd name="T9" fmla="*/ 249 h 249"/>
                  <a:gd name="T10" fmla="*/ 118 w 394"/>
                  <a:gd name="T11" fmla="*/ 175 h 249"/>
                  <a:gd name="connsiteX0" fmla="*/ 0 w 10000"/>
                  <a:gd name="connsiteY0" fmla="*/ 10000 h 10574"/>
                  <a:gd name="connsiteX1" fmla="*/ 2995 w 10000"/>
                  <a:gd name="connsiteY1" fmla="*/ 7028 h 10574"/>
                  <a:gd name="connsiteX2" fmla="*/ 10000 w 10000"/>
                  <a:gd name="connsiteY2" fmla="*/ 7028 h 10574"/>
                  <a:gd name="connsiteX3" fmla="*/ 2995 w 10000"/>
                  <a:gd name="connsiteY3" fmla="*/ 0 h 10574"/>
                  <a:gd name="connsiteX4" fmla="*/ 0 w 10000"/>
                  <a:gd name="connsiteY4" fmla="*/ 964 h 10574"/>
                  <a:gd name="connsiteX5" fmla="*/ 363 w 10000"/>
                  <a:gd name="connsiteY5" fmla="*/ 10574 h 10574"/>
                  <a:gd name="connsiteX0" fmla="*/ 0 w 10000"/>
                  <a:gd name="connsiteY0" fmla="*/ 10000 h 10000"/>
                  <a:gd name="connsiteX1" fmla="*/ 2995 w 10000"/>
                  <a:gd name="connsiteY1" fmla="*/ 7028 h 10000"/>
                  <a:gd name="connsiteX2" fmla="*/ 10000 w 10000"/>
                  <a:gd name="connsiteY2" fmla="*/ 7028 h 10000"/>
                  <a:gd name="connsiteX3" fmla="*/ 2995 w 10000"/>
                  <a:gd name="connsiteY3" fmla="*/ 0 h 10000"/>
                  <a:gd name="connsiteX4" fmla="*/ 0 w 10000"/>
                  <a:gd name="connsiteY4" fmla="*/ 964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10000"/>
                    </a:moveTo>
                    <a:cubicBezTo>
                      <a:pt x="558" y="8233"/>
                      <a:pt x="1675" y="7028"/>
                      <a:pt x="2995" y="7028"/>
                    </a:cubicBezTo>
                    <a:lnTo>
                      <a:pt x="10000" y="7028"/>
                    </a:lnTo>
                    <a:cubicBezTo>
                      <a:pt x="8731" y="2771"/>
                      <a:pt x="5990" y="0"/>
                      <a:pt x="2995" y="0"/>
                    </a:cubicBezTo>
                    <a:cubicBezTo>
                      <a:pt x="1954" y="0"/>
                      <a:pt x="964" y="321"/>
                      <a:pt x="0" y="964"/>
                    </a:cubicBezTo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42" name="Freeform 55">
                <a:extLst>
                  <a:ext uri="{FF2B5EF4-FFF2-40B4-BE49-F238E27FC236}">
                    <a16:creationId xmlns:a16="http://schemas.microsoft.com/office/drawing/2014/main" id="{EAB74807-525A-4F77-AE34-853EF459E0E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041026" y="1817120"/>
                <a:ext cx="1836710" cy="1156970"/>
              </a:xfrm>
              <a:custGeom>
                <a:avLst/>
                <a:gdLst>
                  <a:gd name="T0" fmla="*/ 277 w 394"/>
                  <a:gd name="T1" fmla="*/ 248 h 248"/>
                  <a:gd name="T2" fmla="*/ 394 w 394"/>
                  <a:gd name="T3" fmla="*/ 224 h 248"/>
                  <a:gd name="T4" fmla="*/ 394 w 394"/>
                  <a:gd name="T5" fmla="*/ 0 h 248"/>
                  <a:gd name="T6" fmla="*/ 277 w 394"/>
                  <a:gd name="T7" fmla="*/ 73 h 248"/>
                  <a:gd name="T8" fmla="*/ 0 w 394"/>
                  <a:gd name="T9" fmla="*/ 73 h 248"/>
                  <a:gd name="T10" fmla="*/ 277 w 394"/>
                  <a:gd name="T11" fmla="*/ 248 h 248"/>
                  <a:gd name="connsiteX0" fmla="*/ 10000 w 10363"/>
                  <a:gd name="connsiteY0" fmla="*/ 0 h 10000"/>
                  <a:gd name="connsiteX1" fmla="*/ 7030 w 10363"/>
                  <a:gd name="connsiteY1" fmla="*/ 2944 h 10000"/>
                  <a:gd name="connsiteX2" fmla="*/ 0 w 10363"/>
                  <a:gd name="connsiteY2" fmla="*/ 2944 h 10000"/>
                  <a:gd name="connsiteX3" fmla="*/ 7030 w 10363"/>
                  <a:gd name="connsiteY3" fmla="*/ 10000 h 10000"/>
                  <a:gd name="connsiteX4" fmla="*/ 10000 w 10363"/>
                  <a:gd name="connsiteY4" fmla="*/ 9032 h 10000"/>
                  <a:gd name="connsiteX5" fmla="*/ 10363 w 10363"/>
                  <a:gd name="connsiteY5" fmla="*/ 576 h 10000"/>
                  <a:gd name="connsiteX0" fmla="*/ 10000 w 10000"/>
                  <a:gd name="connsiteY0" fmla="*/ 0 h 10000"/>
                  <a:gd name="connsiteX1" fmla="*/ 7030 w 10000"/>
                  <a:gd name="connsiteY1" fmla="*/ 2944 h 10000"/>
                  <a:gd name="connsiteX2" fmla="*/ 0 w 10000"/>
                  <a:gd name="connsiteY2" fmla="*/ 2944 h 10000"/>
                  <a:gd name="connsiteX3" fmla="*/ 7030 w 10000"/>
                  <a:gd name="connsiteY3" fmla="*/ 10000 h 10000"/>
                  <a:gd name="connsiteX4" fmla="*/ 10000 w 10000"/>
                  <a:gd name="connsiteY4" fmla="*/ 903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10000" y="0"/>
                    </a:moveTo>
                    <a:cubicBezTo>
                      <a:pt x="9467" y="1734"/>
                      <a:pt x="8325" y="2944"/>
                      <a:pt x="7030" y="2944"/>
                    </a:cubicBezTo>
                    <a:lnTo>
                      <a:pt x="0" y="2944"/>
                    </a:lnTo>
                    <a:cubicBezTo>
                      <a:pt x="1294" y="7218"/>
                      <a:pt x="4010" y="10000"/>
                      <a:pt x="7030" y="10000"/>
                    </a:cubicBezTo>
                    <a:cubicBezTo>
                      <a:pt x="8046" y="10000"/>
                      <a:pt x="9061" y="9677"/>
                      <a:pt x="10000" y="9032"/>
                    </a:cubicBezTo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A17589FC-4185-4D34-BA32-1AF9799FED58}"/>
                </a:ext>
              </a:extLst>
            </p:cNvPr>
            <p:cNvGrpSpPr/>
            <p:nvPr/>
          </p:nvGrpSpPr>
          <p:grpSpPr bwMode="gray">
            <a:xfrm>
              <a:off x="5726594" y="2537320"/>
              <a:ext cx="895270" cy="605266"/>
              <a:chOff x="4092369" y="2865380"/>
              <a:chExt cx="739219" cy="605266"/>
            </a:xfrm>
          </p:grpSpPr>
          <p:sp>
            <p:nvSpPr>
              <p:cNvPr id="37" name="Textfeld 125">
                <a:extLst>
                  <a:ext uri="{FF2B5EF4-FFF2-40B4-BE49-F238E27FC236}">
                    <a16:creationId xmlns:a16="http://schemas.microsoft.com/office/drawing/2014/main" id="{35AE17F2-5BA8-4702-BF7E-3FEAD38C02CB}"/>
                  </a:ext>
                </a:extLst>
              </p:cNvPr>
              <p:cNvSpPr txBox="1"/>
              <p:nvPr/>
            </p:nvSpPr>
            <p:spPr bwMode="gray">
              <a:xfrm>
                <a:off x="4092369" y="3180648"/>
                <a:ext cx="739219" cy="289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1000" dirty="0">
                    <a:solidFill>
                      <a:schemeClr val="bg1"/>
                    </a:solidFill>
                  </a:rPr>
                  <a:t>Lorem ipsum </a:t>
                </a:r>
                <a:r>
                  <a:rPr lang="en-GB" sz="1000" dirty="0" err="1">
                    <a:solidFill>
                      <a:schemeClr val="bg1"/>
                    </a:solidFill>
                  </a:rPr>
                  <a:t>dolor</a:t>
                </a:r>
                <a:r>
                  <a:rPr lang="en-GB" sz="1000" dirty="0">
                    <a:solidFill>
                      <a:schemeClr val="bg1"/>
                    </a:solidFill>
                  </a:rPr>
                  <a:t> sit</a:t>
                </a:r>
              </a:p>
            </p:txBody>
          </p:sp>
          <p:sp>
            <p:nvSpPr>
              <p:cNvPr id="38" name="Textfeld 126">
                <a:extLst>
                  <a:ext uri="{FF2B5EF4-FFF2-40B4-BE49-F238E27FC236}">
                    <a16:creationId xmlns:a16="http://schemas.microsoft.com/office/drawing/2014/main" id="{2AB38F98-25F7-4473-BED0-B1B65A787CB0}"/>
                  </a:ext>
                </a:extLst>
              </p:cNvPr>
              <p:cNvSpPr txBox="1"/>
              <p:nvPr/>
            </p:nvSpPr>
            <p:spPr bwMode="gray">
              <a:xfrm>
                <a:off x="4092369" y="2865380"/>
                <a:ext cx="739219" cy="260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E195FAB0-01DC-4B1E-8661-CD5BA1FBD0D0}"/>
                </a:ext>
              </a:extLst>
            </p:cNvPr>
            <p:cNvGrpSpPr/>
            <p:nvPr/>
          </p:nvGrpSpPr>
          <p:grpSpPr bwMode="gray">
            <a:xfrm>
              <a:off x="5726594" y="5279149"/>
              <a:ext cx="895270" cy="605266"/>
              <a:chOff x="4092369" y="2865380"/>
              <a:chExt cx="739219" cy="605266"/>
            </a:xfrm>
          </p:grpSpPr>
          <p:sp>
            <p:nvSpPr>
              <p:cNvPr id="35" name="Textfeld 123">
                <a:extLst>
                  <a:ext uri="{FF2B5EF4-FFF2-40B4-BE49-F238E27FC236}">
                    <a16:creationId xmlns:a16="http://schemas.microsoft.com/office/drawing/2014/main" id="{447C52CF-6BA4-4199-B8F6-CC73DF63F039}"/>
                  </a:ext>
                </a:extLst>
              </p:cNvPr>
              <p:cNvSpPr txBox="1"/>
              <p:nvPr/>
            </p:nvSpPr>
            <p:spPr bwMode="gray">
              <a:xfrm>
                <a:off x="4092369" y="3180648"/>
                <a:ext cx="739219" cy="289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1000" dirty="0">
                    <a:solidFill>
                      <a:schemeClr val="tx2">
                        <a:lumMod val="100000"/>
                      </a:schemeClr>
                    </a:solidFill>
                  </a:rPr>
                  <a:t>Lorem ipsum </a:t>
                </a:r>
                <a:r>
                  <a:rPr lang="en-GB" sz="1000" dirty="0" err="1">
                    <a:solidFill>
                      <a:schemeClr val="tx2">
                        <a:lumMod val="100000"/>
                      </a:schemeClr>
                    </a:solidFill>
                  </a:rPr>
                  <a:t>dolor</a:t>
                </a:r>
                <a:r>
                  <a:rPr lang="en-GB" sz="1000" dirty="0">
                    <a:solidFill>
                      <a:schemeClr val="tx2">
                        <a:lumMod val="100000"/>
                      </a:schemeClr>
                    </a:solidFill>
                  </a:rPr>
                  <a:t> sit</a:t>
                </a:r>
              </a:p>
            </p:txBody>
          </p:sp>
          <p:sp>
            <p:nvSpPr>
              <p:cNvPr id="36" name="Textfeld 124">
                <a:extLst>
                  <a:ext uri="{FF2B5EF4-FFF2-40B4-BE49-F238E27FC236}">
                    <a16:creationId xmlns:a16="http://schemas.microsoft.com/office/drawing/2014/main" id="{D93447DB-D9A2-4C34-A1E5-CDAFC475CB78}"/>
                  </a:ext>
                </a:extLst>
              </p:cNvPr>
              <p:cNvSpPr txBox="1"/>
              <p:nvPr/>
            </p:nvSpPr>
            <p:spPr bwMode="gray">
              <a:xfrm>
                <a:off x="4092369" y="2865380"/>
                <a:ext cx="739219" cy="260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>
                    <a:solidFill>
                      <a:schemeClr val="tx2">
                        <a:lumMod val="100000"/>
                      </a:schemeClr>
                    </a:solidFill>
                  </a:rPr>
                  <a:t>03</a:t>
                </a: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BC51DE1A-66C6-4A82-8240-A4EFC91A4F10}"/>
                </a:ext>
              </a:extLst>
            </p:cNvPr>
            <p:cNvGrpSpPr/>
            <p:nvPr/>
          </p:nvGrpSpPr>
          <p:grpSpPr bwMode="gray">
            <a:xfrm>
              <a:off x="7174413" y="4125240"/>
              <a:ext cx="692755" cy="605266"/>
              <a:chOff x="4092369" y="2865381"/>
              <a:chExt cx="572004" cy="605266"/>
            </a:xfrm>
          </p:grpSpPr>
          <p:sp>
            <p:nvSpPr>
              <p:cNvPr id="33" name="Textfeld 121">
                <a:extLst>
                  <a:ext uri="{FF2B5EF4-FFF2-40B4-BE49-F238E27FC236}">
                    <a16:creationId xmlns:a16="http://schemas.microsoft.com/office/drawing/2014/main" id="{558BC1C0-7D43-4811-A8AB-97789E147D64}"/>
                  </a:ext>
                </a:extLst>
              </p:cNvPr>
              <p:cNvSpPr txBox="1"/>
              <p:nvPr/>
            </p:nvSpPr>
            <p:spPr bwMode="gray">
              <a:xfrm>
                <a:off x="4092369" y="3180649"/>
                <a:ext cx="572004" cy="289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1000" dirty="0">
                    <a:solidFill>
                      <a:schemeClr val="tx2">
                        <a:lumMod val="100000"/>
                      </a:schemeClr>
                    </a:solidFill>
                  </a:rPr>
                  <a:t>Lorem ipsum </a:t>
                </a:r>
                <a:br>
                  <a:rPr lang="en-GB" sz="1000" dirty="0"/>
                </a:br>
                <a:r>
                  <a:rPr lang="en-GB" sz="1000" dirty="0" err="1">
                    <a:solidFill>
                      <a:schemeClr val="tx2">
                        <a:lumMod val="100000"/>
                      </a:schemeClr>
                    </a:solidFill>
                  </a:rPr>
                  <a:t>dolor</a:t>
                </a:r>
                <a:r>
                  <a:rPr lang="en-GB" sz="1000" dirty="0">
                    <a:solidFill>
                      <a:schemeClr val="tx2">
                        <a:lumMod val="100000"/>
                      </a:schemeClr>
                    </a:solidFill>
                  </a:rPr>
                  <a:t> sit</a:t>
                </a:r>
              </a:p>
            </p:txBody>
          </p:sp>
          <p:sp>
            <p:nvSpPr>
              <p:cNvPr id="34" name="Textfeld 122">
                <a:extLst>
                  <a:ext uri="{FF2B5EF4-FFF2-40B4-BE49-F238E27FC236}">
                    <a16:creationId xmlns:a16="http://schemas.microsoft.com/office/drawing/2014/main" id="{7B80167B-A6CC-48F3-AFEC-8341534A3A48}"/>
                  </a:ext>
                </a:extLst>
              </p:cNvPr>
              <p:cNvSpPr txBox="1"/>
              <p:nvPr/>
            </p:nvSpPr>
            <p:spPr bwMode="gray">
              <a:xfrm>
                <a:off x="4092369" y="2865381"/>
                <a:ext cx="572004" cy="260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>
                    <a:solidFill>
                      <a:schemeClr val="tx2">
                        <a:lumMod val="100000"/>
                      </a:schemeClr>
                    </a:solidFill>
                  </a:rPr>
                  <a:t>02</a:t>
                </a:r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CF218F4A-06C7-4505-BABE-3C0954E43AA2}"/>
                </a:ext>
              </a:extLst>
            </p:cNvPr>
            <p:cNvGrpSpPr/>
            <p:nvPr/>
          </p:nvGrpSpPr>
          <p:grpSpPr bwMode="gray">
            <a:xfrm>
              <a:off x="4456177" y="3689375"/>
              <a:ext cx="692755" cy="677765"/>
              <a:chOff x="4092369" y="2865381"/>
              <a:chExt cx="572004" cy="677765"/>
            </a:xfrm>
          </p:grpSpPr>
          <p:sp>
            <p:nvSpPr>
              <p:cNvPr id="31" name="Textfeld 119">
                <a:extLst>
                  <a:ext uri="{FF2B5EF4-FFF2-40B4-BE49-F238E27FC236}">
                    <a16:creationId xmlns:a16="http://schemas.microsoft.com/office/drawing/2014/main" id="{89EA398A-B635-46FE-B5EA-BDD6CCBEC2B7}"/>
                  </a:ext>
                </a:extLst>
              </p:cNvPr>
              <p:cNvSpPr txBox="1"/>
              <p:nvPr/>
            </p:nvSpPr>
            <p:spPr bwMode="gray">
              <a:xfrm>
                <a:off x="4092369" y="3108150"/>
                <a:ext cx="572004" cy="434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1000" dirty="0">
                    <a:solidFill>
                      <a:schemeClr val="tx2">
                        <a:lumMod val="100000"/>
                      </a:schemeClr>
                    </a:solidFill>
                  </a:rPr>
                  <a:t>Lorem </a:t>
                </a:r>
                <a:br>
                  <a:rPr lang="en-GB" sz="1000" dirty="0"/>
                </a:br>
                <a:r>
                  <a:rPr lang="en-GB" sz="1000" dirty="0">
                    <a:solidFill>
                      <a:schemeClr val="tx2">
                        <a:lumMod val="100000"/>
                      </a:schemeClr>
                    </a:solidFill>
                  </a:rPr>
                  <a:t>ipsum </a:t>
                </a:r>
                <a:br>
                  <a:rPr lang="en-GB" sz="1000" dirty="0"/>
                </a:br>
                <a:r>
                  <a:rPr lang="en-GB" sz="1000" dirty="0" err="1">
                    <a:solidFill>
                      <a:schemeClr val="tx2">
                        <a:lumMod val="100000"/>
                      </a:schemeClr>
                    </a:solidFill>
                  </a:rPr>
                  <a:t>dolor</a:t>
                </a:r>
                <a:r>
                  <a:rPr lang="en-GB" sz="1000" dirty="0">
                    <a:solidFill>
                      <a:schemeClr val="tx2">
                        <a:lumMod val="100000"/>
                      </a:schemeClr>
                    </a:solidFill>
                  </a:rPr>
                  <a:t> sit</a:t>
                </a:r>
              </a:p>
            </p:txBody>
          </p:sp>
          <p:sp>
            <p:nvSpPr>
              <p:cNvPr id="32" name="Textfeld 120">
                <a:extLst>
                  <a:ext uri="{FF2B5EF4-FFF2-40B4-BE49-F238E27FC236}">
                    <a16:creationId xmlns:a16="http://schemas.microsoft.com/office/drawing/2014/main" id="{95C1244B-2C80-405F-984C-174E64D1BB90}"/>
                  </a:ext>
                </a:extLst>
              </p:cNvPr>
              <p:cNvSpPr txBox="1"/>
              <p:nvPr/>
            </p:nvSpPr>
            <p:spPr bwMode="gray">
              <a:xfrm>
                <a:off x="4092369" y="2865381"/>
                <a:ext cx="572004" cy="260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>
                    <a:solidFill>
                      <a:schemeClr val="tx2">
                        <a:lumMod val="100000"/>
                      </a:schemeClr>
                    </a:solidFill>
                  </a:rPr>
                  <a:t>04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9765424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4D518-63B8-66C2-7276-E83A16F6B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83C01E2-8C3A-37AB-DF2E-2282752B1F8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3C01E2-8C3A-37AB-DF2E-2282752B1F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8774AC6-2946-E18E-F00C-19E449118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Circle Segments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81915E-D4DC-2885-EF3A-A84E6D169F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89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F01272A-C6DB-6F34-60F4-B0159AA50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/>
              <a:t>Six</a:t>
            </a:r>
          </a:p>
        </p:txBody>
      </p: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B0F881BE-BD05-92B8-50E6-B2EDDAA5C662}"/>
              </a:ext>
            </a:extLst>
          </p:cNvPr>
          <p:cNvGrpSpPr>
            <a:grpSpLocks/>
          </p:cNvGrpSpPr>
          <p:nvPr/>
        </p:nvGrpSpPr>
        <p:grpSpPr>
          <a:xfrm>
            <a:off x="539748" y="2030661"/>
            <a:ext cx="11108666" cy="3341452"/>
            <a:chOff x="539748" y="1884247"/>
            <a:chExt cx="11108666" cy="3341452"/>
          </a:xfrm>
        </p:grpSpPr>
        <p:sp>
          <p:nvSpPr>
            <p:cNvPr id="45" name="Textplatzhalter 8">
              <a:extLst>
                <a:ext uri="{FF2B5EF4-FFF2-40B4-BE49-F238E27FC236}">
                  <a16:creationId xmlns:a16="http://schemas.microsoft.com/office/drawing/2014/main" id="{30ADE001-D799-3CE1-A322-E307C7D8183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539748" y="1884247"/>
              <a:ext cx="3011395" cy="830997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de-DE"/>
              </a:defPPr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800" b="1" dirty="0">
                  <a:solidFill>
                    <a:schemeClr val="accent2"/>
                  </a:solidFill>
                </a:rPr>
                <a:t>Description</a:t>
              </a:r>
              <a:br>
                <a:rPr lang="en-GB" sz="2000" b="1" dirty="0"/>
              </a:b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Lorem ipsum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dolor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sit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amet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,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consetetur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sadipscing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elitr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,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sed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diam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nonumy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eirmod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tempor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invidunt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ipsum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dolor</a:t>
              </a:r>
              <a:endParaRPr lang="en-GB" dirty="0">
                <a:solidFill>
                  <a:schemeClr val="tx2">
                    <a:lumMod val="100000"/>
                  </a:schemeClr>
                </a:solidFill>
              </a:endParaRPr>
            </a:p>
          </p:txBody>
        </p:sp>
        <p:sp>
          <p:nvSpPr>
            <p:cNvPr id="46" name="Textplatzhalter 8">
              <a:extLst>
                <a:ext uri="{FF2B5EF4-FFF2-40B4-BE49-F238E27FC236}">
                  <a16:creationId xmlns:a16="http://schemas.microsoft.com/office/drawing/2014/main" id="{064F02AF-7315-E915-F4CF-08411DA3D923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539748" y="4394702"/>
              <a:ext cx="3011395" cy="830997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de-DE"/>
              </a:defPPr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800" b="1" dirty="0">
                  <a:solidFill>
                    <a:schemeClr val="accent2"/>
                  </a:solidFill>
                </a:rPr>
                <a:t>Description</a:t>
              </a:r>
              <a:br>
                <a:rPr lang="en-GB" sz="2000" b="1" dirty="0"/>
              </a:b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Lorem ipsum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dolor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sit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amet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,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consetetur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sadipscing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elitr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,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sed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diam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nonumy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eirmod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tempor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invidunt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ipsum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dolor</a:t>
              </a:r>
              <a:endParaRPr lang="en-GB" dirty="0">
                <a:solidFill>
                  <a:schemeClr val="tx2">
                    <a:lumMod val="100000"/>
                  </a:schemeClr>
                </a:solidFill>
              </a:endParaRPr>
            </a:p>
          </p:txBody>
        </p:sp>
        <p:sp>
          <p:nvSpPr>
            <p:cNvPr id="43" name="Textplatzhalter 8">
              <a:extLst>
                <a:ext uri="{FF2B5EF4-FFF2-40B4-BE49-F238E27FC236}">
                  <a16:creationId xmlns:a16="http://schemas.microsoft.com/office/drawing/2014/main" id="{AE5253AE-DE3F-91CB-7404-4341499F13D4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637019" y="1884247"/>
              <a:ext cx="3011395" cy="830997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de-DE"/>
              </a:defPPr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800" b="1" dirty="0">
                  <a:solidFill>
                    <a:schemeClr val="accent2"/>
                  </a:solidFill>
                </a:rPr>
                <a:t>Description</a:t>
              </a:r>
              <a:br>
                <a:rPr lang="en-GB" sz="2000" dirty="0">
                  <a:solidFill>
                    <a:schemeClr val="tx2"/>
                  </a:solidFill>
                </a:rPr>
              </a:br>
              <a:r>
                <a:rPr lang="en-GB" dirty="0">
                  <a:solidFill>
                    <a:schemeClr val="tx2"/>
                  </a:solidFill>
                </a:rPr>
                <a:t>Lorem ipsum </a:t>
              </a:r>
              <a:r>
                <a:rPr lang="en-GB" dirty="0" err="1">
                  <a:solidFill>
                    <a:schemeClr val="tx2"/>
                  </a:solidFill>
                </a:rPr>
                <a:t>dolor</a:t>
              </a:r>
              <a:r>
                <a:rPr lang="en-GB" dirty="0">
                  <a:solidFill>
                    <a:schemeClr val="tx2"/>
                  </a:solidFill>
                </a:rPr>
                <a:t> sit </a:t>
              </a:r>
              <a:r>
                <a:rPr lang="en-GB" dirty="0" err="1">
                  <a:solidFill>
                    <a:schemeClr val="tx2"/>
                  </a:solidFill>
                </a:rPr>
                <a:t>amet</a:t>
              </a:r>
              <a:r>
                <a:rPr lang="en-GB" dirty="0">
                  <a:solidFill>
                    <a:schemeClr val="tx2"/>
                  </a:solidFill>
                </a:rPr>
                <a:t>, </a:t>
              </a:r>
              <a:r>
                <a:rPr lang="en-GB" dirty="0" err="1">
                  <a:solidFill>
                    <a:schemeClr val="tx2"/>
                  </a:solidFill>
                </a:rPr>
                <a:t>consetetur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sadipscing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elitr</a:t>
              </a:r>
              <a:r>
                <a:rPr lang="en-GB" dirty="0">
                  <a:solidFill>
                    <a:schemeClr val="tx2"/>
                  </a:solidFill>
                </a:rPr>
                <a:t>, </a:t>
              </a:r>
              <a:r>
                <a:rPr lang="en-GB" dirty="0" err="1">
                  <a:solidFill>
                    <a:schemeClr val="tx2"/>
                  </a:solidFill>
                </a:rPr>
                <a:t>sed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diam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nonumy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eirmod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tempor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invidunt</a:t>
              </a:r>
              <a:r>
                <a:rPr lang="en-GB" dirty="0">
                  <a:solidFill>
                    <a:schemeClr val="tx2"/>
                  </a:solidFill>
                </a:rPr>
                <a:t> ipsum </a:t>
              </a:r>
              <a:r>
                <a:rPr lang="en-GB" dirty="0" err="1">
                  <a:solidFill>
                    <a:schemeClr val="tx2"/>
                  </a:solidFill>
                </a:rPr>
                <a:t>dolor</a:t>
              </a:r>
              <a:endParaRPr lang="en-GB" dirty="0">
                <a:solidFill>
                  <a:schemeClr val="tx2"/>
                </a:solidFill>
              </a:endParaRPr>
            </a:p>
          </p:txBody>
        </p:sp>
        <p:sp>
          <p:nvSpPr>
            <p:cNvPr id="44" name="Textplatzhalter 8">
              <a:extLst>
                <a:ext uri="{FF2B5EF4-FFF2-40B4-BE49-F238E27FC236}">
                  <a16:creationId xmlns:a16="http://schemas.microsoft.com/office/drawing/2014/main" id="{DCAE6528-A966-4AFD-C000-E860E4FFF2EB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637019" y="4394702"/>
              <a:ext cx="3011395" cy="830997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de-DE"/>
              </a:defPPr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800" b="1" dirty="0">
                  <a:solidFill>
                    <a:schemeClr val="accent2"/>
                  </a:solidFill>
                </a:rPr>
                <a:t>Description</a:t>
              </a:r>
              <a:br>
                <a:rPr lang="en-GB" sz="2000" b="1" dirty="0"/>
              </a:b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Lorem ipsum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dolor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sit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amet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,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consetetur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sadipscing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elitr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,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sed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diam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nonumy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eirmod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tempor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invidunt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ipsum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dolor</a:t>
              </a:r>
              <a:endParaRPr lang="en-GB" dirty="0">
                <a:solidFill>
                  <a:schemeClr val="tx2">
                    <a:lumMod val="100000"/>
                  </a:schemeClr>
                </a:solidFill>
              </a:endParaRPr>
            </a:p>
          </p:txBody>
        </p:sp>
        <p:sp>
          <p:nvSpPr>
            <p:cNvPr id="7" name="Textplatzhalter 8">
              <a:extLst>
                <a:ext uri="{FF2B5EF4-FFF2-40B4-BE49-F238E27FC236}">
                  <a16:creationId xmlns:a16="http://schemas.microsoft.com/office/drawing/2014/main" id="{13756BA1-442C-E92D-91FB-50AD11C08B05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539748" y="3139474"/>
              <a:ext cx="3011395" cy="830997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de-DE"/>
              </a:defPPr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800" b="1" dirty="0">
                  <a:solidFill>
                    <a:schemeClr val="accent2"/>
                  </a:solidFill>
                </a:rPr>
                <a:t>Description</a:t>
              </a:r>
              <a:br>
                <a:rPr lang="en-GB" sz="2000" b="1" dirty="0"/>
              </a:b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Lorem ipsum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dolor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sit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amet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,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consetetur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sadipscing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elitr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,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sed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diam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nonumy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eirmod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tempor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invidunt</a:t>
              </a:r>
              <a:r>
                <a:rPr lang="en-GB" dirty="0">
                  <a:solidFill>
                    <a:schemeClr val="tx2">
                      <a:lumMod val="100000"/>
                    </a:schemeClr>
                  </a:solidFill>
                </a:rPr>
                <a:t> ipsum </a:t>
              </a:r>
              <a:r>
                <a:rPr lang="en-GB" dirty="0" err="1">
                  <a:solidFill>
                    <a:schemeClr val="tx2">
                      <a:lumMod val="100000"/>
                    </a:schemeClr>
                  </a:solidFill>
                </a:rPr>
                <a:t>dolor</a:t>
              </a:r>
              <a:endParaRPr lang="en-GB" dirty="0">
                <a:solidFill>
                  <a:schemeClr val="tx2">
                    <a:lumMod val="100000"/>
                  </a:schemeClr>
                </a:solidFill>
              </a:endParaRPr>
            </a:p>
          </p:txBody>
        </p:sp>
        <p:sp>
          <p:nvSpPr>
            <p:cNvPr id="8" name="Textplatzhalter 8">
              <a:extLst>
                <a:ext uri="{FF2B5EF4-FFF2-40B4-BE49-F238E27FC236}">
                  <a16:creationId xmlns:a16="http://schemas.microsoft.com/office/drawing/2014/main" id="{E83EC2EF-E527-7A90-5D9D-C51B2CE91F3F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637019" y="3139474"/>
              <a:ext cx="3011395" cy="830997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de-DE"/>
              </a:defPPr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800" b="1" dirty="0">
                  <a:solidFill>
                    <a:schemeClr val="accent2"/>
                  </a:solidFill>
                </a:rPr>
                <a:t>Description</a:t>
              </a:r>
              <a:br>
                <a:rPr lang="en-GB" sz="2000" dirty="0">
                  <a:solidFill>
                    <a:schemeClr val="tx2"/>
                  </a:solidFill>
                </a:rPr>
              </a:br>
              <a:r>
                <a:rPr lang="en-GB" dirty="0">
                  <a:solidFill>
                    <a:schemeClr val="tx2"/>
                  </a:solidFill>
                </a:rPr>
                <a:t>Lorem ipsum </a:t>
              </a:r>
              <a:r>
                <a:rPr lang="en-GB" dirty="0" err="1">
                  <a:solidFill>
                    <a:schemeClr val="tx2"/>
                  </a:solidFill>
                </a:rPr>
                <a:t>dolor</a:t>
              </a:r>
              <a:r>
                <a:rPr lang="en-GB" dirty="0">
                  <a:solidFill>
                    <a:schemeClr val="tx2"/>
                  </a:solidFill>
                </a:rPr>
                <a:t> sit </a:t>
              </a:r>
              <a:r>
                <a:rPr lang="en-GB" dirty="0" err="1">
                  <a:solidFill>
                    <a:schemeClr val="tx2"/>
                  </a:solidFill>
                </a:rPr>
                <a:t>amet</a:t>
              </a:r>
              <a:r>
                <a:rPr lang="en-GB" dirty="0">
                  <a:solidFill>
                    <a:schemeClr val="tx2"/>
                  </a:solidFill>
                </a:rPr>
                <a:t>, </a:t>
              </a:r>
              <a:r>
                <a:rPr lang="en-GB" dirty="0" err="1">
                  <a:solidFill>
                    <a:schemeClr val="tx2"/>
                  </a:solidFill>
                </a:rPr>
                <a:t>consetetur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sadipscing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elitr</a:t>
              </a:r>
              <a:r>
                <a:rPr lang="en-GB" dirty="0">
                  <a:solidFill>
                    <a:schemeClr val="tx2"/>
                  </a:solidFill>
                </a:rPr>
                <a:t>, </a:t>
              </a:r>
              <a:r>
                <a:rPr lang="en-GB" dirty="0" err="1">
                  <a:solidFill>
                    <a:schemeClr val="tx2"/>
                  </a:solidFill>
                </a:rPr>
                <a:t>sed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diam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nonumy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eirmod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tempor</a:t>
              </a:r>
              <a:r>
                <a:rPr lang="en-GB" dirty="0">
                  <a:solidFill>
                    <a:schemeClr val="tx2"/>
                  </a:solidFill>
                </a:rPr>
                <a:t> </a:t>
              </a:r>
              <a:r>
                <a:rPr lang="en-GB" dirty="0" err="1">
                  <a:solidFill>
                    <a:schemeClr val="tx2"/>
                  </a:solidFill>
                </a:rPr>
                <a:t>invidunt</a:t>
              </a:r>
              <a:r>
                <a:rPr lang="en-GB" dirty="0">
                  <a:solidFill>
                    <a:schemeClr val="tx2"/>
                  </a:solidFill>
                </a:rPr>
                <a:t> ipsum </a:t>
              </a:r>
              <a:r>
                <a:rPr lang="en-GB" dirty="0" err="1">
                  <a:solidFill>
                    <a:schemeClr val="tx2"/>
                  </a:solidFill>
                </a:rPr>
                <a:t>dolor</a:t>
              </a:r>
              <a:endParaRPr lang="en-GB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426E47E9-64FB-64DF-DBDA-B1E452160624}"/>
              </a:ext>
            </a:extLst>
          </p:cNvPr>
          <p:cNvGrpSpPr>
            <a:grpSpLocks/>
          </p:cNvGrpSpPr>
          <p:nvPr/>
        </p:nvGrpSpPr>
        <p:grpSpPr>
          <a:xfrm>
            <a:off x="4023823" y="1624274"/>
            <a:ext cx="4144353" cy="4154226"/>
            <a:chOff x="4138066" y="1472766"/>
            <a:chExt cx="3915868" cy="3912472"/>
          </a:xfrm>
        </p:grpSpPr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889158B9-CE7C-4943-8065-CD2971AF6E0A}"/>
                </a:ext>
              </a:extLst>
            </p:cNvPr>
            <p:cNvGrpSpPr/>
            <p:nvPr/>
          </p:nvGrpSpPr>
          <p:grpSpPr bwMode="gray">
            <a:xfrm>
              <a:off x="4138066" y="1472766"/>
              <a:ext cx="3915868" cy="3912472"/>
              <a:chOff x="157806" y="3855811"/>
              <a:chExt cx="2899600" cy="2897084"/>
            </a:xfrm>
            <a:noFill/>
          </p:grpSpPr>
          <p:sp>
            <p:nvSpPr>
              <p:cNvPr id="69" name="Freeform 208">
                <a:extLst>
                  <a:ext uri="{FF2B5EF4-FFF2-40B4-BE49-F238E27FC236}">
                    <a16:creationId xmlns:a16="http://schemas.microsoft.com/office/drawing/2014/main" id="{FF5EA97C-D14A-4D7D-91A8-263A100C9E2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120389" y="4956793"/>
                <a:ext cx="923022" cy="1656140"/>
              </a:xfrm>
              <a:custGeom>
                <a:avLst/>
                <a:gdLst>
                  <a:gd name="T0" fmla="*/ 198 w 198"/>
                  <a:gd name="T1" fmla="*/ 115 h 355"/>
                  <a:gd name="T2" fmla="*/ 0 w 198"/>
                  <a:gd name="T3" fmla="*/ 0 h 355"/>
                  <a:gd name="T4" fmla="*/ 23 w 198"/>
                  <a:gd name="T5" fmla="*/ 74 h 355"/>
                  <a:gd name="T6" fmla="*/ 23 w 198"/>
                  <a:gd name="T7" fmla="*/ 355 h 355"/>
                  <a:gd name="T8" fmla="*/ 198 w 198"/>
                  <a:gd name="T9" fmla="*/ 115 h 355"/>
                  <a:gd name="connsiteX0" fmla="*/ 0 w 10000"/>
                  <a:gd name="connsiteY0" fmla="*/ 0 h 10000"/>
                  <a:gd name="connsiteX1" fmla="*/ 1162 w 10000"/>
                  <a:gd name="connsiteY1" fmla="*/ 2085 h 10000"/>
                  <a:gd name="connsiteX2" fmla="*/ 1162 w 10000"/>
                  <a:gd name="connsiteY2" fmla="*/ 10000 h 10000"/>
                  <a:gd name="connsiteX3" fmla="*/ 10000 w 10000"/>
                  <a:gd name="connsiteY3" fmla="*/ 3239 h 10000"/>
                  <a:gd name="connsiteX4" fmla="*/ 734 w 10000"/>
                  <a:gd name="connsiteY4" fmla="*/ 409 h 10000"/>
                  <a:gd name="connsiteX0" fmla="*/ 0 w 10000"/>
                  <a:gd name="connsiteY0" fmla="*/ 0 h 10000"/>
                  <a:gd name="connsiteX1" fmla="*/ 1162 w 10000"/>
                  <a:gd name="connsiteY1" fmla="*/ 2085 h 10000"/>
                  <a:gd name="connsiteX2" fmla="*/ 1162 w 10000"/>
                  <a:gd name="connsiteY2" fmla="*/ 10000 h 10000"/>
                  <a:gd name="connsiteX3" fmla="*/ 10000 w 10000"/>
                  <a:gd name="connsiteY3" fmla="*/ 3239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0000">
                    <a:moveTo>
                      <a:pt x="0" y="0"/>
                    </a:moveTo>
                    <a:cubicBezTo>
                      <a:pt x="707" y="620"/>
                      <a:pt x="1162" y="1352"/>
                      <a:pt x="1162" y="2085"/>
                    </a:cubicBezTo>
                    <a:lnTo>
                      <a:pt x="1162" y="10000"/>
                    </a:lnTo>
                    <a:cubicBezTo>
                      <a:pt x="5960" y="8732"/>
                      <a:pt x="9343" y="6169"/>
                      <a:pt x="10000" y="3239"/>
                    </a:cubicBezTo>
                  </a:path>
                </a:pathLst>
              </a:custGeom>
              <a:solidFill>
                <a:schemeClr val="accent4"/>
              </a:solidFill>
              <a:ln w="9525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70" name="Freeform 209">
                <a:extLst>
                  <a:ext uri="{FF2B5EF4-FFF2-40B4-BE49-F238E27FC236}">
                    <a16:creationId xmlns:a16="http://schemas.microsoft.com/office/drawing/2014/main" id="{24F8EF02-A337-4987-A2F0-310B332F317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57806" y="5185388"/>
                <a:ext cx="1491754" cy="1268930"/>
              </a:xfrm>
              <a:custGeom>
                <a:avLst/>
                <a:gdLst>
                  <a:gd name="T0" fmla="*/ 122 w 320"/>
                  <a:gd name="T1" fmla="*/ 272 h 272"/>
                  <a:gd name="T2" fmla="*/ 320 w 320"/>
                  <a:gd name="T3" fmla="*/ 158 h 272"/>
                  <a:gd name="T4" fmla="*/ 311 w 320"/>
                  <a:gd name="T5" fmla="*/ 158 h 272"/>
                  <a:gd name="T6" fmla="*/ 243 w 320"/>
                  <a:gd name="T7" fmla="*/ 139 h 272"/>
                  <a:gd name="T8" fmla="*/ 1 w 320"/>
                  <a:gd name="T9" fmla="*/ 0 h 272"/>
                  <a:gd name="T10" fmla="*/ 0 w 320"/>
                  <a:gd name="T11" fmla="*/ 25 h 272"/>
                  <a:gd name="T12" fmla="*/ 122 w 320"/>
                  <a:gd name="T13" fmla="*/ 272 h 272"/>
                  <a:gd name="connsiteX0" fmla="*/ 3813 w 10000"/>
                  <a:gd name="connsiteY0" fmla="*/ 10000 h 10000"/>
                  <a:gd name="connsiteX1" fmla="*/ 6072 w 10000"/>
                  <a:gd name="connsiteY1" fmla="*/ 8496 h 10000"/>
                  <a:gd name="connsiteX2" fmla="*/ 10000 w 10000"/>
                  <a:gd name="connsiteY2" fmla="*/ 5809 h 10000"/>
                  <a:gd name="connsiteX3" fmla="*/ 9719 w 10000"/>
                  <a:gd name="connsiteY3" fmla="*/ 5809 h 10000"/>
                  <a:gd name="connsiteX4" fmla="*/ 7594 w 10000"/>
                  <a:gd name="connsiteY4" fmla="*/ 5110 h 10000"/>
                  <a:gd name="connsiteX5" fmla="*/ 31 w 10000"/>
                  <a:gd name="connsiteY5" fmla="*/ 0 h 10000"/>
                  <a:gd name="connsiteX6" fmla="*/ 0 w 10000"/>
                  <a:gd name="connsiteY6" fmla="*/ 919 h 10000"/>
                  <a:gd name="connsiteX7" fmla="*/ 3813 w 10000"/>
                  <a:gd name="connsiteY7" fmla="*/ 10000 h 10000"/>
                  <a:gd name="connsiteX0" fmla="*/ 3813 w 10000"/>
                  <a:gd name="connsiteY0" fmla="*/ 10000 h 10000"/>
                  <a:gd name="connsiteX1" fmla="*/ 10000 w 10000"/>
                  <a:gd name="connsiteY1" fmla="*/ 5809 h 10000"/>
                  <a:gd name="connsiteX2" fmla="*/ 9719 w 10000"/>
                  <a:gd name="connsiteY2" fmla="*/ 5809 h 10000"/>
                  <a:gd name="connsiteX3" fmla="*/ 7594 w 10000"/>
                  <a:gd name="connsiteY3" fmla="*/ 5110 h 10000"/>
                  <a:gd name="connsiteX4" fmla="*/ 31 w 10000"/>
                  <a:gd name="connsiteY4" fmla="*/ 0 h 10000"/>
                  <a:gd name="connsiteX5" fmla="*/ 0 w 10000"/>
                  <a:gd name="connsiteY5" fmla="*/ 919 h 10000"/>
                  <a:gd name="connsiteX6" fmla="*/ 3813 w 10000"/>
                  <a:gd name="connsiteY6" fmla="*/ 10000 h 10000"/>
                  <a:gd name="connsiteX0" fmla="*/ 10000 w 10454"/>
                  <a:gd name="connsiteY0" fmla="*/ 5809 h 10000"/>
                  <a:gd name="connsiteX1" fmla="*/ 9719 w 10454"/>
                  <a:gd name="connsiteY1" fmla="*/ 5809 h 10000"/>
                  <a:gd name="connsiteX2" fmla="*/ 7594 w 10454"/>
                  <a:gd name="connsiteY2" fmla="*/ 5110 h 10000"/>
                  <a:gd name="connsiteX3" fmla="*/ 31 w 10454"/>
                  <a:gd name="connsiteY3" fmla="*/ 0 h 10000"/>
                  <a:gd name="connsiteX4" fmla="*/ 0 w 10454"/>
                  <a:gd name="connsiteY4" fmla="*/ 919 h 10000"/>
                  <a:gd name="connsiteX5" fmla="*/ 3813 w 10454"/>
                  <a:gd name="connsiteY5" fmla="*/ 10000 h 10000"/>
                  <a:gd name="connsiteX6" fmla="*/ 10454 w 10454"/>
                  <a:gd name="connsiteY6" fmla="*/ 6343 h 10000"/>
                  <a:gd name="connsiteX0" fmla="*/ 10000 w 10000"/>
                  <a:gd name="connsiteY0" fmla="*/ 5809 h 10000"/>
                  <a:gd name="connsiteX1" fmla="*/ 9719 w 10000"/>
                  <a:gd name="connsiteY1" fmla="*/ 5809 h 10000"/>
                  <a:gd name="connsiteX2" fmla="*/ 7594 w 10000"/>
                  <a:gd name="connsiteY2" fmla="*/ 5110 h 10000"/>
                  <a:gd name="connsiteX3" fmla="*/ 31 w 10000"/>
                  <a:gd name="connsiteY3" fmla="*/ 0 h 10000"/>
                  <a:gd name="connsiteX4" fmla="*/ 0 w 10000"/>
                  <a:gd name="connsiteY4" fmla="*/ 919 h 10000"/>
                  <a:gd name="connsiteX5" fmla="*/ 3813 w 10000"/>
                  <a:gd name="connsiteY5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00">
                    <a:moveTo>
                      <a:pt x="10000" y="5809"/>
                    </a:moveTo>
                    <a:lnTo>
                      <a:pt x="9719" y="5809"/>
                    </a:lnTo>
                    <a:cubicBezTo>
                      <a:pt x="8969" y="5809"/>
                      <a:pt x="8250" y="5588"/>
                      <a:pt x="7594" y="5110"/>
                    </a:cubicBezTo>
                    <a:lnTo>
                      <a:pt x="31" y="0"/>
                    </a:lnTo>
                    <a:cubicBezTo>
                      <a:pt x="31" y="294"/>
                      <a:pt x="0" y="625"/>
                      <a:pt x="0" y="919"/>
                    </a:cubicBezTo>
                    <a:cubicBezTo>
                      <a:pt x="0" y="4522"/>
                      <a:pt x="1406" y="7831"/>
                      <a:pt x="3813" y="10000"/>
                    </a:cubicBezTo>
                  </a:path>
                </a:pathLst>
              </a:custGeom>
              <a:solidFill>
                <a:schemeClr val="accent4"/>
              </a:solidFill>
              <a:ln w="9525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71" name="Freeform 210">
                <a:extLst>
                  <a:ext uri="{FF2B5EF4-FFF2-40B4-BE49-F238E27FC236}">
                    <a16:creationId xmlns:a16="http://schemas.microsoft.com/office/drawing/2014/main" id="{77572F51-E53D-4495-AF25-B25AE5D6D09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052859" y="3855811"/>
                <a:ext cx="1379875" cy="1180297"/>
              </a:xfrm>
              <a:custGeom>
                <a:avLst/>
                <a:gdLst>
                  <a:gd name="T0" fmla="*/ 54 w 296"/>
                  <a:gd name="T1" fmla="*/ 195 h 253"/>
                  <a:gd name="T2" fmla="*/ 296 w 296"/>
                  <a:gd name="T3" fmla="*/ 55 h 253"/>
                  <a:gd name="T4" fmla="*/ 119 w 296"/>
                  <a:gd name="T5" fmla="*/ 0 h 253"/>
                  <a:gd name="T6" fmla="*/ 0 w 296"/>
                  <a:gd name="T7" fmla="*/ 24 h 253"/>
                  <a:gd name="T8" fmla="*/ 0 w 296"/>
                  <a:gd name="T9" fmla="*/ 253 h 253"/>
                  <a:gd name="T10" fmla="*/ 54 w 296"/>
                  <a:gd name="T11" fmla="*/ 195 h 253"/>
                  <a:gd name="connsiteX0" fmla="*/ 0 w 10000"/>
                  <a:gd name="connsiteY0" fmla="*/ 10000 h 10574"/>
                  <a:gd name="connsiteX1" fmla="*/ 1824 w 10000"/>
                  <a:gd name="connsiteY1" fmla="*/ 7708 h 10574"/>
                  <a:gd name="connsiteX2" fmla="*/ 10000 w 10000"/>
                  <a:gd name="connsiteY2" fmla="*/ 2174 h 10574"/>
                  <a:gd name="connsiteX3" fmla="*/ 4020 w 10000"/>
                  <a:gd name="connsiteY3" fmla="*/ 0 h 10574"/>
                  <a:gd name="connsiteX4" fmla="*/ 0 w 10000"/>
                  <a:gd name="connsiteY4" fmla="*/ 949 h 10574"/>
                  <a:gd name="connsiteX5" fmla="*/ 491 w 10000"/>
                  <a:gd name="connsiteY5" fmla="*/ 10574 h 10574"/>
                  <a:gd name="connsiteX0" fmla="*/ 0 w 10000"/>
                  <a:gd name="connsiteY0" fmla="*/ 10000 h 10000"/>
                  <a:gd name="connsiteX1" fmla="*/ 1824 w 10000"/>
                  <a:gd name="connsiteY1" fmla="*/ 7708 h 10000"/>
                  <a:gd name="connsiteX2" fmla="*/ 10000 w 10000"/>
                  <a:gd name="connsiteY2" fmla="*/ 2174 h 10000"/>
                  <a:gd name="connsiteX3" fmla="*/ 4020 w 10000"/>
                  <a:gd name="connsiteY3" fmla="*/ 0 h 10000"/>
                  <a:gd name="connsiteX4" fmla="*/ 0 w 10000"/>
                  <a:gd name="connsiteY4" fmla="*/ 949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10000"/>
                    </a:moveTo>
                    <a:cubicBezTo>
                      <a:pt x="372" y="9051"/>
                      <a:pt x="1014" y="8221"/>
                      <a:pt x="1824" y="7708"/>
                    </a:cubicBezTo>
                    <a:lnTo>
                      <a:pt x="10000" y="2174"/>
                    </a:lnTo>
                    <a:cubicBezTo>
                      <a:pt x="8243" y="751"/>
                      <a:pt x="6182" y="0"/>
                      <a:pt x="4020" y="0"/>
                    </a:cubicBezTo>
                    <a:cubicBezTo>
                      <a:pt x="2635" y="0"/>
                      <a:pt x="1284" y="316"/>
                      <a:pt x="0" y="949"/>
                    </a:cubicBezTo>
                  </a:path>
                </a:pathLst>
              </a:custGeom>
              <a:solidFill>
                <a:schemeClr val="accent4"/>
              </a:solidFill>
              <a:ln w="9525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72" name="Freeform 211">
                <a:extLst>
                  <a:ext uri="{FF2B5EF4-FFF2-40B4-BE49-F238E27FC236}">
                    <a16:creationId xmlns:a16="http://schemas.microsoft.com/office/drawing/2014/main" id="{848B85CD-C9A5-4635-A1CE-6A92FC7FA0C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71783" y="3995772"/>
                <a:ext cx="923022" cy="1656141"/>
              </a:xfrm>
              <a:custGeom>
                <a:avLst/>
                <a:gdLst>
                  <a:gd name="T0" fmla="*/ 0 w 198"/>
                  <a:gd name="T1" fmla="*/ 240 h 355"/>
                  <a:gd name="T2" fmla="*/ 198 w 198"/>
                  <a:gd name="T3" fmla="*/ 355 h 355"/>
                  <a:gd name="T4" fmla="*/ 175 w 198"/>
                  <a:gd name="T5" fmla="*/ 280 h 355"/>
                  <a:gd name="T6" fmla="*/ 175 w 198"/>
                  <a:gd name="T7" fmla="*/ 0 h 355"/>
                  <a:gd name="T8" fmla="*/ 0 w 198"/>
                  <a:gd name="T9" fmla="*/ 240 h 355"/>
                  <a:gd name="connsiteX0" fmla="*/ 10000 w 10734"/>
                  <a:gd name="connsiteY0" fmla="*/ 10000 h 10409"/>
                  <a:gd name="connsiteX1" fmla="*/ 8838 w 10734"/>
                  <a:gd name="connsiteY1" fmla="*/ 7887 h 10409"/>
                  <a:gd name="connsiteX2" fmla="*/ 8838 w 10734"/>
                  <a:gd name="connsiteY2" fmla="*/ 0 h 10409"/>
                  <a:gd name="connsiteX3" fmla="*/ 0 w 10734"/>
                  <a:gd name="connsiteY3" fmla="*/ 6761 h 10409"/>
                  <a:gd name="connsiteX4" fmla="*/ 10734 w 10734"/>
                  <a:gd name="connsiteY4" fmla="*/ 10409 h 10409"/>
                  <a:gd name="connsiteX0" fmla="*/ 10000 w 10000"/>
                  <a:gd name="connsiteY0" fmla="*/ 10000 h 10000"/>
                  <a:gd name="connsiteX1" fmla="*/ 8838 w 10000"/>
                  <a:gd name="connsiteY1" fmla="*/ 7887 h 10000"/>
                  <a:gd name="connsiteX2" fmla="*/ 8838 w 10000"/>
                  <a:gd name="connsiteY2" fmla="*/ 0 h 10000"/>
                  <a:gd name="connsiteX3" fmla="*/ 0 w 10000"/>
                  <a:gd name="connsiteY3" fmla="*/ 6761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0000">
                    <a:moveTo>
                      <a:pt x="10000" y="10000"/>
                    </a:moveTo>
                    <a:cubicBezTo>
                      <a:pt x="9293" y="9380"/>
                      <a:pt x="8838" y="8648"/>
                      <a:pt x="8838" y="7887"/>
                    </a:cubicBezTo>
                    <a:lnTo>
                      <a:pt x="8838" y="0"/>
                    </a:lnTo>
                    <a:cubicBezTo>
                      <a:pt x="4040" y="1268"/>
                      <a:pt x="657" y="3831"/>
                      <a:pt x="0" y="6761"/>
                    </a:cubicBezTo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73" name="Freeform 212">
                <a:extLst>
                  <a:ext uri="{FF2B5EF4-FFF2-40B4-BE49-F238E27FC236}">
                    <a16:creationId xmlns:a16="http://schemas.microsoft.com/office/drawing/2014/main" id="{320F29A1-C8B8-4CC2-9E32-0FD42CC80C4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82478" y="5572598"/>
                <a:ext cx="1379875" cy="1180297"/>
              </a:xfrm>
              <a:custGeom>
                <a:avLst/>
                <a:gdLst>
                  <a:gd name="T0" fmla="*/ 242 w 296"/>
                  <a:gd name="T1" fmla="*/ 58 h 253"/>
                  <a:gd name="T2" fmla="*/ 0 w 296"/>
                  <a:gd name="T3" fmla="*/ 198 h 253"/>
                  <a:gd name="T4" fmla="*/ 177 w 296"/>
                  <a:gd name="T5" fmla="*/ 253 h 253"/>
                  <a:gd name="T6" fmla="*/ 296 w 296"/>
                  <a:gd name="T7" fmla="*/ 229 h 253"/>
                  <a:gd name="T8" fmla="*/ 296 w 296"/>
                  <a:gd name="T9" fmla="*/ 0 h 253"/>
                  <a:gd name="T10" fmla="*/ 242 w 296"/>
                  <a:gd name="T11" fmla="*/ 58 h 253"/>
                  <a:gd name="connsiteX0" fmla="*/ 10000 w 10491"/>
                  <a:gd name="connsiteY0" fmla="*/ 0 h 10000"/>
                  <a:gd name="connsiteX1" fmla="*/ 8176 w 10491"/>
                  <a:gd name="connsiteY1" fmla="*/ 2292 h 10000"/>
                  <a:gd name="connsiteX2" fmla="*/ 0 w 10491"/>
                  <a:gd name="connsiteY2" fmla="*/ 7826 h 10000"/>
                  <a:gd name="connsiteX3" fmla="*/ 5980 w 10491"/>
                  <a:gd name="connsiteY3" fmla="*/ 10000 h 10000"/>
                  <a:gd name="connsiteX4" fmla="*/ 10000 w 10491"/>
                  <a:gd name="connsiteY4" fmla="*/ 9051 h 10000"/>
                  <a:gd name="connsiteX5" fmla="*/ 10491 w 10491"/>
                  <a:gd name="connsiteY5" fmla="*/ 574 h 10000"/>
                  <a:gd name="connsiteX0" fmla="*/ 10000 w 10000"/>
                  <a:gd name="connsiteY0" fmla="*/ 0 h 10000"/>
                  <a:gd name="connsiteX1" fmla="*/ 8176 w 10000"/>
                  <a:gd name="connsiteY1" fmla="*/ 2292 h 10000"/>
                  <a:gd name="connsiteX2" fmla="*/ 0 w 10000"/>
                  <a:gd name="connsiteY2" fmla="*/ 7826 h 10000"/>
                  <a:gd name="connsiteX3" fmla="*/ 5980 w 10000"/>
                  <a:gd name="connsiteY3" fmla="*/ 10000 h 10000"/>
                  <a:gd name="connsiteX4" fmla="*/ 10000 w 10000"/>
                  <a:gd name="connsiteY4" fmla="*/ 9051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10000" y="0"/>
                    </a:moveTo>
                    <a:cubicBezTo>
                      <a:pt x="9628" y="949"/>
                      <a:pt x="8986" y="1779"/>
                      <a:pt x="8176" y="2292"/>
                    </a:cubicBezTo>
                    <a:lnTo>
                      <a:pt x="0" y="7826"/>
                    </a:lnTo>
                    <a:cubicBezTo>
                      <a:pt x="1757" y="9249"/>
                      <a:pt x="3818" y="10000"/>
                      <a:pt x="5980" y="10000"/>
                    </a:cubicBezTo>
                    <a:cubicBezTo>
                      <a:pt x="7365" y="10000"/>
                      <a:pt x="8716" y="9684"/>
                      <a:pt x="10000" y="9051"/>
                    </a:cubicBezTo>
                  </a:path>
                </a:pathLst>
              </a:custGeom>
              <a:solidFill>
                <a:schemeClr val="accent4"/>
              </a:solidFill>
              <a:ln w="9525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74" name="Freeform 213">
                <a:extLst>
                  <a:ext uri="{FF2B5EF4-FFF2-40B4-BE49-F238E27FC236}">
                    <a16:creationId xmlns:a16="http://schemas.microsoft.com/office/drawing/2014/main" id="{33D8E159-2441-48B9-B898-71D8CE5B8EC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565652" y="4154388"/>
                <a:ext cx="1491754" cy="1268930"/>
              </a:xfrm>
              <a:custGeom>
                <a:avLst/>
                <a:gdLst>
                  <a:gd name="T0" fmla="*/ 77 w 320"/>
                  <a:gd name="T1" fmla="*/ 132 h 272"/>
                  <a:gd name="T2" fmla="*/ 319 w 320"/>
                  <a:gd name="T3" fmla="*/ 272 h 272"/>
                  <a:gd name="T4" fmla="*/ 320 w 320"/>
                  <a:gd name="T5" fmla="*/ 246 h 272"/>
                  <a:gd name="T6" fmla="*/ 198 w 320"/>
                  <a:gd name="T7" fmla="*/ 0 h 272"/>
                  <a:gd name="T8" fmla="*/ 0 w 320"/>
                  <a:gd name="T9" fmla="*/ 114 h 272"/>
                  <a:gd name="T10" fmla="*/ 9 w 320"/>
                  <a:gd name="T11" fmla="*/ 114 h 272"/>
                  <a:gd name="T12" fmla="*/ 77 w 320"/>
                  <a:gd name="T13" fmla="*/ 13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0" h="272">
                    <a:moveTo>
                      <a:pt x="77" y="132"/>
                    </a:moveTo>
                    <a:cubicBezTo>
                      <a:pt x="319" y="272"/>
                      <a:pt x="319" y="272"/>
                      <a:pt x="319" y="272"/>
                    </a:cubicBezTo>
                    <a:cubicBezTo>
                      <a:pt x="319" y="263"/>
                      <a:pt x="320" y="255"/>
                      <a:pt x="320" y="246"/>
                    </a:cubicBezTo>
                    <a:cubicBezTo>
                      <a:pt x="320" y="149"/>
                      <a:pt x="275" y="59"/>
                      <a:pt x="198" y="0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3" y="114"/>
                      <a:pt x="6" y="114"/>
                      <a:pt x="9" y="114"/>
                    </a:cubicBezTo>
                    <a:cubicBezTo>
                      <a:pt x="33" y="114"/>
                      <a:pt x="56" y="120"/>
                      <a:pt x="77" y="132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 cmpd="sng" algn="ctr">
                <a:solidFill>
                  <a:schemeClr val="bg2">
                    <a:lumMod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02F03375-4E90-D043-8642-B6261DD10BF5}"/>
                </a:ext>
              </a:extLst>
            </p:cNvPr>
            <p:cNvGrpSpPr/>
            <p:nvPr/>
          </p:nvGrpSpPr>
          <p:grpSpPr bwMode="gray">
            <a:xfrm>
              <a:off x="4587507" y="1666385"/>
              <a:ext cx="3222208" cy="3497690"/>
              <a:chOff x="4590682" y="2481923"/>
              <a:chExt cx="3222208" cy="3497690"/>
            </a:xfrm>
          </p:grpSpPr>
          <p:grpSp>
            <p:nvGrpSpPr>
              <p:cNvPr id="51" name="Gruppieren 50">
                <a:extLst>
                  <a:ext uri="{FF2B5EF4-FFF2-40B4-BE49-F238E27FC236}">
                    <a16:creationId xmlns:a16="http://schemas.microsoft.com/office/drawing/2014/main" id="{BD35B94B-1CD7-4C5B-8854-DCB9B0886F6E}"/>
                  </a:ext>
                </a:extLst>
              </p:cNvPr>
              <p:cNvGrpSpPr/>
              <p:nvPr/>
            </p:nvGrpSpPr>
            <p:grpSpPr bwMode="gray">
              <a:xfrm>
                <a:off x="7073671" y="3042524"/>
                <a:ext cx="739219" cy="634128"/>
                <a:chOff x="4092369" y="2908919"/>
                <a:chExt cx="739219" cy="634128"/>
              </a:xfrm>
            </p:grpSpPr>
            <p:sp>
              <p:nvSpPr>
                <p:cNvPr id="67" name="Textfeld 20">
                  <a:extLst>
                    <a:ext uri="{FF2B5EF4-FFF2-40B4-BE49-F238E27FC236}">
                      <a16:creationId xmlns:a16="http://schemas.microsoft.com/office/drawing/2014/main" id="{1DCBFAF7-1AD1-4603-842C-93EA74E4BBF2}"/>
                    </a:ext>
                  </a:extLst>
                </p:cNvPr>
                <p:cNvSpPr txBox="1"/>
                <p:nvPr/>
              </p:nvSpPr>
              <p:spPr bwMode="gray">
                <a:xfrm>
                  <a:off x="4092369" y="3108248"/>
                  <a:ext cx="739219" cy="4347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000" dirty="0">
                      <a:solidFill>
                        <a:schemeClr val="bg1"/>
                      </a:solidFill>
                    </a:rPr>
                    <a:t>Lorem </a:t>
                  </a:r>
                  <a:br>
                    <a:rPr lang="en-GB" sz="1000" dirty="0">
                      <a:solidFill>
                        <a:schemeClr val="bg1"/>
                      </a:solidFill>
                    </a:rPr>
                  </a:br>
                  <a:r>
                    <a:rPr lang="en-GB" sz="1000" dirty="0">
                      <a:solidFill>
                        <a:schemeClr val="bg1"/>
                      </a:solidFill>
                    </a:rPr>
                    <a:t>ipsum </a:t>
                  </a:r>
                  <a:br>
                    <a:rPr lang="en-GB" sz="1000" dirty="0">
                      <a:solidFill>
                        <a:schemeClr val="bg1"/>
                      </a:solidFill>
                    </a:rPr>
                  </a:br>
                  <a:r>
                    <a:rPr lang="en-GB" sz="1000" dirty="0" err="1">
                      <a:solidFill>
                        <a:schemeClr val="bg1"/>
                      </a:solidFill>
                    </a:rPr>
                    <a:t>dolor</a:t>
                  </a:r>
                  <a:r>
                    <a:rPr lang="en-GB" sz="1000" dirty="0">
                      <a:solidFill>
                        <a:schemeClr val="bg1"/>
                      </a:solidFill>
                    </a:rPr>
                    <a:t> sit</a:t>
                  </a:r>
                </a:p>
              </p:txBody>
            </p:sp>
            <p:sp>
              <p:nvSpPr>
                <p:cNvPr id="68" name="Textfeld 21">
                  <a:extLst>
                    <a:ext uri="{FF2B5EF4-FFF2-40B4-BE49-F238E27FC236}">
                      <a16:creationId xmlns:a16="http://schemas.microsoft.com/office/drawing/2014/main" id="{A7A210F6-1047-4391-A881-2513E23965C0}"/>
                    </a:ext>
                  </a:extLst>
                </p:cNvPr>
                <p:cNvSpPr txBox="1"/>
                <p:nvPr/>
              </p:nvSpPr>
              <p:spPr bwMode="gray">
                <a:xfrm>
                  <a:off x="4092369" y="2908919"/>
                  <a:ext cx="739219" cy="17391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200" dirty="0">
                      <a:solidFill>
                        <a:schemeClr val="bg1"/>
                      </a:solidFill>
                    </a:rPr>
                    <a:t>01</a:t>
                  </a:r>
                </a:p>
              </p:txBody>
            </p:sp>
          </p:grpSp>
          <p:grpSp>
            <p:nvGrpSpPr>
              <p:cNvPr id="52" name="Gruppieren 51">
                <a:extLst>
                  <a:ext uri="{FF2B5EF4-FFF2-40B4-BE49-F238E27FC236}">
                    <a16:creationId xmlns:a16="http://schemas.microsoft.com/office/drawing/2014/main" id="{D9016EA5-E4F0-4ACB-888C-AFB9BAFDD701}"/>
                  </a:ext>
                </a:extLst>
              </p:cNvPr>
              <p:cNvGrpSpPr/>
              <p:nvPr/>
            </p:nvGrpSpPr>
            <p:grpSpPr bwMode="gray">
              <a:xfrm>
                <a:off x="7073671" y="4487329"/>
                <a:ext cx="739219" cy="561662"/>
                <a:chOff x="4092369" y="2908919"/>
                <a:chExt cx="739219" cy="561662"/>
              </a:xfrm>
            </p:grpSpPr>
            <p:sp>
              <p:nvSpPr>
                <p:cNvPr id="65" name="Textfeld 24">
                  <a:extLst>
                    <a:ext uri="{FF2B5EF4-FFF2-40B4-BE49-F238E27FC236}">
                      <a16:creationId xmlns:a16="http://schemas.microsoft.com/office/drawing/2014/main" id="{16767906-C399-40CA-AD5E-859EFD0CAE2A}"/>
                    </a:ext>
                  </a:extLst>
                </p:cNvPr>
                <p:cNvSpPr txBox="1"/>
                <p:nvPr/>
              </p:nvSpPr>
              <p:spPr bwMode="gray">
                <a:xfrm>
                  <a:off x="4092369" y="3180715"/>
                  <a:ext cx="739219" cy="2898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0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Lorem ipsum </a:t>
                  </a:r>
                  <a:br>
                    <a:rPr lang="en-GB" sz="1000" dirty="0"/>
                  </a:br>
                  <a:r>
                    <a:rPr lang="en-GB" sz="1000" dirty="0" err="1">
                      <a:solidFill>
                        <a:schemeClr val="tx2">
                          <a:lumMod val="100000"/>
                        </a:schemeClr>
                      </a:solidFill>
                    </a:rPr>
                    <a:t>dolor</a:t>
                  </a:r>
                  <a:r>
                    <a:rPr lang="en-GB" sz="10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 sit</a:t>
                  </a:r>
                </a:p>
              </p:txBody>
            </p:sp>
            <p:sp>
              <p:nvSpPr>
                <p:cNvPr id="66" name="Textfeld 25">
                  <a:extLst>
                    <a:ext uri="{FF2B5EF4-FFF2-40B4-BE49-F238E27FC236}">
                      <a16:creationId xmlns:a16="http://schemas.microsoft.com/office/drawing/2014/main" id="{46C3EF79-748E-4BDC-A595-E45C74E0A548}"/>
                    </a:ext>
                  </a:extLst>
                </p:cNvPr>
                <p:cNvSpPr txBox="1"/>
                <p:nvPr/>
              </p:nvSpPr>
              <p:spPr bwMode="gray">
                <a:xfrm>
                  <a:off x="4092369" y="2908919"/>
                  <a:ext cx="739219" cy="17392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2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02</a:t>
                  </a:r>
                </a:p>
              </p:txBody>
            </p:sp>
          </p:grpSp>
          <p:grpSp>
            <p:nvGrpSpPr>
              <p:cNvPr id="53" name="Gruppieren 52">
                <a:extLst>
                  <a:ext uri="{FF2B5EF4-FFF2-40B4-BE49-F238E27FC236}">
                    <a16:creationId xmlns:a16="http://schemas.microsoft.com/office/drawing/2014/main" id="{FBAABC0A-59AF-47C2-84F8-117DBE7A700A}"/>
                  </a:ext>
                </a:extLst>
              </p:cNvPr>
              <p:cNvGrpSpPr/>
              <p:nvPr/>
            </p:nvGrpSpPr>
            <p:grpSpPr bwMode="gray">
              <a:xfrm>
                <a:off x="6099175" y="5345485"/>
                <a:ext cx="739219" cy="634128"/>
                <a:chOff x="4092369" y="2908919"/>
                <a:chExt cx="739219" cy="634128"/>
              </a:xfrm>
            </p:grpSpPr>
            <p:sp>
              <p:nvSpPr>
                <p:cNvPr id="63" name="Textfeld 27">
                  <a:extLst>
                    <a:ext uri="{FF2B5EF4-FFF2-40B4-BE49-F238E27FC236}">
                      <a16:creationId xmlns:a16="http://schemas.microsoft.com/office/drawing/2014/main" id="{66E653C6-9283-4135-B8C6-0D545B43E6BE}"/>
                    </a:ext>
                  </a:extLst>
                </p:cNvPr>
                <p:cNvSpPr txBox="1"/>
                <p:nvPr/>
              </p:nvSpPr>
              <p:spPr bwMode="gray">
                <a:xfrm>
                  <a:off x="4092369" y="3108248"/>
                  <a:ext cx="739219" cy="4347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0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Lorem </a:t>
                  </a:r>
                  <a:br>
                    <a:rPr lang="en-GB" sz="1000" dirty="0"/>
                  </a:br>
                  <a:r>
                    <a:rPr lang="en-GB" sz="10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ipsum </a:t>
                  </a:r>
                  <a:br>
                    <a:rPr lang="en-GB" sz="1000" dirty="0"/>
                  </a:br>
                  <a:r>
                    <a:rPr lang="en-GB" sz="1000" dirty="0" err="1">
                      <a:solidFill>
                        <a:schemeClr val="tx2">
                          <a:lumMod val="100000"/>
                        </a:schemeClr>
                      </a:solidFill>
                    </a:rPr>
                    <a:t>dolor</a:t>
                  </a:r>
                  <a:r>
                    <a:rPr lang="en-GB" sz="10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 sit</a:t>
                  </a:r>
                </a:p>
              </p:txBody>
            </p:sp>
            <p:sp>
              <p:nvSpPr>
                <p:cNvPr id="64" name="Textfeld 28">
                  <a:extLst>
                    <a:ext uri="{FF2B5EF4-FFF2-40B4-BE49-F238E27FC236}">
                      <a16:creationId xmlns:a16="http://schemas.microsoft.com/office/drawing/2014/main" id="{41D6CA37-6D3C-4595-BA7B-09E1620992D4}"/>
                    </a:ext>
                  </a:extLst>
                </p:cNvPr>
                <p:cNvSpPr txBox="1"/>
                <p:nvPr/>
              </p:nvSpPr>
              <p:spPr bwMode="gray">
                <a:xfrm>
                  <a:off x="4092369" y="2908919"/>
                  <a:ext cx="739219" cy="17392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2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03</a:t>
                  </a:r>
                </a:p>
              </p:txBody>
            </p:sp>
          </p:grpSp>
          <p:grpSp>
            <p:nvGrpSpPr>
              <p:cNvPr id="54" name="Gruppieren 53">
                <a:extLst>
                  <a:ext uri="{FF2B5EF4-FFF2-40B4-BE49-F238E27FC236}">
                    <a16:creationId xmlns:a16="http://schemas.microsoft.com/office/drawing/2014/main" id="{04125BAC-8401-430F-8087-011768415ACA}"/>
                  </a:ext>
                </a:extLst>
              </p:cNvPr>
              <p:cNvGrpSpPr/>
              <p:nvPr/>
            </p:nvGrpSpPr>
            <p:grpSpPr bwMode="gray">
              <a:xfrm>
                <a:off x="4590682" y="4641495"/>
                <a:ext cx="739219" cy="634128"/>
                <a:chOff x="4092369" y="2908919"/>
                <a:chExt cx="739219" cy="634128"/>
              </a:xfrm>
            </p:grpSpPr>
            <p:sp>
              <p:nvSpPr>
                <p:cNvPr id="61" name="Textfeld 30">
                  <a:extLst>
                    <a:ext uri="{FF2B5EF4-FFF2-40B4-BE49-F238E27FC236}">
                      <a16:creationId xmlns:a16="http://schemas.microsoft.com/office/drawing/2014/main" id="{3033CED8-E685-4895-A9B8-07B40D35FF98}"/>
                    </a:ext>
                  </a:extLst>
                </p:cNvPr>
                <p:cNvSpPr txBox="1"/>
                <p:nvPr/>
              </p:nvSpPr>
              <p:spPr bwMode="gray">
                <a:xfrm>
                  <a:off x="4092369" y="3108248"/>
                  <a:ext cx="739219" cy="4347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0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Lorem </a:t>
                  </a:r>
                  <a:br>
                    <a:rPr lang="en-GB" sz="1000" dirty="0"/>
                  </a:br>
                  <a:r>
                    <a:rPr lang="en-GB" sz="10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ipsum </a:t>
                  </a:r>
                  <a:br>
                    <a:rPr lang="en-GB" sz="1000" dirty="0"/>
                  </a:br>
                  <a:r>
                    <a:rPr lang="en-GB" sz="1000" dirty="0" err="1">
                      <a:solidFill>
                        <a:schemeClr val="tx2">
                          <a:lumMod val="100000"/>
                        </a:schemeClr>
                      </a:solidFill>
                    </a:rPr>
                    <a:t>dolor</a:t>
                  </a:r>
                  <a:r>
                    <a:rPr lang="en-GB" sz="10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 sit</a:t>
                  </a:r>
                </a:p>
              </p:txBody>
            </p:sp>
            <p:sp>
              <p:nvSpPr>
                <p:cNvPr id="62" name="Textfeld 31">
                  <a:extLst>
                    <a:ext uri="{FF2B5EF4-FFF2-40B4-BE49-F238E27FC236}">
                      <a16:creationId xmlns:a16="http://schemas.microsoft.com/office/drawing/2014/main" id="{EC7DCB37-C22B-45BC-9F6D-1B52A3293626}"/>
                    </a:ext>
                  </a:extLst>
                </p:cNvPr>
                <p:cNvSpPr txBox="1"/>
                <p:nvPr/>
              </p:nvSpPr>
              <p:spPr bwMode="gray">
                <a:xfrm>
                  <a:off x="4092369" y="2908919"/>
                  <a:ext cx="739219" cy="17392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2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04</a:t>
                  </a:r>
                </a:p>
              </p:txBody>
            </p:sp>
          </p:grpSp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85F02C9D-F467-4D39-925F-FF49DB0954AE}"/>
                  </a:ext>
                </a:extLst>
              </p:cNvPr>
              <p:cNvGrpSpPr/>
              <p:nvPr/>
            </p:nvGrpSpPr>
            <p:grpSpPr bwMode="gray">
              <a:xfrm>
                <a:off x="4590682" y="3316139"/>
                <a:ext cx="739219" cy="634128"/>
                <a:chOff x="4092369" y="2908919"/>
                <a:chExt cx="739219" cy="634128"/>
              </a:xfrm>
            </p:grpSpPr>
            <p:sp>
              <p:nvSpPr>
                <p:cNvPr id="59" name="Textfeld 33">
                  <a:extLst>
                    <a:ext uri="{FF2B5EF4-FFF2-40B4-BE49-F238E27FC236}">
                      <a16:creationId xmlns:a16="http://schemas.microsoft.com/office/drawing/2014/main" id="{C7A9064E-029D-4ADF-AEB2-D79058BD585B}"/>
                    </a:ext>
                  </a:extLst>
                </p:cNvPr>
                <p:cNvSpPr txBox="1"/>
                <p:nvPr/>
              </p:nvSpPr>
              <p:spPr bwMode="gray">
                <a:xfrm>
                  <a:off x="4092369" y="3108248"/>
                  <a:ext cx="739219" cy="4347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0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Lorem </a:t>
                  </a:r>
                  <a:br>
                    <a:rPr lang="en-GB" sz="1000" dirty="0"/>
                  </a:br>
                  <a:r>
                    <a:rPr lang="en-GB" sz="10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ipsum </a:t>
                  </a:r>
                  <a:br>
                    <a:rPr lang="en-GB" sz="1000" dirty="0"/>
                  </a:br>
                  <a:r>
                    <a:rPr lang="en-GB" sz="1000" dirty="0" err="1">
                      <a:solidFill>
                        <a:schemeClr val="tx2">
                          <a:lumMod val="100000"/>
                        </a:schemeClr>
                      </a:solidFill>
                    </a:rPr>
                    <a:t>dolor</a:t>
                  </a:r>
                  <a:r>
                    <a:rPr lang="en-GB" sz="10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 sit</a:t>
                  </a:r>
                </a:p>
              </p:txBody>
            </p:sp>
            <p:sp>
              <p:nvSpPr>
                <p:cNvPr id="60" name="Textfeld 34">
                  <a:extLst>
                    <a:ext uri="{FF2B5EF4-FFF2-40B4-BE49-F238E27FC236}">
                      <a16:creationId xmlns:a16="http://schemas.microsoft.com/office/drawing/2014/main" id="{5DD2D86E-2E82-4C17-B0ED-9D11A8E2F820}"/>
                    </a:ext>
                  </a:extLst>
                </p:cNvPr>
                <p:cNvSpPr txBox="1"/>
                <p:nvPr/>
              </p:nvSpPr>
              <p:spPr bwMode="gray">
                <a:xfrm>
                  <a:off x="4092369" y="2908919"/>
                  <a:ext cx="739219" cy="17392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2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05</a:t>
                  </a:r>
                </a:p>
              </p:txBody>
            </p:sp>
          </p:grpSp>
          <p:grpSp>
            <p:nvGrpSpPr>
              <p:cNvPr id="56" name="Gruppieren 55">
                <a:extLst>
                  <a:ext uri="{FF2B5EF4-FFF2-40B4-BE49-F238E27FC236}">
                    <a16:creationId xmlns:a16="http://schemas.microsoft.com/office/drawing/2014/main" id="{C1FF98C1-50B6-434A-BDFD-B576F28E953D}"/>
                  </a:ext>
                </a:extLst>
              </p:cNvPr>
              <p:cNvGrpSpPr/>
              <p:nvPr/>
            </p:nvGrpSpPr>
            <p:grpSpPr bwMode="gray">
              <a:xfrm>
                <a:off x="5611144" y="2481923"/>
                <a:ext cx="739219" cy="561662"/>
                <a:chOff x="4092369" y="2908919"/>
                <a:chExt cx="739219" cy="561662"/>
              </a:xfrm>
            </p:grpSpPr>
            <p:sp>
              <p:nvSpPr>
                <p:cNvPr id="57" name="Textfeld 36">
                  <a:extLst>
                    <a:ext uri="{FF2B5EF4-FFF2-40B4-BE49-F238E27FC236}">
                      <a16:creationId xmlns:a16="http://schemas.microsoft.com/office/drawing/2014/main" id="{92E606F5-469B-436A-A1EF-F86DED93C4C8}"/>
                    </a:ext>
                  </a:extLst>
                </p:cNvPr>
                <p:cNvSpPr txBox="1"/>
                <p:nvPr/>
              </p:nvSpPr>
              <p:spPr bwMode="gray">
                <a:xfrm>
                  <a:off x="4092369" y="3180715"/>
                  <a:ext cx="739219" cy="2898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0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Lorem ipsum </a:t>
                  </a:r>
                  <a:br>
                    <a:rPr lang="en-GB" sz="1000" dirty="0"/>
                  </a:br>
                  <a:r>
                    <a:rPr lang="en-GB" sz="1000" dirty="0" err="1">
                      <a:solidFill>
                        <a:schemeClr val="tx2">
                          <a:lumMod val="100000"/>
                        </a:schemeClr>
                      </a:solidFill>
                    </a:rPr>
                    <a:t>dolor</a:t>
                  </a:r>
                  <a:r>
                    <a:rPr lang="en-GB" sz="10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 sit</a:t>
                  </a:r>
                </a:p>
              </p:txBody>
            </p:sp>
            <p:sp>
              <p:nvSpPr>
                <p:cNvPr id="58" name="Textfeld 37">
                  <a:extLst>
                    <a:ext uri="{FF2B5EF4-FFF2-40B4-BE49-F238E27FC236}">
                      <a16:creationId xmlns:a16="http://schemas.microsoft.com/office/drawing/2014/main" id="{270F6F1E-32D4-4B8A-A43A-DA362B99A2CE}"/>
                    </a:ext>
                  </a:extLst>
                </p:cNvPr>
                <p:cNvSpPr txBox="1"/>
                <p:nvPr/>
              </p:nvSpPr>
              <p:spPr bwMode="gray">
                <a:xfrm>
                  <a:off x="4092369" y="2908919"/>
                  <a:ext cx="739219" cy="17392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1200" dirty="0">
                      <a:solidFill>
                        <a:schemeClr val="tx2">
                          <a:lumMod val="100000"/>
                        </a:schemeClr>
                      </a:solidFill>
                    </a:rPr>
                    <a:t>06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585548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879129F-D23D-3855-0650-8D9A8D9DD9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2242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79129F-D23D-3855-0650-8D9A8D9DD9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>
            <a:extLst>
              <a:ext uri="{FF2B5EF4-FFF2-40B4-BE49-F238E27FC236}">
                <a16:creationId xmlns:a16="http://schemas.microsoft.com/office/drawing/2014/main" id="{F9CB9135-D417-4A69-D8FC-469516A1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B19F10-B8FC-C1F2-E799-279BB0AB89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90</a:t>
            </a:fld>
            <a:endParaRPr lang="en-GB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B07CBE53-CFAE-0073-C413-9C90E38A55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C07E67D-53A7-4981-550C-D49A200A373B}"/>
              </a:ext>
            </a:extLst>
          </p:cNvPr>
          <p:cNvSpPr>
            <a:spLocks/>
          </p:cNvSpPr>
          <p:nvPr/>
        </p:nvSpPr>
        <p:spPr>
          <a:xfrm>
            <a:off x="549908" y="4673600"/>
            <a:ext cx="3580781" cy="1104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t">
            <a:noAutofit/>
          </a:bodyPr>
          <a:lstStyle/>
          <a:p>
            <a:r>
              <a:rPr lang="en-GB" sz="3200" b="1" dirty="0">
                <a:solidFill>
                  <a:schemeClr val="tx2">
                    <a:lumMod val="100000"/>
                  </a:schemeClr>
                </a:solidFill>
              </a:rPr>
              <a:t>XX%</a:t>
            </a:r>
          </a:p>
          <a:p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11AC2B0-FEDA-FBDE-BBAB-EFE9EBFF550B}"/>
              </a:ext>
            </a:extLst>
          </p:cNvPr>
          <p:cNvSpPr>
            <a:spLocks/>
          </p:cNvSpPr>
          <p:nvPr/>
        </p:nvSpPr>
        <p:spPr>
          <a:xfrm>
            <a:off x="4310688" y="3429000"/>
            <a:ext cx="3580781" cy="2349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t">
            <a:noAutofit/>
          </a:bodyPr>
          <a:lstStyle/>
          <a:p>
            <a:r>
              <a:rPr lang="en-GB" sz="3200" b="1" dirty="0">
                <a:solidFill>
                  <a:schemeClr val="tx2">
                    <a:lumMod val="100000"/>
                  </a:schemeClr>
                </a:solidFill>
              </a:rPr>
              <a:t>XX%</a:t>
            </a:r>
          </a:p>
          <a:p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232A03B-AF30-6091-BDC1-58F7AFAC0055}"/>
              </a:ext>
            </a:extLst>
          </p:cNvPr>
          <p:cNvSpPr>
            <a:spLocks/>
          </p:cNvSpPr>
          <p:nvPr/>
        </p:nvSpPr>
        <p:spPr>
          <a:xfrm>
            <a:off x="8071469" y="1617663"/>
            <a:ext cx="3580781" cy="41506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t">
            <a:noAutofit/>
          </a:bodyPr>
          <a:lstStyle/>
          <a:p>
            <a:pPr algn="l"/>
            <a:r>
              <a:rPr lang="en-GB" sz="3200" b="1" dirty="0">
                <a:solidFill>
                  <a:schemeClr val="tx2">
                    <a:lumMod val="100000"/>
                  </a:schemeClr>
                </a:solidFill>
              </a:rPr>
              <a:t>XX%</a:t>
            </a:r>
          </a:p>
          <a:p>
            <a:pPr algn="l"/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id="{BED961CB-DD01-6B24-DD05-7A8E62E262B3}"/>
              </a:ext>
            </a:extLst>
          </p:cNvPr>
          <p:cNvSpPr txBox="1">
            <a:spLocks/>
          </p:cNvSpPr>
          <p:nvPr/>
        </p:nvSpPr>
        <p:spPr>
          <a:xfrm>
            <a:off x="544145" y="1621546"/>
            <a:ext cx="6747609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28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28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2800" b="1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28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br>
              <a:rPr lang="en-GB" sz="2800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2800" b="1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sz="2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2800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sz="2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2800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sz="2800" dirty="0">
                <a:solidFill>
                  <a:schemeClr val="tx2">
                    <a:lumMod val="100000"/>
                  </a:schemeClr>
                </a:solidFill>
              </a:rPr>
              <a:t>.</a:t>
            </a:r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6700764C-57D2-5DF1-5AA5-A8435B74CBAA}"/>
              </a:ext>
            </a:extLst>
          </p:cNvPr>
          <p:cNvSpPr txBox="1">
            <a:spLocks/>
          </p:cNvSpPr>
          <p:nvPr/>
        </p:nvSpPr>
        <p:spPr>
          <a:xfrm>
            <a:off x="544145" y="2567226"/>
            <a:ext cx="674760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B52DC7D-1303-E00A-B4E1-57C757720196}"/>
              </a:ext>
            </a:extLst>
          </p:cNvPr>
          <p:cNvSpPr>
            <a:spLocks/>
          </p:cNvSpPr>
          <p:nvPr/>
        </p:nvSpPr>
        <p:spPr>
          <a:xfrm rot="5400000" flipV="1">
            <a:off x="8347921" y="1341210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36A7E1F-F4FA-BED8-A0BC-E4A7952D8F9A}"/>
              </a:ext>
            </a:extLst>
          </p:cNvPr>
          <p:cNvSpPr>
            <a:spLocks/>
          </p:cNvSpPr>
          <p:nvPr/>
        </p:nvSpPr>
        <p:spPr>
          <a:xfrm rot="5400000" flipV="1">
            <a:off x="4587140" y="3152548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90F1C8C-DED2-E06E-4D72-0D9E5A59E86B}"/>
              </a:ext>
            </a:extLst>
          </p:cNvPr>
          <p:cNvSpPr>
            <a:spLocks/>
          </p:cNvSpPr>
          <p:nvPr/>
        </p:nvSpPr>
        <p:spPr>
          <a:xfrm rot="5400000" flipV="1">
            <a:off x="826359" y="4397148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228650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FDD35BF-B781-1544-738A-2C2E90C950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DD35BF-B781-1544-738A-2C2E90C950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hteck 41">
            <a:extLst>
              <a:ext uri="{FF2B5EF4-FFF2-40B4-BE49-F238E27FC236}">
                <a16:creationId xmlns:a16="http://schemas.microsoft.com/office/drawing/2014/main" id="{30D50394-0208-7B01-F94A-03EDF6F51D98}"/>
              </a:ext>
            </a:extLst>
          </p:cNvPr>
          <p:cNvSpPr/>
          <p:nvPr/>
        </p:nvSpPr>
        <p:spPr>
          <a:xfrm>
            <a:off x="3896994" y="1628331"/>
            <a:ext cx="2981323" cy="18722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pPr algn="ctr"/>
            <a:r>
              <a:rPr lang="en-GB" b="1" dirty="0">
                <a:solidFill>
                  <a:schemeClr val="bg1">
                    <a:lumMod val="100000"/>
                  </a:schemeClr>
                </a:solidFill>
              </a:rPr>
              <a:t>Lorem ipsum</a:t>
            </a:r>
          </a:p>
          <a:p>
            <a:pPr algn="ctr"/>
            <a:r>
              <a:rPr lang="en-GB" sz="1200" dirty="0">
                <a:solidFill>
                  <a:schemeClr val="bg1">
                    <a:lumMod val="100000"/>
                  </a:schemeClr>
                </a:solidFill>
              </a:rPr>
              <a:t>Lorem ipsum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</a:rPr>
              <a:t>dolor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</a:rPr>
              <a:t> sit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</a:rPr>
              <a:t>amet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</a:rPr>
              <a:t>, </a:t>
            </a:r>
            <a:br>
              <a:rPr lang="en-GB" sz="1200" dirty="0">
                <a:solidFill>
                  <a:schemeClr val="bg1">
                    <a:lumMod val="100000"/>
                  </a:schemeClr>
                </a:solidFill>
              </a:rPr>
            </a:br>
            <a:r>
              <a:rPr lang="en-GB" sz="1200" dirty="0" err="1">
                <a:solidFill>
                  <a:schemeClr val="bg1">
                    <a:lumMod val="100000"/>
                  </a:schemeClr>
                </a:solidFill>
              </a:rPr>
              <a:t>consetetur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</a:rPr>
              <a:t>sadipscing</a:t>
            </a:r>
            <a:endParaRPr lang="en-GB" sz="1200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F0200E-A990-8D9B-C8D0-541BAB73E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4DF9A3-3861-8868-8B46-781F8FC318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91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39F8C7F-C8F2-990A-4A53-5DE3CF8B9D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3B2C543-CC8A-AADD-0DF4-2C5757635D14}"/>
              </a:ext>
            </a:extLst>
          </p:cNvPr>
          <p:cNvSpPr txBox="1">
            <a:spLocks/>
          </p:cNvSpPr>
          <p:nvPr/>
        </p:nvSpPr>
        <p:spPr>
          <a:xfrm>
            <a:off x="7849346" y="1628331"/>
            <a:ext cx="3802901" cy="10541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>
              <a:spcAft>
                <a:spcPts val="300"/>
              </a:spcAft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ut.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E61D769-4275-80DD-0A6B-A026D9728EE9}"/>
              </a:ext>
            </a:extLst>
          </p:cNvPr>
          <p:cNvSpPr>
            <a:spLocks/>
          </p:cNvSpPr>
          <p:nvPr/>
        </p:nvSpPr>
        <p:spPr>
          <a:xfrm rot="10800000" flipV="1">
            <a:off x="7664151" y="1628331"/>
            <a:ext cx="49556" cy="105413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644991B-24BD-BDC2-AE32-6A192798E270}"/>
              </a:ext>
            </a:extLst>
          </p:cNvPr>
          <p:cNvSpPr txBox="1">
            <a:spLocks/>
          </p:cNvSpPr>
          <p:nvPr/>
        </p:nvSpPr>
        <p:spPr>
          <a:xfrm>
            <a:off x="7849346" y="3235842"/>
            <a:ext cx="3802901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invidunt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ut.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944265C1-4A2A-8611-9B7B-27943CC37E31}"/>
              </a:ext>
            </a:extLst>
          </p:cNvPr>
          <p:cNvCxnSpPr>
            <a:cxnSpLocks/>
          </p:cNvCxnSpPr>
          <p:nvPr/>
        </p:nvCxnSpPr>
        <p:spPr>
          <a:xfrm>
            <a:off x="7849346" y="3785135"/>
            <a:ext cx="0" cy="1993365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7FA61908-A42E-91C1-8451-162A15D26AC0}"/>
              </a:ext>
            </a:extLst>
          </p:cNvPr>
          <p:cNvSpPr>
            <a:spLocks/>
          </p:cNvSpPr>
          <p:nvPr/>
        </p:nvSpPr>
        <p:spPr>
          <a:xfrm>
            <a:off x="7779898" y="3987914"/>
            <a:ext cx="138896" cy="14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E011CD8-25E7-93CA-3B14-00B8E8ED6AB9}"/>
              </a:ext>
            </a:extLst>
          </p:cNvPr>
          <p:cNvSpPr txBox="1">
            <a:spLocks/>
          </p:cNvSpPr>
          <p:nvPr/>
        </p:nvSpPr>
        <p:spPr>
          <a:xfrm>
            <a:off x="8092440" y="3785135"/>
            <a:ext cx="3559807" cy="5444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D2692D9-0799-0C48-02BF-C94516E5148B}"/>
              </a:ext>
            </a:extLst>
          </p:cNvPr>
          <p:cNvSpPr txBox="1">
            <a:spLocks/>
          </p:cNvSpPr>
          <p:nvPr/>
        </p:nvSpPr>
        <p:spPr>
          <a:xfrm>
            <a:off x="8092440" y="4509590"/>
            <a:ext cx="3559807" cy="5444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1D7675A-3931-B874-194A-269B4E579D49}"/>
              </a:ext>
            </a:extLst>
          </p:cNvPr>
          <p:cNvSpPr txBox="1">
            <a:spLocks/>
          </p:cNvSpPr>
          <p:nvPr/>
        </p:nvSpPr>
        <p:spPr>
          <a:xfrm>
            <a:off x="8092440" y="5234045"/>
            <a:ext cx="3559807" cy="5444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2DCFDE7-6665-1FA3-1DE2-8ED9E01C835E}"/>
              </a:ext>
            </a:extLst>
          </p:cNvPr>
          <p:cNvSpPr>
            <a:spLocks/>
          </p:cNvSpPr>
          <p:nvPr/>
        </p:nvSpPr>
        <p:spPr>
          <a:xfrm>
            <a:off x="7779898" y="4712369"/>
            <a:ext cx="138896" cy="14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4AD7850C-723D-8C20-C2E6-5C36979E95BF}"/>
              </a:ext>
            </a:extLst>
          </p:cNvPr>
          <p:cNvSpPr>
            <a:spLocks/>
          </p:cNvSpPr>
          <p:nvPr/>
        </p:nvSpPr>
        <p:spPr>
          <a:xfrm>
            <a:off x="7779898" y="5436824"/>
            <a:ext cx="138896" cy="14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C4171404-3BEF-2ED7-7D03-6BDACAADD712}"/>
              </a:ext>
            </a:extLst>
          </p:cNvPr>
          <p:cNvCxnSpPr>
            <a:cxnSpLocks/>
          </p:cNvCxnSpPr>
          <p:nvPr/>
        </p:nvCxnSpPr>
        <p:spPr>
          <a:xfrm>
            <a:off x="915668" y="1617663"/>
            <a:ext cx="0" cy="3765867"/>
          </a:xfrm>
          <a:prstGeom prst="line">
            <a:avLst/>
          </a:prstGeom>
          <a:ln w="12700">
            <a:solidFill>
              <a:schemeClr val="accent4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36957DFA-B84F-C3C1-8006-EDF2F9DAFE7E}"/>
              </a:ext>
            </a:extLst>
          </p:cNvPr>
          <p:cNvCxnSpPr>
            <a:cxnSpLocks/>
          </p:cNvCxnSpPr>
          <p:nvPr/>
        </p:nvCxnSpPr>
        <p:spPr>
          <a:xfrm>
            <a:off x="915668" y="5382260"/>
            <a:ext cx="5962652" cy="0"/>
          </a:xfrm>
          <a:prstGeom prst="line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57B2B969-6262-8210-6390-DCBB472CEE65}"/>
              </a:ext>
            </a:extLst>
          </p:cNvPr>
          <p:cNvSpPr txBox="1">
            <a:spLocks/>
          </p:cNvSpPr>
          <p:nvPr/>
        </p:nvSpPr>
        <p:spPr>
          <a:xfrm rot="16200000">
            <a:off x="-1269367" y="3426781"/>
            <a:ext cx="3802901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8D9FE69-0606-E889-F310-2684253AD95B}"/>
              </a:ext>
            </a:extLst>
          </p:cNvPr>
          <p:cNvSpPr txBox="1">
            <a:spLocks/>
          </p:cNvSpPr>
          <p:nvPr/>
        </p:nvSpPr>
        <p:spPr>
          <a:xfrm>
            <a:off x="915668" y="5597817"/>
            <a:ext cx="5962652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</a:p>
        </p:txBody>
      </p: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9244849B-775A-53E7-E709-9B82EF74EFE9}"/>
              </a:ext>
            </a:extLst>
          </p:cNvPr>
          <p:cNvCxnSpPr>
            <a:cxnSpLocks/>
          </p:cNvCxnSpPr>
          <p:nvPr/>
        </p:nvCxnSpPr>
        <p:spPr>
          <a:xfrm flipV="1">
            <a:off x="3896994" y="1617663"/>
            <a:ext cx="0" cy="3765867"/>
          </a:xfrm>
          <a:prstGeom prst="line">
            <a:avLst/>
          </a:prstGeom>
          <a:ln w="1270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F7B37840-2180-62D1-E81D-A15E51547BB4}"/>
              </a:ext>
            </a:extLst>
          </p:cNvPr>
          <p:cNvCxnSpPr>
            <a:cxnSpLocks/>
          </p:cNvCxnSpPr>
          <p:nvPr/>
        </p:nvCxnSpPr>
        <p:spPr>
          <a:xfrm>
            <a:off x="915668" y="3500596"/>
            <a:ext cx="5962652" cy="0"/>
          </a:xfrm>
          <a:prstGeom prst="line">
            <a:avLst/>
          </a:prstGeom>
          <a:ln w="1270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F81F4066-DBE4-B382-6C40-CB9EB7477075}"/>
              </a:ext>
            </a:extLst>
          </p:cNvPr>
          <p:cNvSpPr txBox="1">
            <a:spLocks/>
          </p:cNvSpPr>
          <p:nvPr/>
        </p:nvSpPr>
        <p:spPr>
          <a:xfrm>
            <a:off x="2646980" y="2704214"/>
            <a:ext cx="821468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F6D69A20-B7CD-254A-051B-A0DDC0A0F715}"/>
              </a:ext>
            </a:extLst>
          </p:cNvPr>
          <p:cNvSpPr txBox="1">
            <a:spLocks/>
          </p:cNvSpPr>
          <p:nvPr/>
        </p:nvSpPr>
        <p:spPr>
          <a:xfrm>
            <a:off x="5173249" y="3757990"/>
            <a:ext cx="821468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0FF75E6-921C-D204-FC30-82910D953642}"/>
              </a:ext>
            </a:extLst>
          </p:cNvPr>
          <p:cNvSpPr txBox="1">
            <a:spLocks/>
          </p:cNvSpPr>
          <p:nvPr/>
        </p:nvSpPr>
        <p:spPr>
          <a:xfrm>
            <a:off x="1616442" y="4532837"/>
            <a:ext cx="821468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DB1D0823-7D60-A952-6F3C-ADC58DB23C75}"/>
              </a:ext>
            </a:extLst>
          </p:cNvPr>
          <p:cNvSpPr txBox="1">
            <a:spLocks/>
          </p:cNvSpPr>
          <p:nvPr/>
        </p:nvSpPr>
        <p:spPr>
          <a:xfrm>
            <a:off x="1344215" y="2184831"/>
            <a:ext cx="821468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A991D84C-2309-F329-8868-C083657AE727}"/>
              </a:ext>
            </a:extLst>
          </p:cNvPr>
          <p:cNvSpPr txBox="1">
            <a:spLocks/>
          </p:cNvSpPr>
          <p:nvPr/>
        </p:nvSpPr>
        <p:spPr>
          <a:xfrm>
            <a:off x="3388068" y="3755786"/>
            <a:ext cx="821468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endParaRPr lang="en-GB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42108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E495664-0742-7BCE-5C82-66CF6BFC412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495664-0742-7BCE-5C82-66CF6BFC41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" name="Grafik 27">
            <a:extLst>
              <a:ext uri="{FF2B5EF4-FFF2-40B4-BE49-F238E27FC236}">
                <a16:creationId xmlns:a16="http://schemas.microsoft.com/office/drawing/2014/main" id="{9C9FCFF1-6073-BE29-F34C-6DEE95DFFB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5707" y="3232341"/>
            <a:ext cx="880588" cy="96063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34E9E81-0C72-E01A-275E-59D09EBD7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FEE624-31C3-D20B-FA4A-79B4473CB1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92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9F3C6B9-5484-728B-ADA0-2B6660EF69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56AE8ECF-4D43-5BB7-FC0C-542D57F8DEC4}"/>
              </a:ext>
            </a:extLst>
          </p:cNvPr>
          <p:cNvSpPr>
            <a:spLocks/>
          </p:cNvSpPr>
          <p:nvPr/>
        </p:nvSpPr>
        <p:spPr>
          <a:xfrm>
            <a:off x="4466783" y="2083443"/>
            <a:ext cx="3258434" cy="3258434"/>
          </a:xfrm>
          <a:custGeom>
            <a:avLst/>
            <a:gdLst>
              <a:gd name="connsiteX0" fmla="*/ 1629217 w 3258434"/>
              <a:gd name="connsiteY0" fmla="*/ 398442 h 3258434"/>
              <a:gd name="connsiteX1" fmla="*/ 398442 w 3258434"/>
              <a:gd name="connsiteY1" fmla="*/ 1629217 h 3258434"/>
              <a:gd name="connsiteX2" fmla="*/ 1629217 w 3258434"/>
              <a:gd name="connsiteY2" fmla="*/ 2859992 h 3258434"/>
              <a:gd name="connsiteX3" fmla="*/ 2859992 w 3258434"/>
              <a:gd name="connsiteY3" fmla="*/ 1629217 h 3258434"/>
              <a:gd name="connsiteX4" fmla="*/ 1629217 w 3258434"/>
              <a:gd name="connsiteY4" fmla="*/ 398442 h 3258434"/>
              <a:gd name="connsiteX5" fmla="*/ 1629217 w 3258434"/>
              <a:gd name="connsiteY5" fmla="*/ 0 h 3258434"/>
              <a:gd name="connsiteX6" fmla="*/ 3258434 w 3258434"/>
              <a:gd name="connsiteY6" fmla="*/ 1629217 h 3258434"/>
              <a:gd name="connsiteX7" fmla="*/ 1629217 w 3258434"/>
              <a:gd name="connsiteY7" fmla="*/ 3258434 h 3258434"/>
              <a:gd name="connsiteX8" fmla="*/ 0 w 3258434"/>
              <a:gd name="connsiteY8" fmla="*/ 1629217 h 3258434"/>
              <a:gd name="connsiteX9" fmla="*/ 1629217 w 3258434"/>
              <a:gd name="connsiteY9" fmla="*/ 0 h 3258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58434" h="3258434">
                <a:moveTo>
                  <a:pt x="1629217" y="398442"/>
                </a:moveTo>
                <a:cubicBezTo>
                  <a:pt x="949479" y="398442"/>
                  <a:pt x="398442" y="949479"/>
                  <a:pt x="398442" y="1629217"/>
                </a:cubicBezTo>
                <a:cubicBezTo>
                  <a:pt x="398442" y="2308955"/>
                  <a:pt x="949479" y="2859992"/>
                  <a:pt x="1629217" y="2859992"/>
                </a:cubicBezTo>
                <a:cubicBezTo>
                  <a:pt x="2308955" y="2859992"/>
                  <a:pt x="2859992" y="2308955"/>
                  <a:pt x="2859992" y="1629217"/>
                </a:cubicBezTo>
                <a:cubicBezTo>
                  <a:pt x="2859992" y="949479"/>
                  <a:pt x="2308955" y="398442"/>
                  <a:pt x="1629217" y="398442"/>
                </a:cubicBezTo>
                <a:close/>
                <a:moveTo>
                  <a:pt x="1629217" y="0"/>
                </a:moveTo>
                <a:cubicBezTo>
                  <a:pt x="2529009" y="0"/>
                  <a:pt x="3258434" y="729425"/>
                  <a:pt x="3258434" y="1629217"/>
                </a:cubicBezTo>
                <a:cubicBezTo>
                  <a:pt x="3258434" y="2529009"/>
                  <a:pt x="2529009" y="3258434"/>
                  <a:pt x="1629217" y="3258434"/>
                </a:cubicBezTo>
                <a:cubicBezTo>
                  <a:pt x="729425" y="3258434"/>
                  <a:pt x="0" y="2529009"/>
                  <a:pt x="0" y="1629217"/>
                </a:cubicBezTo>
                <a:cubicBezTo>
                  <a:pt x="0" y="729425"/>
                  <a:pt x="729425" y="0"/>
                  <a:pt x="162921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72F25207-E667-40A3-0921-5DE50D481A35}"/>
              </a:ext>
            </a:extLst>
          </p:cNvPr>
          <p:cNvSpPr>
            <a:spLocks/>
          </p:cNvSpPr>
          <p:nvPr/>
        </p:nvSpPr>
        <p:spPr>
          <a:xfrm>
            <a:off x="6096001" y="1643606"/>
            <a:ext cx="1463045" cy="2069053"/>
          </a:xfrm>
          <a:custGeom>
            <a:avLst/>
            <a:gdLst>
              <a:gd name="connsiteX0" fmla="*/ -213 w 1817008"/>
              <a:gd name="connsiteY0" fmla="*/ -76 h 2569633"/>
              <a:gd name="connsiteX1" fmla="*/ 1816795 w 1817008"/>
              <a:gd name="connsiteY1" fmla="*/ 752550 h 2569633"/>
              <a:gd name="connsiteX2" fmla="*/ -213 w 1817008"/>
              <a:gd name="connsiteY2" fmla="*/ 2569558 h 2569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7008" h="2569633">
                <a:moveTo>
                  <a:pt x="-213" y="-76"/>
                </a:moveTo>
                <a:cubicBezTo>
                  <a:pt x="681291" y="-76"/>
                  <a:pt x="1334888" y="270651"/>
                  <a:pt x="1816795" y="752550"/>
                </a:cubicBezTo>
                <a:lnTo>
                  <a:pt x="-213" y="2569558"/>
                </a:lnTo>
                <a:close/>
              </a:path>
            </a:pathLst>
          </a:custGeom>
          <a:solidFill>
            <a:schemeClr val="accent4"/>
          </a:solidFill>
          <a:ln w="19050" cap="flat">
            <a:noFill/>
            <a:prstDash val="solid"/>
            <a:round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912C0E69-2FFE-B125-41BD-FA51894CCF14}"/>
              </a:ext>
            </a:extLst>
          </p:cNvPr>
          <p:cNvSpPr>
            <a:spLocks/>
          </p:cNvSpPr>
          <p:nvPr/>
        </p:nvSpPr>
        <p:spPr>
          <a:xfrm>
            <a:off x="6096001" y="2249616"/>
            <a:ext cx="2069056" cy="1463043"/>
          </a:xfrm>
          <a:custGeom>
            <a:avLst/>
            <a:gdLst>
              <a:gd name="connsiteX0" fmla="*/ 1816795 w 2569635"/>
              <a:gd name="connsiteY0" fmla="*/ -76 h 1817007"/>
              <a:gd name="connsiteX1" fmla="*/ 2569423 w 2569635"/>
              <a:gd name="connsiteY1" fmla="*/ 1816932 h 1817007"/>
              <a:gd name="connsiteX2" fmla="*/ -213 w 2569635"/>
              <a:gd name="connsiteY2" fmla="*/ 1816932 h 181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69635" h="1817007">
                <a:moveTo>
                  <a:pt x="1816795" y="-76"/>
                </a:moveTo>
                <a:cubicBezTo>
                  <a:pt x="2298693" y="481822"/>
                  <a:pt x="2569423" y="1135428"/>
                  <a:pt x="2569423" y="1816932"/>
                </a:cubicBezTo>
                <a:lnTo>
                  <a:pt x="-213" y="1816932"/>
                </a:lnTo>
                <a:close/>
              </a:path>
            </a:pathLst>
          </a:custGeom>
          <a:solidFill>
            <a:schemeClr val="accent4"/>
          </a:solidFill>
          <a:ln w="19050" cap="flat">
            <a:solidFill>
              <a:schemeClr val="bg1"/>
            </a:solidFill>
            <a:prstDash val="solid"/>
            <a:round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262364AB-FD21-E526-E3D0-C28A67938BE0}"/>
              </a:ext>
            </a:extLst>
          </p:cNvPr>
          <p:cNvSpPr/>
          <p:nvPr/>
        </p:nvSpPr>
        <p:spPr>
          <a:xfrm>
            <a:off x="6096001" y="3712660"/>
            <a:ext cx="2069056" cy="1463044"/>
          </a:xfrm>
          <a:custGeom>
            <a:avLst/>
            <a:gdLst>
              <a:gd name="connsiteX0" fmla="*/ 2569423 w 2569635"/>
              <a:gd name="connsiteY0" fmla="*/ -76 h 1817008"/>
              <a:gd name="connsiteX1" fmla="*/ 1816795 w 2569635"/>
              <a:gd name="connsiteY1" fmla="*/ 1816932 h 1817008"/>
              <a:gd name="connsiteX2" fmla="*/ -213 w 2569635"/>
              <a:gd name="connsiteY2" fmla="*/ -76 h 181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69635" h="1817008">
                <a:moveTo>
                  <a:pt x="2569423" y="-76"/>
                </a:moveTo>
                <a:cubicBezTo>
                  <a:pt x="2569423" y="681428"/>
                  <a:pt x="2298693" y="1335024"/>
                  <a:pt x="1816795" y="1816932"/>
                </a:cubicBezTo>
                <a:lnTo>
                  <a:pt x="-213" y="-76"/>
                </a:lnTo>
                <a:close/>
              </a:path>
            </a:pathLst>
          </a:custGeom>
          <a:solidFill>
            <a:schemeClr val="accent4"/>
          </a:solidFill>
          <a:ln w="19050" cap="flat">
            <a:solidFill>
              <a:schemeClr val="bg1"/>
            </a:solidFill>
            <a:prstDash val="solid"/>
            <a:round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FF27EB9E-958E-1338-558B-8A99C9693F84}"/>
              </a:ext>
            </a:extLst>
          </p:cNvPr>
          <p:cNvSpPr/>
          <p:nvPr/>
        </p:nvSpPr>
        <p:spPr>
          <a:xfrm>
            <a:off x="6096001" y="3712660"/>
            <a:ext cx="1463045" cy="2069046"/>
          </a:xfrm>
          <a:custGeom>
            <a:avLst/>
            <a:gdLst>
              <a:gd name="connsiteX0" fmla="*/ 1816795 w 1817008"/>
              <a:gd name="connsiteY0" fmla="*/ 1816922 h 2569625"/>
              <a:gd name="connsiteX1" fmla="*/ -213 w 1817008"/>
              <a:gd name="connsiteY1" fmla="*/ 2569550 h 2569625"/>
              <a:gd name="connsiteX2" fmla="*/ -213 w 1817008"/>
              <a:gd name="connsiteY2" fmla="*/ -76 h 2569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7008" h="2569625">
                <a:moveTo>
                  <a:pt x="1816795" y="1816922"/>
                </a:moveTo>
                <a:cubicBezTo>
                  <a:pt x="1334888" y="2298830"/>
                  <a:pt x="681291" y="2569550"/>
                  <a:pt x="-213" y="2569550"/>
                </a:cubicBezTo>
                <a:lnTo>
                  <a:pt x="-213" y="-76"/>
                </a:lnTo>
                <a:close/>
              </a:path>
            </a:pathLst>
          </a:custGeom>
          <a:solidFill>
            <a:schemeClr val="accent4"/>
          </a:solidFill>
          <a:ln w="19050" cap="flat">
            <a:noFill/>
            <a:prstDash val="solid"/>
            <a:round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C4CD8F9-00B5-90C2-C192-9996BDBA8AE6}"/>
              </a:ext>
            </a:extLst>
          </p:cNvPr>
          <p:cNvSpPr>
            <a:spLocks/>
          </p:cNvSpPr>
          <p:nvPr/>
        </p:nvSpPr>
        <p:spPr>
          <a:xfrm>
            <a:off x="5140846" y="2757506"/>
            <a:ext cx="1910308" cy="191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6AAB9F57-BF28-9235-95DF-1E96D313F139}"/>
              </a:ext>
            </a:extLst>
          </p:cNvPr>
          <p:cNvSpPr txBox="1">
            <a:spLocks/>
          </p:cNvSpPr>
          <p:nvPr/>
        </p:nvSpPr>
        <p:spPr>
          <a:xfrm>
            <a:off x="539750" y="1621546"/>
            <a:ext cx="3418792" cy="87744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2400" b="1" dirty="0">
                <a:solidFill>
                  <a:schemeClr val="tx2">
                    <a:lumMod val="100000"/>
                  </a:schemeClr>
                </a:solidFill>
              </a:rPr>
              <a:t>X,XXX</a:t>
            </a:r>
          </a:p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37" name="TextBox 24">
            <a:extLst>
              <a:ext uri="{FF2B5EF4-FFF2-40B4-BE49-F238E27FC236}">
                <a16:creationId xmlns:a16="http://schemas.microsoft.com/office/drawing/2014/main" id="{C944EB3B-2F22-9C70-BD42-59FBD1D3DC92}"/>
              </a:ext>
            </a:extLst>
          </p:cNvPr>
          <p:cNvSpPr txBox="1">
            <a:spLocks/>
          </p:cNvSpPr>
          <p:nvPr/>
        </p:nvSpPr>
        <p:spPr>
          <a:xfrm>
            <a:off x="539750" y="2714993"/>
            <a:ext cx="3418792" cy="87744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2400" b="1" dirty="0">
                <a:solidFill>
                  <a:schemeClr val="tx2">
                    <a:lumMod val="100000"/>
                  </a:schemeClr>
                </a:solidFill>
              </a:rPr>
              <a:t>X,XXX</a:t>
            </a:r>
          </a:p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435EF2EF-06BB-3568-DA68-D30C1A09DB45}"/>
              </a:ext>
            </a:extLst>
          </p:cNvPr>
          <p:cNvSpPr txBox="1">
            <a:spLocks/>
          </p:cNvSpPr>
          <p:nvPr/>
        </p:nvSpPr>
        <p:spPr>
          <a:xfrm>
            <a:off x="539750" y="3808440"/>
            <a:ext cx="3418792" cy="87744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2400" b="1" dirty="0">
                <a:solidFill>
                  <a:schemeClr val="tx2">
                    <a:lumMod val="100000"/>
                  </a:schemeClr>
                </a:solidFill>
              </a:rPr>
              <a:t>X,XXX</a:t>
            </a:r>
          </a:p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39" name="TextBox 24">
            <a:extLst>
              <a:ext uri="{FF2B5EF4-FFF2-40B4-BE49-F238E27FC236}">
                <a16:creationId xmlns:a16="http://schemas.microsoft.com/office/drawing/2014/main" id="{F0DFEF11-D931-D448-833D-B8BB305AC795}"/>
              </a:ext>
            </a:extLst>
          </p:cNvPr>
          <p:cNvSpPr txBox="1">
            <a:spLocks/>
          </p:cNvSpPr>
          <p:nvPr/>
        </p:nvSpPr>
        <p:spPr>
          <a:xfrm>
            <a:off x="539750" y="4901887"/>
            <a:ext cx="3418792" cy="87744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2400" b="1" dirty="0">
                <a:solidFill>
                  <a:schemeClr val="tx2">
                    <a:lumMod val="100000"/>
                  </a:schemeClr>
                </a:solidFill>
              </a:rPr>
              <a:t>X,XXX</a:t>
            </a:r>
          </a:p>
          <a:p>
            <a:pPr>
              <a:spcAft>
                <a:spcPts val="6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 </a:t>
            </a:r>
          </a:p>
        </p:txBody>
      </p: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B03FA3D7-7570-76D1-66B0-DEC63FB5D744}"/>
              </a:ext>
            </a:extLst>
          </p:cNvPr>
          <p:cNvCxnSpPr>
            <a:cxnSpLocks/>
          </p:cNvCxnSpPr>
          <p:nvPr/>
        </p:nvCxnSpPr>
        <p:spPr>
          <a:xfrm>
            <a:off x="539750" y="2606993"/>
            <a:ext cx="3418792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FDD16144-96CF-176D-F471-9E559AB1E55F}"/>
              </a:ext>
            </a:extLst>
          </p:cNvPr>
          <p:cNvCxnSpPr>
            <a:cxnSpLocks/>
          </p:cNvCxnSpPr>
          <p:nvPr/>
        </p:nvCxnSpPr>
        <p:spPr>
          <a:xfrm>
            <a:off x="539750" y="3700440"/>
            <a:ext cx="3418792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75859462-8D60-0651-6637-B354631BFACF}"/>
              </a:ext>
            </a:extLst>
          </p:cNvPr>
          <p:cNvCxnSpPr>
            <a:cxnSpLocks/>
          </p:cNvCxnSpPr>
          <p:nvPr/>
        </p:nvCxnSpPr>
        <p:spPr>
          <a:xfrm>
            <a:off x="539750" y="4793887"/>
            <a:ext cx="3418792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FD487F90-42D4-52B5-1399-E67D6D43DD2D}"/>
              </a:ext>
            </a:extLst>
          </p:cNvPr>
          <p:cNvGrpSpPr>
            <a:grpSpLocks/>
          </p:cNvGrpSpPr>
          <p:nvPr/>
        </p:nvGrpSpPr>
        <p:grpSpPr>
          <a:xfrm>
            <a:off x="7424928" y="1617662"/>
            <a:ext cx="3038599" cy="369333"/>
            <a:chOff x="8613648" y="1617662"/>
            <a:chExt cx="3038599" cy="369333"/>
          </a:xfrm>
        </p:grpSpPr>
        <p:sp>
          <p:nvSpPr>
            <p:cNvPr id="47" name="TextBox 24">
              <a:extLst>
                <a:ext uri="{FF2B5EF4-FFF2-40B4-BE49-F238E27FC236}">
                  <a16:creationId xmlns:a16="http://schemas.microsoft.com/office/drawing/2014/main" id="{A7846BC2-D90E-3129-6C43-55E50D6A0969}"/>
                </a:ext>
              </a:extLst>
            </p:cNvPr>
            <p:cNvSpPr txBox="1">
              <a:spLocks/>
            </p:cNvSpPr>
            <p:nvPr/>
          </p:nvSpPr>
          <p:spPr>
            <a:xfrm>
              <a:off x="9583191" y="1617663"/>
              <a:ext cx="2069056" cy="369332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Symbol" panose="05050102010706020507" pitchFamily="18" charset="2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2600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6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consectetuer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adipiscing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elit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. </a:t>
              </a:r>
            </a:p>
          </p:txBody>
        </p:sp>
        <p:sp>
          <p:nvSpPr>
            <p:cNvPr id="48" name="TextBox 24">
              <a:extLst>
                <a:ext uri="{FF2B5EF4-FFF2-40B4-BE49-F238E27FC236}">
                  <a16:creationId xmlns:a16="http://schemas.microsoft.com/office/drawing/2014/main" id="{A8916C68-3E97-D4EC-E7D5-17380E48CF35}"/>
                </a:ext>
              </a:extLst>
            </p:cNvPr>
            <p:cNvSpPr txBox="1">
              <a:spLocks/>
            </p:cNvSpPr>
            <p:nvPr/>
          </p:nvSpPr>
          <p:spPr>
            <a:xfrm>
              <a:off x="8613648" y="1617662"/>
              <a:ext cx="890016" cy="18466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Symbol" panose="05050102010706020507" pitchFamily="18" charset="2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2600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spcAft>
                  <a:spcPts val="600"/>
                </a:spcAft>
              </a:pPr>
              <a:r>
                <a:rPr lang="en-GB" sz="1200" b="1" dirty="0">
                  <a:solidFill>
                    <a:schemeClr val="accent2"/>
                  </a:solidFill>
                </a:rPr>
                <a:t>OPTION 01</a:t>
              </a:r>
            </a:p>
          </p:txBody>
        </p: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54EFAE5D-B453-7020-C97C-03423DF3583C}"/>
              </a:ext>
            </a:extLst>
          </p:cNvPr>
          <p:cNvGrpSpPr>
            <a:grpSpLocks/>
          </p:cNvGrpSpPr>
          <p:nvPr/>
        </p:nvGrpSpPr>
        <p:grpSpPr>
          <a:xfrm>
            <a:off x="8156448" y="2796471"/>
            <a:ext cx="3038599" cy="369333"/>
            <a:chOff x="8613648" y="1617662"/>
            <a:chExt cx="3038599" cy="369333"/>
          </a:xfrm>
        </p:grpSpPr>
        <p:sp>
          <p:nvSpPr>
            <p:cNvPr id="51" name="TextBox 24">
              <a:extLst>
                <a:ext uri="{FF2B5EF4-FFF2-40B4-BE49-F238E27FC236}">
                  <a16:creationId xmlns:a16="http://schemas.microsoft.com/office/drawing/2014/main" id="{D307A9F2-425F-ECA2-EC3D-916C907DF445}"/>
                </a:ext>
              </a:extLst>
            </p:cNvPr>
            <p:cNvSpPr txBox="1">
              <a:spLocks/>
            </p:cNvSpPr>
            <p:nvPr/>
          </p:nvSpPr>
          <p:spPr>
            <a:xfrm>
              <a:off x="9583191" y="1617663"/>
              <a:ext cx="2069056" cy="369332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Symbol" panose="05050102010706020507" pitchFamily="18" charset="2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2600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6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consectetuer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adipiscing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elit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. </a:t>
              </a:r>
            </a:p>
          </p:txBody>
        </p:sp>
        <p:sp>
          <p:nvSpPr>
            <p:cNvPr id="52" name="TextBox 24">
              <a:extLst>
                <a:ext uri="{FF2B5EF4-FFF2-40B4-BE49-F238E27FC236}">
                  <a16:creationId xmlns:a16="http://schemas.microsoft.com/office/drawing/2014/main" id="{C08858A8-3D4E-C90B-7412-243FBA9C8E11}"/>
                </a:ext>
              </a:extLst>
            </p:cNvPr>
            <p:cNvSpPr txBox="1">
              <a:spLocks/>
            </p:cNvSpPr>
            <p:nvPr/>
          </p:nvSpPr>
          <p:spPr>
            <a:xfrm>
              <a:off x="8613648" y="1617662"/>
              <a:ext cx="890016" cy="18466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Symbol" panose="05050102010706020507" pitchFamily="18" charset="2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2600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spcAft>
                  <a:spcPts val="600"/>
                </a:spcAft>
              </a:pPr>
              <a:r>
                <a:rPr lang="en-GB" sz="1200" b="1" dirty="0">
                  <a:solidFill>
                    <a:schemeClr val="accent2"/>
                  </a:solidFill>
                </a:rPr>
                <a:t>OPTION 02</a:t>
              </a:r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611A6F46-2448-45B8-21E2-D250FA286CA6}"/>
              </a:ext>
            </a:extLst>
          </p:cNvPr>
          <p:cNvGrpSpPr>
            <a:grpSpLocks/>
          </p:cNvGrpSpPr>
          <p:nvPr/>
        </p:nvGrpSpPr>
        <p:grpSpPr>
          <a:xfrm>
            <a:off x="8156448" y="4251601"/>
            <a:ext cx="3038599" cy="369333"/>
            <a:chOff x="8613648" y="1617662"/>
            <a:chExt cx="3038599" cy="369333"/>
          </a:xfrm>
        </p:grpSpPr>
        <p:sp>
          <p:nvSpPr>
            <p:cNvPr id="54" name="TextBox 24">
              <a:extLst>
                <a:ext uri="{FF2B5EF4-FFF2-40B4-BE49-F238E27FC236}">
                  <a16:creationId xmlns:a16="http://schemas.microsoft.com/office/drawing/2014/main" id="{B4A176DB-CDB3-D2A1-A611-B66156ED2120}"/>
                </a:ext>
              </a:extLst>
            </p:cNvPr>
            <p:cNvSpPr txBox="1">
              <a:spLocks/>
            </p:cNvSpPr>
            <p:nvPr/>
          </p:nvSpPr>
          <p:spPr>
            <a:xfrm>
              <a:off x="9583191" y="1617663"/>
              <a:ext cx="2069056" cy="369332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Symbol" panose="05050102010706020507" pitchFamily="18" charset="2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2600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6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consectetuer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adipiscing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elit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. </a:t>
              </a:r>
            </a:p>
          </p:txBody>
        </p:sp>
        <p:sp>
          <p:nvSpPr>
            <p:cNvPr id="55" name="TextBox 24">
              <a:extLst>
                <a:ext uri="{FF2B5EF4-FFF2-40B4-BE49-F238E27FC236}">
                  <a16:creationId xmlns:a16="http://schemas.microsoft.com/office/drawing/2014/main" id="{D1E84E86-CC07-F461-5126-21A512EBBC3B}"/>
                </a:ext>
              </a:extLst>
            </p:cNvPr>
            <p:cNvSpPr txBox="1">
              <a:spLocks/>
            </p:cNvSpPr>
            <p:nvPr/>
          </p:nvSpPr>
          <p:spPr>
            <a:xfrm>
              <a:off x="8613648" y="1617662"/>
              <a:ext cx="890016" cy="18466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Symbol" panose="05050102010706020507" pitchFamily="18" charset="2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2600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spcAft>
                  <a:spcPts val="600"/>
                </a:spcAft>
              </a:pPr>
              <a:r>
                <a:rPr lang="en-GB" sz="1200" b="1" dirty="0">
                  <a:solidFill>
                    <a:schemeClr val="accent2"/>
                  </a:solidFill>
                </a:rPr>
                <a:t>OPTION 03</a:t>
              </a:r>
            </a:p>
          </p:txBody>
        </p:sp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79B7F023-2F47-D3A8-EB68-8D894334BE25}"/>
              </a:ext>
            </a:extLst>
          </p:cNvPr>
          <p:cNvGrpSpPr>
            <a:grpSpLocks/>
          </p:cNvGrpSpPr>
          <p:nvPr/>
        </p:nvGrpSpPr>
        <p:grpSpPr>
          <a:xfrm>
            <a:off x="7424928" y="5410858"/>
            <a:ext cx="3038599" cy="369333"/>
            <a:chOff x="8611591" y="5410858"/>
            <a:chExt cx="3038599" cy="369333"/>
          </a:xfrm>
        </p:grpSpPr>
        <p:sp>
          <p:nvSpPr>
            <p:cNvPr id="57" name="TextBox 24">
              <a:extLst>
                <a:ext uri="{FF2B5EF4-FFF2-40B4-BE49-F238E27FC236}">
                  <a16:creationId xmlns:a16="http://schemas.microsoft.com/office/drawing/2014/main" id="{5F4C7903-B5E8-5E44-9420-6887030B13B7}"/>
                </a:ext>
              </a:extLst>
            </p:cNvPr>
            <p:cNvSpPr txBox="1">
              <a:spLocks/>
            </p:cNvSpPr>
            <p:nvPr/>
          </p:nvSpPr>
          <p:spPr>
            <a:xfrm>
              <a:off x="9581134" y="5410859"/>
              <a:ext cx="2069056" cy="369332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Symbol" panose="05050102010706020507" pitchFamily="18" charset="2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2600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6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consectetuer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adipiscing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</a:rPr>
                <a:t>elit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</a:rPr>
                <a:t>. </a:t>
              </a:r>
            </a:p>
          </p:txBody>
        </p:sp>
        <p:sp>
          <p:nvSpPr>
            <p:cNvPr id="58" name="TextBox 24">
              <a:extLst>
                <a:ext uri="{FF2B5EF4-FFF2-40B4-BE49-F238E27FC236}">
                  <a16:creationId xmlns:a16="http://schemas.microsoft.com/office/drawing/2014/main" id="{5374ECEE-DB93-D787-1E67-963D2549543A}"/>
                </a:ext>
              </a:extLst>
            </p:cNvPr>
            <p:cNvSpPr txBox="1">
              <a:spLocks/>
            </p:cNvSpPr>
            <p:nvPr/>
          </p:nvSpPr>
          <p:spPr>
            <a:xfrm>
              <a:off x="8611591" y="5410858"/>
              <a:ext cx="890016" cy="18466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Symbol" panose="05050102010706020507" pitchFamily="18" charset="2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2600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Symbol" panose="05050102010706020507" pitchFamily="18" charset="2"/>
                <a:buChar char="-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spcAft>
                  <a:spcPts val="600"/>
                </a:spcAft>
              </a:pPr>
              <a:r>
                <a:rPr lang="en-GB" sz="1200" b="1" dirty="0">
                  <a:solidFill>
                    <a:schemeClr val="accent2"/>
                  </a:solidFill>
                </a:rPr>
                <a:t>OPTION 04</a:t>
              </a:r>
            </a:p>
          </p:txBody>
        </p:sp>
      </p:grp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6612BF68-1DC3-5E72-FFBC-F414D91AD11F}"/>
              </a:ext>
            </a:extLst>
          </p:cNvPr>
          <p:cNvCxnSpPr>
            <a:cxnSpLocks/>
          </p:cNvCxnSpPr>
          <p:nvPr/>
        </p:nvCxnSpPr>
        <p:spPr>
          <a:xfrm>
            <a:off x="8727440" y="3712659"/>
            <a:ext cx="293624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8812424E-8E50-D35E-17D2-FBFAA28A5C6A}"/>
              </a:ext>
            </a:extLst>
          </p:cNvPr>
          <p:cNvGrpSpPr/>
          <p:nvPr/>
        </p:nvGrpSpPr>
        <p:grpSpPr>
          <a:xfrm>
            <a:off x="8251656" y="2249616"/>
            <a:ext cx="3400594" cy="2910260"/>
            <a:chOff x="7533386" y="2249616"/>
            <a:chExt cx="4118864" cy="2910260"/>
          </a:xfrm>
        </p:grpSpPr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2C9C80B8-0792-0A1F-A32C-4CCBC464ABFC}"/>
                </a:ext>
              </a:extLst>
            </p:cNvPr>
            <p:cNvCxnSpPr>
              <a:cxnSpLocks/>
            </p:cNvCxnSpPr>
            <p:nvPr/>
          </p:nvCxnSpPr>
          <p:spPr>
            <a:xfrm>
              <a:off x="7533386" y="2249616"/>
              <a:ext cx="4118864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E677B9A9-0C84-1E28-FA9B-C72DDF8AE0F6}"/>
                </a:ext>
              </a:extLst>
            </p:cNvPr>
            <p:cNvCxnSpPr>
              <a:cxnSpLocks/>
            </p:cNvCxnSpPr>
            <p:nvPr/>
          </p:nvCxnSpPr>
          <p:spPr>
            <a:xfrm>
              <a:off x="7533386" y="5159876"/>
              <a:ext cx="4118864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2390A76B-DBA8-05BD-1700-D7B7250B73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9159" y="3195819"/>
            <a:ext cx="1033682" cy="103368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D24CB77-5328-2B5C-6D8D-9F79890B3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1964" y="2112457"/>
            <a:ext cx="482602" cy="48260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C21C553-7324-C031-B5A3-42D3EE22B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3597" y="2916790"/>
            <a:ext cx="482602" cy="482602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B043F62-EFA5-0F2F-01B9-830815D668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3597" y="4034390"/>
            <a:ext cx="482602" cy="48260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341AD0F1-5086-B2FD-418B-FAB992ACFB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1964" y="4851423"/>
            <a:ext cx="482602" cy="48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1317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hink-cell data - do not delete" hidden="1">
            <a:extLst>
              <a:ext uri="{FF2B5EF4-FFF2-40B4-BE49-F238E27FC236}">
                <a16:creationId xmlns:a16="http://schemas.microsoft.com/office/drawing/2014/main" id="{A239EB9C-B15A-27D8-5078-979AB4734F4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99752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3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39EB9C-B15A-27D8-5078-979AB4734F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hteck 36">
            <a:extLst>
              <a:ext uri="{FF2B5EF4-FFF2-40B4-BE49-F238E27FC236}">
                <a16:creationId xmlns:a16="http://schemas.microsoft.com/office/drawing/2014/main" id="{35752B25-AB41-98E7-6EAB-B3FF723E5216}"/>
              </a:ext>
            </a:extLst>
          </p:cNvPr>
          <p:cNvSpPr/>
          <p:nvPr/>
        </p:nvSpPr>
        <p:spPr>
          <a:xfrm>
            <a:off x="5653821" y="0"/>
            <a:ext cx="653817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B986B0-B8A0-E25A-470F-F2F707BA9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Headline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F73DAFB-D118-BA75-A99C-BC6B3DAB6A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 err="1"/>
              <a:t>Subheadline</a:t>
            </a:r>
            <a:endParaRPr lang="en-GB" dirty="0"/>
          </a:p>
        </p:txBody>
      </p:sp>
      <p:pic>
        <p:nvPicPr>
          <p:cNvPr id="7" name="Grafik 6" descr="Ein Bild, das Electric Blue (Farbe), Majorelle Blue, Screenshot, Azurblau enthält.&#10;&#10;KI-generierte Inhalte können fehlerhaft sein.">
            <a:extLst>
              <a:ext uri="{FF2B5EF4-FFF2-40B4-BE49-F238E27FC236}">
                <a16:creationId xmlns:a16="http://schemas.microsoft.com/office/drawing/2014/main" id="{FA506E16-C58F-9CFC-A990-220E067D61A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68954" y="1692635"/>
            <a:ext cx="3523046" cy="4040050"/>
          </a:xfrm>
          <a:custGeom>
            <a:avLst/>
            <a:gdLst>
              <a:gd name="connsiteX0" fmla="*/ 2020025 w 3523046"/>
              <a:gd name="connsiteY0" fmla="*/ 0 h 4040050"/>
              <a:gd name="connsiteX1" fmla="*/ 3448398 w 3523046"/>
              <a:gd name="connsiteY1" fmla="*/ 591652 h 4040050"/>
              <a:gd name="connsiteX2" fmla="*/ 3523046 w 3523046"/>
              <a:gd name="connsiteY2" fmla="*/ 673786 h 4040050"/>
              <a:gd name="connsiteX3" fmla="*/ 3523046 w 3523046"/>
              <a:gd name="connsiteY3" fmla="*/ 3366265 h 4040050"/>
              <a:gd name="connsiteX4" fmla="*/ 3448398 w 3523046"/>
              <a:gd name="connsiteY4" fmla="*/ 3448398 h 4040050"/>
              <a:gd name="connsiteX5" fmla="*/ 2020025 w 3523046"/>
              <a:gd name="connsiteY5" fmla="*/ 4040050 h 4040050"/>
              <a:gd name="connsiteX6" fmla="*/ 0 w 3523046"/>
              <a:gd name="connsiteY6" fmla="*/ 2020025 h 4040050"/>
              <a:gd name="connsiteX7" fmla="*/ 2020025 w 3523046"/>
              <a:gd name="connsiteY7" fmla="*/ 0 h 404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3046" h="4040050">
                <a:moveTo>
                  <a:pt x="2020025" y="0"/>
                </a:moveTo>
                <a:cubicBezTo>
                  <a:pt x="2577840" y="0"/>
                  <a:pt x="3082846" y="226099"/>
                  <a:pt x="3448398" y="591652"/>
                </a:cubicBezTo>
                <a:lnTo>
                  <a:pt x="3523046" y="673786"/>
                </a:lnTo>
                <a:lnTo>
                  <a:pt x="3523046" y="3366265"/>
                </a:lnTo>
                <a:lnTo>
                  <a:pt x="3448398" y="3448398"/>
                </a:lnTo>
                <a:cubicBezTo>
                  <a:pt x="3082846" y="3813951"/>
                  <a:pt x="2577840" y="4040050"/>
                  <a:pt x="2020025" y="4040050"/>
                </a:cubicBezTo>
                <a:cubicBezTo>
                  <a:pt x="904396" y="4040050"/>
                  <a:pt x="0" y="3135654"/>
                  <a:pt x="0" y="2020025"/>
                </a:cubicBezTo>
                <a:cubicBezTo>
                  <a:pt x="0" y="904396"/>
                  <a:pt x="904396" y="0"/>
                  <a:pt x="2020025" y="0"/>
                </a:cubicBezTo>
                <a:close/>
              </a:path>
            </a:pathLst>
          </a:custGeom>
        </p:spPr>
      </p:pic>
      <p:sp>
        <p:nvSpPr>
          <p:cNvPr id="12" name="TextBox 24">
            <a:extLst>
              <a:ext uri="{FF2B5EF4-FFF2-40B4-BE49-F238E27FC236}">
                <a16:creationId xmlns:a16="http://schemas.microsoft.com/office/drawing/2014/main" id="{2F3320AC-0C51-42B8-B442-B6923C9C9833}"/>
              </a:ext>
            </a:extLst>
          </p:cNvPr>
          <p:cNvSpPr txBox="1">
            <a:spLocks/>
          </p:cNvSpPr>
          <p:nvPr/>
        </p:nvSpPr>
        <p:spPr>
          <a:xfrm>
            <a:off x="6605289" y="1621546"/>
            <a:ext cx="2388244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Aft>
                <a:spcPts val="600"/>
              </a:spcAft>
            </a:pPr>
            <a:r>
              <a:rPr lang="en-GB" sz="1600" b="1" dirty="0">
                <a:solidFill>
                  <a:schemeClr val="tx2">
                    <a:lumMod val="100000"/>
                  </a:schemeClr>
                </a:solidFill>
              </a:rPr>
              <a:t>XXX</a:t>
            </a:r>
          </a:p>
          <a:p>
            <a:pPr algn="r">
              <a:spcAft>
                <a:spcPts val="600"/>
              </a:spcAft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E23E2DE1-7EE0-DC13-A35A-8D5958D069C1}"/>
              </a:ext>
            </a:extLst>
          </p:cNvPr>
          <p:cNvSpPr txBox="1">
            <a:spLocks/>
          </p:cNvSpPr>
          <p:nvPr/>
        </p:nvSpPr>
        <p:spPr>
          <a:xfrm>
            <a:off x="5818209" y="2754218"/>
            <a:ext cx="2388244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Aft>
                <a:spcPts val="600"/>
              </a:spcAft>
            </a:pPr>
            <a:r>
              <a:rPr lang="en-GB" sz="1600" b="1" dirty="0">
                <a:solidFill>
                  <a:schemeClr val="tx2">
                    <a:lumMod val="100000"/>
                  </a:schemeClr>
                </a:solidFill>
              </a:rPr>
              <a:t>XXX</a:t>
            </a:r>
          </a:p>
          <a:p>
            <a:pPr algn="r">
              <a:spcAft>
                <a:spcPts val="600"/>
              </a:spcAft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14" name="TextBox 24">
            <a:extLst>
              <a:ext uri="{FF2B5EF4-FFF2-40B4-BE49-F238E27FC236}">
                <a16:creationId xmlns:a16="http://schemas.microsoft.com/office/drawing/2014/main" id="{26A05D15-DAB1-58E5-0BBE-80FB421FA3FE}"/>
              </a:ext>
            </a:extLst>
          </p:cNvPr>
          <p:cNvSpPr txBox="1">
            <a:spLocks/>
          </p:cNvSpPr>
          <p:nvPr/>
        </p:nvSpPr>
        <p:spPr>
          <a:xfrm>
            <a:off x="5818209" y="3886891"/>
            <a:ext cx="2388244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Aft>
                <a:spcPts val="600"/>
              </a:spcAft>
            </a:pPr>
            <a:r>
              <a:rPr lang="en-GB" sz="1600" b="1" dirty="0">
                <a:solidFill>
                  <a:schemeClr val="tx2">
                    <a:lumMod val="100000"/>
                  </a:schemeClr>
                </a:solidFill>
              </a:rPr>
              <a:t>XXX</a:t>
            </a:r>
          </a:p>
          <a:p>
            <a:pPr algn="r">
              <a:spcAft>
                <a:spcPts val="600"/>
              </a:spcAft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F5988D30-9D3C-0BEC-4A99-5E6EC0BE3619}"/>
              </a:ext>
            </a:extLst>
          </p:cNvPr>
          <p:cNvSpPr txBox="1">
            <a:spLocks/>
          </p:cNvSpPr>
          <p:nvPr/>
        </p:nvSpPr>
        <p:spPr>
          <a:xfrm>
            <a:off x="6605289" y="5019563"/>
            <a:ext cx="2388244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Aft>
                <a:spcPts val="600"/>
              </a:spcAft>
            </a:pPr>
            <a:r>
              <a:rPr lang="en-GB" sz="1600" b="1" dirty="0">
                <a:solidFill>
                  <a:schemeClr val="tx2">
                    <a:lumMod val="100000"/>
                  </a:schemeClr>
                </a:solidFill>
              </a:rPr>
              <a:t>XXX</a:t>
            </a:r>
          </a:p>
          <a:p>
            <a:pPr algn="r">
              <a:spcAft>
                <a:spcPts val="600"/>
              </a:spcAft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37369B69-DA61-1AED-D3B6-032A844ADEC8}"/>
              </a:ext>
            </a:extLst>
          </p:cNvPr>
          <p:cNvSpPr>
            <a:spLocks/>
          </p:cNvSpPr>
          <p:nvPr/>
        </p:nvSpPr>
        <p:spPr>
          <a:xfrm>
            <a:off x="9733824" y="2757506"/>
            <a:ext cx="1910308" cy="1911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389EDD3F-10A2-E5D7-FF2A-C386B144A242}"/>
              </a:ext>
            </a:extLst>
          </p:cNvPr>
          <p:cNvSpPr txBox="1">
            <a:spLocks/>
          </p:cNvSpPr>
          <p:nvPr/>
        </p:nvSpPr>
        <p:spPr>
          <a:xfrm>
            <a:off x="539750" y="1621546"/>
            <a:ext cx="4576260" cy="126402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2800" b="1" dirty="0">
                <a:solidFill>
                  <a:schemeClr val="bg1">
                    <a:lumMod val="100000"/>
                  </a:schemeClr>
                </a:solidFill>
              </a:rPr>
              <a:t>X,XXX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Lorem ipsum </a:t>
            </a: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amet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, </a:t>
            </a:r>
            <a:br>
              <a:rPr lang="en-GB" dirty="0">
                <a:solidFill>
                  <a:schemeClr val="bg1">
                    <a:lumMod val="100000"/>
                  </a:schemeClr>
                </a:solidFill>
              </a:rPr>
            </a:b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consectetuer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adipiscing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elit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32" name="TextBox 24">
            <a:extLst>
              <a:ext uri="{FF2B5EF4-FFF2-40B4-BE49-F238E27FC236}">
                <a16:creationId xmlns:a16="http://schemas.microsoft.com/office/drawing/2014/main" id="{0A7E2A60-5B57-3D05-3DDF-F0D098445BD1}"/>
              </a:ext>
            </a:extLst>
          </p:cNvPr>
          <p:cNvSpPr txBox="1">
            <a:spLocks/>
          </p:cNvSpPr>
          <p:nvPr/>
        </p:nvSpPr>
        <p:spPr>
          <a:xfrm>
            <a:off x="539750" y="3065569"/>
            <a:ext cx="4576260" cy="126402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2800" b="1" dirty="0">
                <a:solidFill>
                  <a:schemeClr val="bg1">
                    <a:lumMod val="100000"/>
                  </a:schemeClr>
                </a:solidFill>
              </a:rPr>
              <a:t>XX%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Lorem ipsum </a:t>
            </a: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amet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, </a:t>
            </a:r>
            <a:br>
              <a:rPr lang="en-GB" dirty="0">
                <a:solidFill>
                  <a:schemeClr val="bg1">
                    <a:lumMod val="100000"/>
                  </a:schemeClr>
                </a:solidFill>
              </a:rPr>
            </a:b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consectetuer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adipiscing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elit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E0C05C7B-4860-2F74-649C-D17ED48DA33B}"/>
              </a:ext>
            </a:extLst>
          </p:cNvPr>
          <p:cNvSpPr txBox="1">
            <a:spLocks/>
          </p:cNvSpPr>
          <p:nvPr/>
        </p:nvSpPr>
        <p:spPr>
          <a:xfrm>
            <a:off x="539750" y="4509593"/>
            <a:ext cx="4576260" cy="126402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2800" b="1" dirty="0">
                <a:solidFill>
                  <a:schemeClr val="bg1">
                    <a:lumMod val="100000"/>
                  </a:schemeClr>
                </a:solidFill>
              </a:rPr>
              <a:t>XX,XXX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Lorem ipsum </a:t>
            </a: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amet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, </a:t>
            </a:r>
            <a:br>
              <a:rPr lang="en-GB" dirty="0">
                <a:solidFill>
                  <a:schemeClr val="bg1">
                    <a:lumMod val="100000"/>
                  </a:schemeClr>
                </a:solidFill>
              </a:rPr>
            </a:b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consectetuer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adipiscing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100000"/>
                  </a:schemeClr>
                </a:solidFill>
              </a:rPr>
              <a:t>elit</a:t>
            </a:r>
            <a:r>
              <a:rPr lang="en-GB" dirty="0">
                <a:solidFill>
                  <a:schemeClr val="bg1">
                    <a:lumMod val="100000"/>
                  </a:schemeClr>
                </a:solidFill>
              </a:rPr>
              <a:t>. 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66E3DCA6-4DC6-4B1A-17E6-90F0E94D8125}"/>
              </a:ext>
            </a:extLst>
          </p:cNvPr>
          <p:cNvCxnSpPr>
            <a:cxnSpLocks/>
          </p:cNvCxnSpPr>
          <p:nvPr/>
        </p:nvCxnSpPr>
        <p:spPr>
          <a:xfrm>
            <a:off x="539750" y="2975569"/>
            <a:ext cx="457626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51F99F7A-0819-44CE-F164-5DB845EE3FB4}"/>
              </a:ext>
            </a:extLst>
          </p:cNvPr>
          <p:cNvCxnSpPr>
            <a:cxnSpLocks/>
          </p:cNvCxnSpPr>
          <p:nvPr/>
        </p:nvCxnSpPr>
        <p:spPr>
          <a:xfrm>
            <a:off x="539750" y="4419592"/>
            <a:ext cx="457626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63">
            <a:extLst>
              <a:ext uri="{FF2B5EF4-FFF2-40B4-BE49-F238E27FC236}">
                <a16:creationId xmlns:a16="http://schemas.microsoft.com/office/drawing/2014/main" id="{843EABD8-C89B-B6A7-7031-BEDDC76E62A3}"/>
              </a:ext>
            </a:extLst>
          </p:cNvPr>
          <p:cNvGrpSpPr/>
          <p:nvPr/>
        </p:nvGrpSpPr>
        <p:grpSpPr>
          <a:xfrm>
            <a:off x="9951588" y="538699"/>
            <a:ext cx="1704301" cy="363146"/>
            <a:chOff x="9951588" y="538699"/>
            <a:chExt cx="1704301" cy="363146"/>
          </a:xfrm>
        </p:grpSpPr>
        <p:sp>
          <p:nvSpPr>
            <p:cNvPr id="39" name="Freeform: Shape 61">
              <a:extLst>
                <a:ext uri="{FF2B5EF4-FFF2-40B4-BE49-F238E27FC236}">
                  <a16:creationId xmlns:a16="http://schemas.microsoft.com/office/drawing/2014/main" id="{B795B3F5-1CB5-A855-AE1E-D697EA2F855D}"/>
                </a:ext>
              </a:extLst>
            </p:cNvPr>
            <p:cNvSpPr/>
            <p:nvPr/>
          </p:nvSpPr>
          <p:spPr>
            <a:xfrm>
              <a:off x="10470746" y="642617"/>
              <a:ext cx="1185143" cy="207458"/>
            </a:xfrm>
            <a:custGeom>
              <a:avLst/>
              <a:gdLst>
                <a:gd name="connsiteX0" fmla="*/ 259606 w 1185143"/>
                <a:gd name="connsiteY0" fmla="*/ 138234 h 207458"/>
                <a:gd name="connsiteX1" fmla="*/ 311539 w 1185143"/>
                <a:gd name="connsiteY1" fmla="*/ 138234 h 207458"/>
                <a:gd name="connsiteX2" fmla="*/ 311539 w 1185143"/>
                <a:gd name="connsiteY2" fmla="*/ 103486 h 207458"/>
                <a:gd name="connsiteX3" fmla="*/ 259606 w 1185143"/>
                <a:gd name="connsiteY3" fmla="*/ 103486 h 207458"/>
                <a:gd name="connsiteX4" fmla="*/ 259606 w 1185143"/>
                <a:gd name="connsiteY4" fmla="*/ 138234 h 207458"/>
                <a:gd name="connsiteX5" fmla="*/ 787196 w 1185143"/>
                <a:gd name="connsiteY5" fmla="*/ 103756 h 207458"/>
                <a:gd name="connsiteX6" fmla="*/ 821943 w 1185143"/>
                <a:gd name="connsiteY6" fmla="*/ 103756 h 207458"/>
                <a:gd name="connsiteX7" fmla="*/ 821943 w 1185143"/>
                <a:gd name="connsiteY7" fmla="*/ 172981 h 207458"/>
                <a:gd name="connsiteX8" fmla="*/ 787196 w 1185143"/>
                <a:gd name="connsiteY8" fmla="*/ 172981 h 207458"/>
                <a:gd name="connsiteX9" fmla="*/ 787196 w 1185143"/>
                <a:gd name="connsiteY9" fmla="*/ 103756 h 207458"/>
                <a:gd name="connsiteX10" fmla="*/ 752718 w 1185143"/>
                <a:gd name="connsiteY10" fmla="*/ 69225 h 207458"/>
                <a:gd name="connsiteX11" fmla="*/ 735318 w 1185143"/>
                <a:gd name="connsiteY11" fmla="*/ 103756 h 207458"/>
                <a:gd name="connsiteX12" fmla="*/ 735318 w 1185143"/>
                <a:gd name="connsiteY12" fmla="*/ 172981 h 207458"/>
                <a:gd name="connsiteX13" fmla="*/ 752718 w 1185143"/>
                <a:gd name="connsiteY13" fmla="*/ 207458 h 207458"/>
                <a:gd name="connsiteX14" fmla="*/ 873821 w 1185143"/>
                <a:gd name="connsiteY14" fmla="*/ 207458 h 207458"/>
                <a:gd name="connsiteX15" fmla="*/ 873821 w 1185143"/>
                <a:gd name="connsiteY15" fmla="*/ 69225 h 207458"/>
                <a:gd name="connsiteX16" fmla="*/ 752718 w 1185143"/>
                <a:gd name="connsiteY16" fmla="*/ 69225 h 207458"/>
                <a:gd name="connsiteX17" fmla="*/ 977577 w 1185143"/>
                <a:gd name="connsiteY17" fmla="*/ 69225 h 207458"/>
                <a:gd name="connsiteX18" fmla="*/ 977577 w 1185143"/>
                <a:gd name="connsiteY18" fmla="*/ 207458 h 207458"/>
                <a:gd name="connsiteX19" fmla="*/ 1029455 w 1185143"/>
                <a:gd name="connsiteY19" fmla="*/ 207458 h 207458"/>
                <a:gd name="connsiteX20" fmla="*/ 1029455 w 1185143"/>
                <a:gd name="connsiteY20" fmla="*/ 103756 h 207458"/>
                <a:gd name="connsiteX21" fmla="*/ 1055394 w 1185143"/>
                <a:gd name="connsiteY21" fmla="*/ 103756 h 207458"/>
                <a:gd name="connsiteX22" fmla="*/ 1055394 w 1185143"/>
                <a:gd name="connsiteY22" fmla="*/ 207458 h 207458"/>
                <a:gd name="connsiteX23" fmla="*/ 1107273 w 1185143"/>
                <a:gd name="connsiteY23" fmla="*/ 207458 h 207458"/>
                <a:gd name="connsiteX24" fmla="*/ 1107273 w 1185143"/>
                <a:gd name="connsiteY24" fmla="*/ 103756 h 207458"/>
                <a:gd name="connsiteX25" fmla="*/ 1133266 w 1185143"/>
                <a:gd name="connsiteY25" fmla="*/ 103756 h 207458"/>
                <a:gd name="connsiteX26" fmla="*/ 1133266 w 1185143"/>
                <a:gd name="connsiteY26" fmla="*/ 207458 h 207458"/>
                <a:gd name="connsiteX27" fmla="*/ 1185144 w 1185143"/>
                <a:gd name="connsiteY27" fmla="*/ 207458 h 207458"/>
                <a:gd name="connsiteX28" fmla="*/ 1185144 w 1185143"/>
                <a:gd name="connsiteY28" fmla="*/ 103756 h 207458"/>
                <a:gd name="connsiteX29" fmla="*/ 1168013 w 1185143"/>
                <a:gd name="connsiteY29" fmla="*/ 69225 h 207458"/>
                <a:gd name="connsiteX30" fmla="*/ 977631 w 1185143"/>
                <a:gd name="connsiteY30" fmla="*/ 69225 h 207458"/>
                <a:gd name="connsiteX31" fmla="*/ 899760 w 1185143"/>
                <a:gd name="connsiteY31" fmla="*/ 207458 h 207458"/>
                <a:gd name="connsiteX32" fmla="*/ 951692 w 1185143"/>
                <a:gd name="connsiteY32" fmla="*/ 207458 h 207458"/>
                <a:gd name="connsiteX33" fmla="*/ 951692 w 1185143"/>
                <a:gd name="connsiteY33" fmla="*/ 69225 h 207458"/>
                <a:gd name="connsiteX34" fmla="*/ 899760 w 1185143"/>
                <a:gd name="connsiteY34" fmla="*/ 69009 h 207458"/>
                <a:gd name="connsiteX35" fmla="*/ 899760 w 1185143"/>
                <a:gd name="connsiteY35" fmla="*/ 207458 h 207458"/>
                <a:gd name="connsiteX36" fmla="*/ 112565 w 1185143"/>
                <a:gd name="connsiteY36" fmla="*/ 34477 h 207458"/>
                <a:gd name="connsiteX37" fmla="*/ 112565 w 1185143"/>
                <a:gd name="connsiteY37" fmla="*/ 103756 h 207458"/>
                <a:gd name="connsiteX38" fmla="*/ 86355 w 1185143"/>
                <a:gd name="connsiteY38" fmla="*/ 103756 h 207458"/>
                <a:gd name="connsiteX39" fmla="*/ 112565 w 1185143"/>
                <a:gd name="connsiteY39" fmla="*/ 34477 h 207458"/>
                <a:gd name="connsiteX40" fmla="*/ 69225 w 1185143"/>
                <a:gd name="connsiteY40" fmla="*/ 0 h 207458"/>
                <a:gd name="connsiteX41" fmla="*/ 0 w 1185143"/>
                <a:gd name="connsiteY41" fmla="*/ 207458 h 207458"/>
                <a:gd name="connsiteX42" fmla="*/ 51878 w 1185143"/>
                <a:gd name="connsiteY42" fmla="*/ 207458 h 207458"/>
                <a:gd name="connsiteX43" fmla="*/ 77817 w 1185143"/>
                <a:gd name="connsiteY43" fmla="*/ 138450 h 207458"/>
                <a:gd name="connsiteX44" fmla="*/ 112565 w 1185143"/>
                <a:gd name="connsiteY44" fmla="*/ 138450 h 207458"/>
                <a:gd name="connsiteX45" fmla="*/ 112565 w 1185143"/>
                <a:gd name="connsiteY45" fmla="*/ 207458 h 207458"/>
                <a:gd name="connsiteX46" fmla="*/ 164443 w 1185143"/>
                <a:gd name="connsiteY46" fmla="*/ 207458 h 207458"/>
                <a:gd name="connsiteX47" fmla="*/ 164443 w 1185143"/>
                <a:gd name="connsiteY47" fmla="*/ 0 h 207458"/>
                <a:gd name="connsiteX48" fmla="*/ 69225 w 1185143"/>
                <a:gd name="connsiteY48" fmla="*/ 0 h 207458"/>
                <a:gd name="connsiteX49" fmla="*/ 190328 w 1185143"/>
                <a:gd name="connsiteY49" fmla="*/ 207458 h 207458"/>
                <a:gd name="connsiteX50" fmla="*/ 242206 w 1185143"/>
                <a:gd name="connsiteY50" fmla="*/ 207458 h 207458"/>
                <a:gd name="connsiteX51" fmla="*/ 242206 w 1185143"/>
                <a:gd name="connsiteY51" fmla="*/ 0 h 207458"/>
                <a:gd name="connsiteX52" fmla="*/ 190328 w 1185143"/>
                <a:gd name="connsiteY52" fmla="*/ 0 h 207458"/>
                <a:gd name="connsiteX53" fmla="*/ 190328 w 1185143"/>
                <a:gd name="connsiteY53" fmla="*/ 207458 h 207458"/>
                <a:gd name="connsiteX54" fmla="*/ 328615 w 1185143"/>
                <a:gd name="connsiteY54" fmla="*/ 0 h 207458"/>
                <a:gd name="connsiteX55" fmla="*/ 328615 w 1185143"/>
                <a:gd name="connsiteY55" fmla="*/ 207458 h 207458"/>
                <a:gd name="connsiteX56" fmla="*/ 380493 w 1185143"/>
                <a:gd name="connsiteY56" fmla="*/ 207458 h 207458"/>
                <a:gd name="connsiteX57" fmla="*/ 380493 w 1185143"/>
                <a:gd name="connsiteY57" fmla="*/ 103756 h 207458"/>
                <a:gd name="connsiteX58" fmla="*/ 415295 w 1185143"/>
                <a:gd name="connsiteY58" fmla="*/ 103756 h 207458"/>
                <a:gd name="connsiteX59" fmla="*/ 415295 w 1185143"/>
                <a:gd name="connsiteY59" fmla="*/ 172981 h 207458"/>
                <a:gd name="connsiteX60" fmla="*/ 432641 w 1185143"/>
                <a:gd name="connsiteY60" fmla="*/ 207458 h 207458"/>
                <a:gd name="connsiteX61" fmla="*/ 553798 w 1185143"/>
                <a:gd name="connsiteY61" fmla="*/ 207458 h 207458"/>
                <a:gd name="connsiteX62" fmla="*/ 553798 w 1185143"/>
                <a:gd name="connsiteY62" fmla="*/ 103756 h 207458"/>
                <a:gd name="connsiteX63" fmla="*/ 579737 w 1185143"/>
                <a:gd name="connsiteY63" fmla="*/ 103756 h 207458"/>
                <a:gd name="connsiteX64" fmla="*/ 579737 w 1185143"/>
                <a:gd name="connsiteY64" fmla="*/ 207458 h 207458"/>
                <a:gd name="connsiteX65" fmla="*/ 631561 w 1185143"/>
                <a:gd name="connsiteY65" fmla="*/ 207458 h 207458"/>
                <a:gd name="connsiteX66" fmla="*/ 631561 w 1185143"/>
                <a:gd name="connsiteY66" fmla="*/ 103756 h 207458"/>
                <a:gd name="connsiteX67" fmla="*/ 657555 w 1185143"/>
                <a:gd name="connsiteY67" fmla="*/ 103756 h 207458"/>
                <a:gd name="connsiteX68" fmla="*/ 657555 w 1185143"/>
                <a:gd name="connsiteY68" fmla="*/ 207458 h 207458"/>
                <a:gd name="connsiteX69" fmla="*/ 709433 w 1185143"/>
                <a:gd name="connsiteY69" fmla="*/ 207458 h 207458"/>
                <a:gd name="connsiteX70" fmla="*/ 709433 w 1185143"/>
                <a:gd name="connsiteY70" fmla="*/ 103756 h 207458"/>
                <a:gd name="connsiteX71" fmla="*/ 735372 w 1185143"/>
                <a:gd name="connsiteY71" fmla="*/ 103756 h 207458"/>
                <a:gd name="connsiteX72" fmla="*/ 735372 w 1185143"/>
                <a:gd name="connsiteY72" fmla="*/ 69225 h 207458"/>
                <a:gd name="connsiteX73" fmla="*/ 709433 w 1185143"/>
                <a:gd name="connsiteY73" fmla="*/ 69225 h 207458"/>
                <a:gd name="connsiteX74" fmla="*/ 709433 w 1185143"/>
                <a:gd name="connsiteY74" fmla="*/ 34477 h 207458"/>
                <a:gd name="connsiteX75" fmla="*/ 657555 w 1185143"/>
                <a:gd name="connsiteY75" fmla="*/ 34477 h 207458"/>
                <a:gd name="connsiteX76" fmla="*/ 657555 w 1185143"/>
                <a:gd name="connsiteY76" fmla="*/ 69225 h 207458"/>
                <a:gd name="connsiteX77" fmla="*/ 631561 w 1185143"/>
                <a:gd name="connsiteY77" fmla="*/ 69225 h 207458"/>
                <a:gd name="connsiteX78" fmla="*/ 631561 w 1185143"/>
                <a:gd name="connsiteY78" fmla="*/ 34477 h 207458"/>
                <a:gd name="connsiteX79" fmla="*/ 579737 w 1185143"/>
                <a:gd name="connsiteY79" fmla="*/ 34477 h 207458"/>
                <a:gd name="connsiteX80" fmla="*/ 579737 w 1185143"/>
                <a:gd name="connsiteY80" fmla="*/ 69225 h 207458"/>
                <a:gd name="connsiteX81" fmla="*/ 501650 w 1185143"/>
                <a:gd name="connsiteY81" fmla="*/ 69225 h 207458"/>
                <a:gd name="connsiteX82" fmla="*/ 501650 w 1185143"/>
                <a:gd name="connsiteY82" fmla="*/ 172927 h 207458"/>
                <a:gd name="connsiteX83" fmla="*/ 467173 w 1185143"/>
                <a:gd name="connsiteY83" fmla="*/ 172927 h 207458"/>
                <a:gd name="connsiteX84" fmla="*/ 467173 w 1185143"/>
                <a:gd name="connsiteY84" fmla="*/ 69225 h 207458"/>
                <a:gd name="connsiteX85" fmla="*/ 380547 w 1185143"/>
                <a:gd name="connsiteY85" fmla="*/ 69225 h 207458"/>
                <a:gd name="connsiteX86" fmla="*/ 380547 w 1185143"/>
                <a:gd name="connsiteY86" fmla="*/ 34477 h 207458"/>
                <a:gd name="connsiteX87" fmla="*/ 467173 w 1185143"/>
                <a:gd name="connsiteY87" fmla="*/ 34477 h 207458"/>
                <a:gd name="connsiteX88" fmla="*/ 467173 w 1185143"/>
                <a:gd name="connsiteY88" fmla="*/ 0 h 207458"/>
                <a:gd name="connsiteX89" fmla="*/ 328669 w 1185143"/>
                <a:gd name="connsiteY89" fmla="*/ 0 h 207458"/>
                <a:gd name="connsiteX90" fmla="*/ 899760 w 1185143"/>
                <a:gd name="connsiteY90" fmla="*/ 34477 h 207458"/>
                <a:gd name="connsiteX91" fmla="*/ 951692 w 1185143"/>
                <a:gd name="connsiteY91" fmla="*/ 34477 h 207458"/>
                <a:gd name="connsiteX92" fmla="*/ 951692 w 1185143"/>
                <a:gd name="connsiteY92" fmla="*/ 0 h 207458"/>
                <a:gd name="connsiteX93" fmla="*/ 899760 w 1185143"/>
                <a:gd name="connsiteY93" fmla="*/ 0 h 207458"/>
                <a:gd name="connsiteX94" fmla="*/ 899760 w 1185143"/>
                <a:gd name="connsiteY94" fmla="*/ 34477 h 20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185143" h="207458">
                  <a:moveTo>
                    <a:pt x="259606" y="138234"/>
                  </a:moveTo>
                  <a:lnTo>
                    <a:pt x="311539" y="138234"/>
                  </a:lnTo>
                  <a:lnTo>
                    <a:pt x="311539" y="103486"/>
                  </a:lnTo>
                  <a:lnTo>
                    <a:pt x="259606" y="103486"/>
                  </a:lnTo>
                  <a:lnTo>
                    <a:pt x="259606" y="138234"/>
                  </a:lnTo>
                  <a:close/>
                  <a:moveTo>
                    <a:pt x="787196" y="103756"/>
                  </a:moveTo>
                  <a:lnTo>
                    <a:pt x="821943" y="103756"/>
                  </a:lnTo>
                  <a:lnTo>
                    <a:pt x="821943" y="172981"/>
                  </a:lnTo>
                  <a:lnTo>
                    <a:pt x="787196" y="172981"/>
                  </a:lnTo>
                  <a:lnTo>
                    <a:pt x="787196" y="103756"/>
                  </a:lnTo>
                  <a:close/>
                  <a:moveTo>
                    <a:pt x="752718" y="69225"/>
                  </a:moveTo>
                  <a:lnTo>
                    <a:pt x="735318" y="103756"/>
                  </a:lnTo>
                  <a:lnTo>
                    <a:pt x="735318" y="172981"/>
                  </a:lnTo>
                  <a:lnTo>
                    <a:pt x="752718" y="207458"/>
                  </a:lnTo>
                  <a:lnTo>
                    <a:pt x="873821" y="207458"/>
                  </a:lnTo>
                  <a:lnTo>
                    <a:pt x="873821" y="69225"/>
                  </a:lnTo>
                  <a:lnTo>
                    <a:pt x="752718" y="69225"/>
                  </a:lnTo>
                  <a:close/>
                  <a:moveTo>
                    <a:pt x="977577" y="69225"/>
                  </a:moveTo>
                  <a:lnTo>
                    <a:pt x="977577" y="207458"/>
                  </a:lnTo>
                  <a:lnTo>
                    <a:pt x="1029455" y="207458"/>
                  </a:lnTo>
                  <a:lnTo>
                    <a:pt x="1029455" y="103756"/>
                  </a:lnTo>
                  <a:lnTo>
                    <a:pt x="1055394" y="103756"/>
                  </a:lnTo>
                  <a:lnTo>
                    <a:pt x="1055394" y="207458"/>
                  </a:lnTo>
                  <a:lnTo>
                    <a:pt x="1107273" y="207458"/>
                  </a:lnTo>
                  <a:lnTo>
                    <a:pt x="1107273" y="103756"/>
                  </a:lnTo>
                  <a:lnTo>
                    <a:pt x="1133266" y="103756"/>
                  </a:lnTo>
                  <a:lnTo>
                    <a:pt x="1133266" y="207458"/>
                  </a:lnTo>
                  <a:lnTo>
                    <a:pt x="1185144" y="207458"/>
                  </a:lnTo>
                  <a:lnTo>
                    <a:pt x="1185144" y="103756"/>
                  </a:lnTo>
                  <a:lnTo>
                    <a:pt x="1168013" y="69225"/>
                  </a:lnTo>
                  <a:lnTo>
                    <a:pt x="977631" y="69225"/>
                  </a:lnTo>
                  <a:close/>
                  <a:moveTo>
                    <a:pt x="899760" y="207458"/>
                  </a:moveTo>
                  <a:lnTo>
                    <a:pt x="951692" y="207458"/>
                  </a:lnTo>
                  <a:lnTo>
                    <a:pt x="951692" y="69225"/>
                  </a:lnTo>
                  <a:lnTo>
                    <a:pt x="899760" y="69009"/>
                  </a:lnTo>
                  <a:lnTo>
                    <a:pt x="899760" y="207458"/>
                  </a:lnTo>
                  <a:close/>
                  <a:moveTo>
                    <a:pt x="112565" y="34477"/>
                  </a:moveTo>
                  <a:lnTo>
                    <a:pt x="112565" y="103756"/>
                  </a:lnTo>
                  <a:lnTo>
                    <a:pt x="86355" y="103756"/>
                  </a:lnTo>
                  <a:lnTo>
                    <a:pt x="112565" y="34477"/>
                  </a:lnTo>
                  <a:close/>
                  <a:moveTo>
                    <a:pt x="69225" y="0"/>
                  </a:moveTo>
                  <a:lnTo>
                    <a:pt x="0" y="207458"/>
                  </a:lnTo>
                  <a:lnTo>
                    <a:pt x="51878" y="207458"/>
                  </a:lnTo>
                  <a:lnTo>
                    <a:pt x="77817" y="138450"/>
                  </a:lnTo>
                  <a:lnTo>
                    <a:pt x="112565" y="138450"/>
                  </a:lnTo>
                  <a:lnTo>
                    <a:pt x="112565" y="207458"/>
                  </a:lnTo>
                  <a:lnTo>
                    <a:pt x="164443" y="207458"/>
                  </a:lnTo>
                  <a:lnTo>
                    <a:pt x="164443" y="0"/>
                  </a:lnTo>
                  <a:lnTo>
                    <a:pt x="69225" y="0"/>
                  </a:lnTo>
                  <a:close/>
                  <a:moveTo>
                    <a:pt x="190328" y="207458"/>
                  </a:moveTo>
                  <a:lnTo>
                    <a:pt x="242206" y="207458"/>
                  </a:lnTo>
                  <a:lnTo>
                    <a:pt x="242206" y="0"/>
                  </a:lnTo>
                  <a:lnTo>
                    <a:pt x="190328" y="0"/>
                  </a:lnTo>
                  <a:lnTo>
                    <a:pt x="190328" y="207458"/>
                  </a:lnTo>
                  <a:close/>
                  <a:moveTo>
                    <a:pt x="328615" y="0"/>
                  </a:moveTo>
                  <a:lnTo>
                    <a:pt x="328615" y="207458"/>
                  </a:lnTo>
                  <a:lnTo>
                    <a:pt x="380493" y="207458"/>
                  </a:lnTo>
                  <a:lnTo>
                    <a:pt x="380493" y="103756"/>
                  </a:lnTo>
                  <a:lnTo>
                    <a:pt x="415295" y="103756"/>
                  </a:lnTo>
                  <a:lnTo>
                    <a:pt x="415295" y="172981"/>
                  </a:lnTo>
                  <a:lnTo>
                    <a:pt x="432641" y="207458"/>
                  </a:lnTo>
                  <a:lnTo>
                    <a:pt x="553798" y="207458"/>
                  </a:lnTo>
                  <a:lnTo>
                    <a:pt x="553798" y="103756"/>
                  </a:lnTo>
                  <a:lnTo>
                    <a:pt x="579737" y="103756"/>
                  </a:lnTo>
                  <a:lnTo>
                    <a:pt x="579737" y="207458"/>
                  </a:lnTo>
                  <a:lnTo>
                    <a:pt x="631561" y="207458"/>
                  </a:lnTo>
                  <a:lnTo>
                    <a:pt x="631561" y="103756"/>
                  </a:lnTo>
                  <a:lnTo>
                    <a:pt x="657555" y="103756"/>
                  </a:lnTo>
                  <a:lnTo>
                    <a:pt x="657555" y="207458"/>
                  </a:lnTo>
                  <a:lnTo>
                    <a:pt x="709433" y="207458"/>
                  </a:lnTo>
                  <a:lnTo>
                    <a:pt x="709433" y="103756"/>
                  </a:lnTo>
                  <a:lnTo>
                    <a:pt x="735372" y="103756"/>
                  </a:lnTo>
                  <a:lnTo>
                    <a:pt x="735372" y="69225"/>
                  </a:lnTo>
                  <a:lnTo>
                    <a:pt x="709433" y="69225"/>
                  </a:lnTo>
                  <a:lnTo>
                    <a:pt x="709433" y="34477"/>
                  </a:lnTo>
                  <a:lnTo>
                    <a:pt x="657555" y="34477"/>
                  </a:lnTo>
                  <a:lnTo>
                    <a:pt x="657555" y="69225"/>
                  </a:lnTo>
                  <a:lnTo>
                    <a:pt x="631561" y="69225"/>
                  </a:lnTo>
                  <a:lnTo>
                    <a:pt x="631561" y="34477"/>
                  </a:lnTo>
                  <a:lnTo>
                    <a:pt x="579737" y="34477"/>
                  </a:lnTo>
                  <a:lnTo>
                    <a:pt x="579737" y="69225"/>
                  </a:lnTo>
                  <a:lnTo>
                    <a:pt x="501650" y="69225"/>
                  </a:lnTo>
                  <a:lnTo>
                    <a:pt x="501650" y="172927"/>
                  </a:lnTo>
                  <a:lnTo>
                    <a:pt x="467173" y="172927"/>
                  </a:lnTo>
                  <a:lnTo>
                    <a:pt x="467173" y="69225"/>
                  </a:lnTo>
                  <a:lnTo>
                    <a:pt x="380547" y="69225"/>
                  </a:lnTo>
                  <a:lnTo>
                    <a:pt x="380547" y="34477"/>
                  </a:lnTo>
                  <a:lnTo>
                    <a:pt x="467173" y="34477"/>
                  </a:lnTo>
                  <a:lnTo>
                    <a:pt x="467173" y="0"/>
                  </a:lnTo>
                  <a:lnTo>
                    <a:pt x="328669" y="0"/>
                  </a:lnTo>
                  <a:close/>
                  <a:moveTo>
                    <a:pt x="899760" y="34477"/>
                  </a:moveTo>
                  <a:lnTo>
                    <a:pt x="951692" y="34477"/>
                  </a:lnTo>
                  <a:lnTo>
                    <a:pt x="951692" y="0"/>
                  </a:lnTo>
                  <a:lnTo>
                    <a:pt x="899760" y="0"/>
                  </a:lnTo>
                  <a:lnTo>
                    <a:pt x="899760" y="34477"/>
                  </a:lnTo>
                  <a:close/>
                </a:path>
              </a:pathLst>
            </a:custGeom>
            <a:solidFill>
              <a:srgbClr val="004F9F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62">
              <a:extLst>
                <a:ext uri="{FF2B5EF4-FFF2-40B4-BE49-F238E27FC236}">
                  <a16:creationId xmlns:a16="http://schemas.microsoft.com/office/drawing/2014/main" id="{41F42803-176D-DC15-36AC-939598AF47F9}"/>
                </a:ext>
              </a:extLst>
            </p:cNvPr>
            <p:cNvSpPr/>
            <p:nvPr/>
          </p:nvSpPr>
          <p:spPr>
            <a:xfrm>
              <a:off x="9951588" y="538699"/>
              <a:ext cx="415348" cy="363146"/>
            </a:xfrm>
            <a:custGeom>
              <a:avLst/>
              <a:gdLst>
                <a:gd name="connsiteX0" fmla="*/ 156175 w 415348"/>
                <a:gd name="connsiteY0" fmla="*/ 155526 h 363146"/>
                <a:gd name="connsiteX1" fmla="*/ 207782 w 415348"/>
                <a:gd name="connsiteY1" fmla="*/ 103864 h 363146"/>
                <a:gd name="connsiteX2" fmla="*/ 259390 w 415348"/>
                <a:gd name="connsiteY2" fmla="*/ 155526 h 363146"/>
                <a:gd name="connsiteX3" fmla="*/ 207782 w 415348"/>
                <a:gd name="connsiteY3" fmla="*/ 207296 h 363146"/>
                <a:gd name="connsiteX4" fmla="*/ 156175 w 415348"/>
                <a:gd name="connsiteY4" fmla="*/ 155526 h 363146"/>
                <a:gd name="connsiteX5" fmla="*/ 207782 w 415348"/>
                <a:gd name="connsiteY5" fmla="*/ 0 h 363146"/>
                <a:gd name="connsiteX6" fmla="*/ 0 w 415348"/>
                <a:gd name="connsiteY6" fmla="*/ 207350 h 363146"/>
                <a:gd name="connsiteX7" fmla="*/ 51986 w 415348"/>
                <a:gd name="connsiteY7" fmla="*/ 259228 h 363146"/>
                <a:gd name="connsiteX8" fmla="*/ 104134 w 415348"/>
                <a:gd name="connsiteY8" fmla="*/ 207512 h 363146"/>
                <a:gd name="connsiteX9" fmla="*/ 155904 w 415348"/>
                <a:gd name="connsiteY9" fmla="*/ 259499 h 363146"/>
                <a:gd name="connsiteX10" fmla="*/ 103810 w 415348"/>
                <a:gd name="connsiteY10" fmla="*/ 311593 h 363146"/>
                <a:gd name="connsiteX11" fmla="*/ 155904 w 415348"/>
                <a:gd name="connsiteY11" fmla="*/ 363147 h 363146"/>
                <a:gd name="connsiteX12" fmla="*/ 206810 w 415348"/>
                <a:gd name="connsiteY12" fmla="*/ 311431 h 363146"/>
                <a:gd name="connsiteX13" fmla="*/ 259823 w 415348"/>
                <a:gd name="connsiteY13" fmla="*/ 363147 h 363146"/>
                <a:gd name="connsiteX14" fmla="*/ 311485 w 415348"/>
                <a:gd name="connsiteY14" fmla="*/ 311431 h 363146"/>
                <a:gd name="connsiteX15" fmla="*/ 259823 w 415348"/>
                <a:gd name="connsiteY15" fmla="*/ 259769 h 363146"/>
                <a:gd name="connsiteX16" fmla="*/ 312025 w 415348"/>
                <a:gd name="connsiteY16" fmla="*/ 207512 h 363146"/>
                <a:gd name="connsiteX17" fmla="*/ 363633 w 415348"/>
                <a:gd name="connsiteY17" fmla="*/ 259228 h 363146"/>
                <a:gd name="connsiteX18" fmla="*/ 415349 w 415348"/>
                <a:gd name="connsiteY18" fmla="*/ 207512 h 363146"/>
                <a:gd name="connsiteX19" fmla="*/ 207782 w 415348"/>
                <a:gd name="connsiteY19" fmla="*/ 0 h 3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5348" h="363146">
                  <a:moveTo>
                    <a:pt x="156175" y="155526"/>
                  </a:moveTo>
                  <a:lnTo>
                    <a:pt x="207782" y="103864"/>
                  </a:lnTo>
                  <a:lnTo>
                    <a:pt x="259390" y="155526"/>
                  </a:lnTo>
                  <a:lnTo>
                    <a:pt x="207782" y="207296"/>
                  </a:lnTo>
                  <a:lnTo>
                    <a:pt x="156175" y="155526"/>
                  </a:lnTo>
                  <a:close/>
                  <a:moveTo>
                    <a:pt x="207782" y="0"/>
                  </a:moveTo>
                  <a:lnTo>
                    <a:pt x="0" y="207350"/>
                  </a:lnTo>
                  <a:lnTo>
                    <a:pt x="51986" y="259228"/>
                  </a:lnTo>
                  <a:lnTo>
                    <a:pt x="104134" y="207512"/>
                  </a:lnTo>
                  <a:lnTo>
                    <a:pt x="155904" y="259499"/>
                  </a:lnTo>
                  <a:lnTo>
                    <a:pt x="103810" y="311593"/>
                  </a:lnTo>
                  <a:lnTo>
                    <a:pt x="155904" y="363147"/>
                  </a:lnTo>
                  <a:lnTo>
                    <a:pt x="206810" y="311431"/>
                  </a:lnTo>
                  <a:lnTo>
                    <a:pt x="259823" y="363147"/>
                  </a:lnTo>
                  <a:lnTo>
                    <a:pt x="311485" y="311431"/>
                  </a:lnTo>
                  <a:lnTo>
                    <a:pt x="259823" y="259769"/>
                  </a:lnTo>
                  <a:lnTo>
                    <a:pt x="312025" y="207512"/>
                  </a:lnTo>
                  <a:lnTo>
                    <a:pt x="363633" y="259228"/>
                  </a:lnTo>
                  <a:lnTo>
                    <a:pt x="415349" y="207512"/>
                  </a:lnTo>
                  <a:lnTo>
                    <a:pt x="207782" y="0"/>
                  </a:lnTo>
                  <a:close/>
                </a:path>
              </a:pathLst>
            </a:custGeom>
            <a:solidFill>
              <a:schemeClr val="accent2"/>
            </a:solidFill>
            <a:ln w="53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143EA1-0749-64CD-0B62-9CC9D2665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>
                <a:solidFill>
                  <a:schemeClr val="tx2"/>
                </a:solidFill>
              </a:rPr>
              <a:pPr/>
              <a:t>93</a:t>
            </a:fld>
            <a:endParaRPr lang="en-GB" dirty="0">
              <a:solidFill>
                <a:schemeClr val="tx2"/>
              </a:solidFill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B5E643B-C70A-D303-0782-750EBD9FE8CC}"/>
              </a:ext>
            </a:extLst>
          </p:cNvPr>
          <p:cNvGrpSpPr>
            <a:grpSpLocks/>
          </p:cNvGrpSpPr>
          <p:nvPr/>
        </p:nvGrpSpPr>
        <p:grpSpPr>
          <a:xfrm>
            <a:off x="9372627" y="1657572"/>
            <a:ext cx="682001" cy="682001"/>
            <a:chOff x="539750" y="2164948"/>
            <a:chExt cx="522436" cy="522436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C4372FC2-EC05-619B-F93A-417C43625717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7BEAB7E6-4399-E559-5015-11708D00C7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D90E4DD-0344-FE2C-7B71-CFB7DEF4A3B3}"/>
              </a:ext>
            </a:extLst>
          </p:cNvPr>
          <p:cNvGrpSpPr>
            <a:grpSpLocks/>
          </p:cNvGrpSpPr>
          <p:nvPr/>
        </p:nvGrpSpPr>
        <p:grpSpPr>
          <a:xfrm>
            <a:off x="8461097" y="2790244"/>
            <a:ext cx="682001" cy="682001"/>
            <a:chOff x="539750" y="2164948"/>
            <a:chExt cx="522436" cy="522436"/>
          </a:xfrm>
        </p:grpSpPr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4743C6AC-F910-C875-BFB3-3ADFDF62C5BC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D821D211-B010-F3E6-73D1-628FC374E4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CC918A54-D867-020F-9CA6-76F174B86769}"/>
              </a:ext>
            </a:extLst>
          </p:cNvPr>
          <p:cNvGrpSpPr>
            <a:grpSpLocks/>
          </p:cNvGrpSpPr>
          <p:nvPr/>
        </p:nvGrpSpPr>
        <p:grpSpPr>
          <a:xfrm>
            <a:off x="8461097" y="3922917"/>
            <a:ext cx="682001" cy="682001"/>
            <a:chOff x="539750" y="2164948"/>
            <a:chExt cx="522436" cy="522436"/>
          </a:xfrm>
        </p:grpSpPr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510F2693-1BF4-292C-B49E-97D9CF555971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E662481F-25C5-A18F-ADFE-6BF39EE6DD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90758452-CD1F-ED92-E75F-A3038778E4AF}"/>
              </a:ext>
            </a:extLst>
          </p:cNvPr>
          <p:cNvGrpSpPr>
            <a:grpSpLocks/>
          </p:cNvGrpSpPr>
          <p:nvPr/>
        </p:nvGrpSpPr>
        <p:grpSpPr>
          <a:xfrm>
            <a:off x="9372627" y="5055589"/>
            <a:ext cx="682001" cy="682001"/>
            <a:chOff x="539750" y="2164948"/>
            <a:chExt cx="522436" cy="522436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D89C5BAA-00DB-CCDB-80A4-3962697DE5CE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47" name="Grafik 46">
              <a:extLst>
                <a:ext uri="{FF2B5EF4-FFF2-40B4-BE49-F238E27FC236}">
                  <a16:creationId xmlns:a16="http://schemas.microsoft.com/office/drawing/2014/main" id="{425F8869-98ED-5D53-3F4B-15289A52B0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pic>
        <p:nvPicPr>
          <p:cNvPr id="50" name="Grafik 49">
            <a:extLst>
              <a:ext uri="{FF2B5EF4-FFF2-40B4-BE49-F238E27FC236}">
                <a16:creationId xmlns:a16="http://schemas.microsoft.com/office/drawing/2014/main" id="{DD8F6363-2030-7446-D91C-DB5EEF7BC8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72136" y="3195819"/>
            <a:ext cx="1033682" cy="1033682"/>
          </a:xfrm>
          <a:prstGeom prst="rect">
            <a:avLst/>
          </a:prstGeom>
        </p:spPr>
      </p:pic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B6E26C40-EF01-A84D-793B-EE0BEC3AFEB3}"/>
              </a:ext>
            </a:extLst>
          </p:cNvPr>
          <p:cNvSpPr/>
          <p:nvPr/>
        </p:nvSpPr>
        <p:spPr>
          <a:xfrm>
            <a:off x="5833161" y="163008"/>
            <a:ext cx="2711015" cy="1251215"/>
          </a:xfrm>
          <a:prstGeom prst="wedgeRectCallout">
            <a:avLst>
              <a:gd name="adj1" fmla="val 140361"/>
              <a:gd name="adj2" fmla="val 9224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>
            <a:noAutofit/>
          </a:bodyPr>
          <a:lstStyle/>
          <a:p>
            <a:r>
              <a:rPr lang="en-IN" i="1" dirty="0">
                <a:solidFill>
                  <a:schemeClr val="tx2"/>
                </a:solidFill>
              </a:rPr>
              <a:t>Instruction: Blue Image is a Placeholders. Change Image.</a:t>
            </a:r>
            <a:endParaRPr lang="en-GB" i="1" dirty="0">
              <a:solidFill>
                <a:schemeClr val="tx2"/>
              </a:solidFill>
            </a:endParaRPr>
          </a:p>
          <a:p>
            <a:endParaRPr lang="en-GB" i="1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67603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4561B45-CE76-7DB7-4A2A-085A63A8F0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561B45-CE76-7DB7-4A2A-085A63A8F0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Freihandform: Form 64">
            <a:extLst>
              <a:ext uri="{FF2B5EF4-FFF2-40B4-BE49-F238E27FC236}">
                <a16:creationId xmlns:a16="http://schemas.microsoft.com/office/drawing/2014/main" id="{9D16EF14-C044-00A3-154A-3ADCD6D2C057}"/>
              </a:ext>
            </a:extLst>
          </p:cNvPr>
          <p:cNvSpPr>
            <a:spLocks/>
          </p:cNvSpPr>
          <p:nvPr/>
        </p:nvSpPr>
        <p:spPr>
          <a:xfrm>
            <a:off x="544009" y="1617662"/>
            <a:ext cx="7081904" cy="3939857"/>
          </a:xfrm>
          <a:custGeom>
            <a:avLst/>
            <a:gdLst>
              <a:gd name="connsiteX0" fmla="*/ 6192456 w 6192456"/>
              <a:gd name="connsiteY0" fmla="*/ 0 h 3252486"/>
              <a:gd name="connsiteX1" fmla="*/ 6192456 w 6192456"/>
              <a:gd name="connsiteY1" fmla="*/ 3252486 h 3252486"/>
              <a:gd name="connsiteX2" fmla="*/ 0 w 6192456"/>
              <a:gd name="connsiteY2" fmla="*/ 3252486 h 3252486"/>
              <a:gd name="connsiteX3" fmla="*/ 4421529 w 6192456"/>
              <a:gd name="connsiteY3" fmla="*/ 2071868 h 3252486"/>
              <a:gd name="connsiteX4" fmla="*/ 6192456 w 6192456"/>
              <a:gd name="connsiteY4" fmla="*/ 0 h 325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2456" h="3252486">
                <a:moveTo>
                  <a:pt x="6192456" y="0"/>
                </a:moveTo>
                <a:lnTo>
                  <a:pt x="6192456" y="3252486"/>
                </a:lnTo>
                <a:lnTo>
                  <a:pt x="0" y="3252486"/>
                </a:lnTo>
                <a:cubicBezTo>
                  <a:pt x="1694726" y="2933217"/>
                  <a:pt x="3389453" y="2613949"/>
                  <a:pt x="4421529" y="2071868"/>
                </a:cubicBezTo>
                <a:cubicBezTo>
                  <a:pt x="5453605" y="1529787"/>
                  <a:pt x="5823030" y="764893"/>
                  <a:pt x="6192456" y="0"/>
                </a:cubicBez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230892-814B-7693-2FD1-60CE049F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Chart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4056C5-EE73-CC03-7284-A36E95BBCE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94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90301C-6462-850E-9E9B-718E7B605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562D428D-9525-468B-DF7E-9F29640BB435}"/>
              </a:ext>
            </a:extLst>
          </p:cNvPr>
          <p:cNvSpPr txBox="1">
            <a:spLocks/>
          </p:cNvSpPr>
          <p:nvPr/>
        </p:nvSpPr>
        <p:spPr>
          <a:xfrm>
            <a:off x="8173035" y="1621546"/>
            <a:ext cx="3479215" cy="1492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. Aenean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commodo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ligula </a:t>
            </a:r>
            <a:br>
              <a:rPr lang="en-GB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eget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. Aenean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massa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. </a:t>
            </a:r>
            <a:br>
              <a:rPr lang="en-GB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Cum sociis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natoque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penatibus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.</a:t>
            </a:r>
          </a:p>
        </p:txBody>
      </p:sp>
      <p:sp>
        <p:nvSpPr>
          <p:cNvPr id="9" name="TextBox 24">
            <a:extLst>
              <a:ext uri="{FF2B5EF4-FFF2-40B4-BE49-F238E27FC236}">
                <a16:creationId xmlns:a16="http://schemas.microsoft.com/office/drawing/2014/main" id="{EF0770BC-D491-54B8-E707-9762ACD303F2}"/>
              </a:ext>
            </a:extLst>
          </p:cNvPr>
          <p:cNvSpPr txBox="1">
            <a:spLocks/>
          </p:cNvSpPr>
          <p:nvPr/>
        </p:nvSpPr>
        <p:spPr>
          <a:xfrm>
            <a:off x="8173032" y="4123258"/>
            <a:ext cx="3479215" cy="16552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lvl="1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lvl="1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lvl="1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lvl="1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lvl="1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1602BC-33FB-E770-E865-3F0C4B8ED1B3}"/>
              </a:ext>
            </a:extLst>
          </p:cNvPr>
          <p:cNvSpPr>
            <a:spLocks/>
          </p:cNvSpPr>
          <p:nvPr/>
        </p:nvSpPr>
        <p:spPr>
          <a:xfrm>
            <a:off x="538163" y="5557520"/>
            <a:ext cx="1771937" cy="4224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sp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EE89860-C02A-2CA9-A4A7-544D1C0EE45F}"/>
              </a:ext>
            </a:extLst>
          </p:cNvPr>
          <p:cNvSpPr>
            <a:spLocks/>
          </p:cNvSpPr>
          <p:nvPr/>
        </p:nvSpPr>
        <p:spPr>
          <a:xfrm>
            <a:off x="2310100" y="5557520"/>
            <a:ext cx="1771937" cy="4224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sp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A28ACF4-450F-8609-C0F0-11B0C0F034EB}"/>
              </a:ext>
            </a:extLst>
          </p:cNvPr>
          <p:cNvSpPr>
            <a:spLocks/>
          </p:cNvSpPr>
          <p:nvPr/>
        </p:nvSpPr>
        <p:spPr>
          <a:xfrm>
            <a:off x="4082038" y="5557520"/>
            <a:ext cx="1771937" cy="4224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sp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E3C7642-F954-79AD-D756-3A7300C0CCBB}"/>
              </a:ext>
            </a:extLst>
          </p:cNvPr>
          <p:cNvSpPr>
            <a:spLocks/>
          </p:cNvSpPr>
          <p:nvPr/>
        </p:nvSpPr>
        <p:spPr>
          <a:xfrm>
            <a:off x="5853976" y="5557520"/>
            <a:ext cx="1771937" cy="4224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>
            <a:spAutoFit/>
          </a:bodyPr>
          <a:lstStyle/>
          <a:p>
            <a:pPr algn="l"/>
            <a:endParaRPr lang="en-GB" dirty="0">
              <a:solidFill>
                <a:schemeClr val="tx2"/>
              </a:solidFill>
            </a:endParaRP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263857F9-5457-75B6-3D6B-E3C7B9A3718E}"/>
              </a:ext>
            </a:extLst>
          </p:cNvPr>
          <p:cNvCxnSpPr>
            <a:cxnSpLocks/>
            <a:stCxn id="24" idx="4"/>
            <a:endCxn id="13" idx="0"/>
          </p:cNvCxnSpPr>
          <p:nvPr/>
        </p:nvCxnSpPr>
        <p:spPr>
          <a:xfrm>
            <a:off x="6739945" y="2303547"/>
            <a:ext cx="0" cy="325397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E833AEFD-BB64-D728-F154-3747F9E197F9}"/>
              </a:ext>
            </a:extLst>
          </p:cNvPr>
          <p:cNvCxnSpPr>
            <a:cxnSpLocks/>
            <a:stCxn id="18" idx="4"/>
            <a:endCxn id="11" idx="0"/>
          </p:cNvCxnSpPr>
          <p:nvPr/>
        </p:nvCxnSpPr>
        <p:spPr>
          <a:xfrm flipH="1">
            <a:off x="3196069" y="3811873"/>
            <a:ext cx="1" cy="174564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0DC486CB-6DC7-E798-C9AC-DD0B82817A48}"/>
              </a:ext>
            </a:extLst>
          </p:cNvPr>
          <p:cNvCxnSpPr>
            <a:cxnSpLocks/>
            <a:stCxn id="21" idx="4"/>
            <a:endCxn id="12" idx="0"/>
          </p:cNvCxnSpPr>
          <p:nvPr/>
        </p:nvCxnSpPr>
        <p:spPr>
          <a:xfrm>
            <a:off x="4968007" y="3057710"/>
            <a:ext cx="0" cy="249981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73530D38-AED3-6882-3159-C38BDBD5EDFF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424132" y="4566036"/>
            <a:ext cx="0" cy="99148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E27D0DB7-6FF1-30E5-3B47-6073A8069588}"/>
              </a:ext>
            </a:extLst>
          </p:cNvPr>
          <p:cNvGrpSpPr/>
          <p:nvPr/>
        </p:nvGrpSpPr>
        <p:grpSpPr>
          <a:xfrm>
            <a:off x="8173034" y="3294262"/>
            <a:ext cx="3479216" cy="648997"/>
            <a:chOff x="8173034" y="3294262"/>
            <a:chExt cx="3479216" cy="648997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4CE1869A-E42C-ECA4-36A9-8D8B4260F929}"/>
                </a:ext>
              </a:extLst>
            </p:cNvPr>
            <p:cNvSpPr>
              <a:spLocks/>
            </p:cNvSpPr>
            <p:nvPr/>
          </p:nvSpPr>
          <p:spPr>
            <a:xfrm>
              <a:off x="8173035" y="3294262"/>
              <a:ext cx="3479215" cy="64899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08000" rtlCol="0" anchor="t">
              <a:noAutofit/>
            </a:bodyPr>
            <a:lstStyle/>
            <a:p>
              <a:pPr algn="l">
                <a:spcAft>
                  <a:spcPts val="300"/>
                </a:spcAft>
              </a:pPr>
              <a:r>
                <a:rPr lang="en-GB" sz="1400" dirty="0">
                  <a:solidFill>
                    <a:schemeClr val="tx2"/>
                  </a:solidFill>
                </a:rPr>
                <a:t>Here is space for a </a:t>
              </a:r>
              <a:r>
                <a:rPr lang="en-GB" sz="1400" b="1" dirty="0">
                  <a:solidFill>
                    <a:schemeClr val="tx2"/>
                  </a:solidFill>
                </a:rPr>
                <a:t>statement</a:t>
              </a:r>
              <a:r>
                <a:rPr lang="en-GB" sz="1400" dirty="0">
                  <a:solidFill>
                    <a:schemeClr val="tx2"/>
                  </a:solidFill>
                </a:rPr>
                <a:t> </a:t>
              </a:r>
              <a:br>
                <a:rPr lang="en-GB" sz="1400" dirty="0">
                  <a:solidFill>
                    <a:schemeClr val="tx2"/>
                  </a:solidFill>
                </a:rPr>
              </a:br>
              <a:r>
                <a:rPr lang="en-GB" sz="1400" dirty="0">
                  <a:solidFill>
                    <a:schemeClr val="tx2"/>
                  </a:solidFill>
                </a:rPr>
                <a:t>or a </a:t>
              </a:r>
              <a:r>
                <a:rPr lang="en-GB" sz="1400" b="1" dirty="0" err="1">
                  <a:solidFill>
                    <a:schemeClr val="tx2"/>
                  </a:solidFill>
                </a:rPr>
                <a:t>keymessage</a:t>
              </a:r>
              <a:r>
                <a:rPr lang="en-GB" sz="1400" dirty="0">
                  <a:solidFill>
                    <a:schemeClr val="tx2"/>
                  </a:solidFill>
                </a:rPr>
                <a:t>.</a:t>
              </a: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5092E432-CE18-3CF0-011C-3FB41A6DE592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8173034" y="3294262"/>
              <a:ext cx="49556" cy="648997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F6B15666-7CEE-37FD-C5C7-BE550EE41934}"/>
              </a:ext>
            </a:extLst>
          </p:cNvPr>
          <p:cNvGrpSpPr>
            <a:grpSpLocks/>
          </p:cNvGrpSpPr>
          <p:nvPr/>
        </p:nvGrpSpPr>
        <p:grpSpPr>
          <a:xfrm>
            <a:off x="1083131" y="3884035"/>
            <a:ext cx="682001" cy="682001"/>
            <a:chOff x="539750" y="2164948"/>
            <a:chExt cx="522436" cy="522436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006CE818-1466-E330-F39C-D40E840C5208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FA957B5C-76A2-5D63-CB71-00EB1B19B2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A116190-0001-D54E-FD85-66AB8248B5BC}"/>
              </a:ext>
            </a:extLst>
          </p:cNvPr>
          <p:cNvGrpSpPr>
            <a:grpSpLocks/>
          </p:cNvGrpSpPr>
          <p:nvPr/>
        </p:nvGrpSpPr>
        <p:grpSpPr>
          <a:xfrm>
            <a:off x="2855069" y="3129872"/>
            <a:ext cx="682001" cy="682001"/>
            <a:chOff x="539750" y="2164948"/>
            <a:chExt cx="522436" cy="522436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72113BD9-047D-B3D4-7237-82A2E2FDB704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F4294E7C-EE90-FEA6-30B3-666C319270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02AF4FF7-06D5-89FB-F1A8-ECEE6E325232}"/>
              </a:ext>
            </a:extLst>
          </p:cNvPr>
          <p:cNvGrpSpPr>
            <a:grpSpLocks/>
          </p:cNvGrpSpPr>
          <p:nvPr/>
        </p:nvGrpSpPr>
        <p:grpSpPr>
          <a:xfrm>
            <a:off x="4627006" y="2375709"/>
            <a:ext cx="682001" cy="682001"/>
            <a:chOff x="539750" y="2164948"/>
            <a:chExt cx="522436" cy="522436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B54B8D95-E668-0BA7-9054-BFC8D5AA276F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490F6788-135A-3BC6-6F2D-D07F117FD3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0273EED0-E9BE-8F1A-65EC-7E8B6300729D}"/>
              </a:ext>
            </a:extLst>
          </p:cNvPr>
          <p:cNvGrpSpPr>
            <a:grpSpLocks/>
          </p:cNvGrpSpPr>
          <p:nvPr/>
        </p:nvGrpSpPr>
        <p:grpSpPr>
          <a:xfrm>
            <a:off x="6398944" y="1621546"/>
            <a:ext cx="682001" cy="682001"/>
            <a:chOff x="539750" y="2164948"/>
            <a:chExt cx="522436" cy="522436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B295F1DB-85A4-B942-3900-05503A353AF9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AE8F44A2-D2F9-CA11-E2B2-6DEB36B36F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64612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3683593-4817-0598-FBA2-10E63B1C740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83593-4817-0598-FBA2-10E63B1C74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753CAE5-E2D9-7603-9AD9-50A795F3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 err="1"/>
              <a:t>Keynumbers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3877BD-8A60-6D94-9301-4A3337B3E1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95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DA78640-577A-7BD0-DA5B-59691CC0FB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4EF14BD-FA2A-01E5-83FE-DBB57F8798FF}"/>
              </a:ext>
            </a:extLst>
          </p:cNvPr>
          <p:cNvSpPr>
            <a:spLocks/>
          </p:cNvSpPr>
          <p:nvPr/>
        </p:nvSpPr>
        <p:spPr>
          <a:xfrm>
            <a:off x="4304000" y="1617662"/>
            <a:ext cx="3584125" cy="19904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n-GB" sz="2800" b="1" dirty="0">
                <a:solidFill>
                  <a:schemeClr val="bg1"/>
                </a:solidFill>
              </a:rPr>
              <a:t>-XX%</a:t>
            </a:r>
          </a:p>
          <a:p>
            <a:pPr algn="l">
              <a:spcAft>
                <a:spcPts val="300"/>
              </a:spcAft>
            </a:pPr>
            <a:r>
              <a:rPr lang="en-GB" sz="1400" dirty="0">
                <a:solidFill>
                  <a:schemeClr val="bg1"/>
                </a:solidFill>
              </a:rPr>
              <a:t>Aenean </a:t>
            </a:r>
            <a:r>
              <a:rPr lang="en-GB" sz="1400" dirty="0" err="1">
                <a:solidFill>
                  <a:schemeClr val="bg1"/>
                </a:solidFill>
              </a:rPr>
              <a:t>commodo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br>
              <a:rPr lang="en-GB" sz="1400" dirty="0">
                <a:solidFill>
                  <a:schemeClr val="bg1"/>
                </a:solidFill>
              </a:rPr>
            </a:br>
            <a:r>
              <a:rPr lang="en-GB" sz="1400" dirty="0">
                <a:solidFill>
                  <a:schemeClr val="bg1"/>
                </a:solidFill>
              </a:rPr>
              <a:t>ligula </a:t>
            </a:r>
            <a:r>
              <a:rPr lang="en-GB" sz="1400" dirty="0" err="1">
                <a:solidFill>
                  <a:schemeClr val="bg1"/>
                </a:solidFill>
              </a:rPr>
              <a:t>eget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dolor</a:t>
            </a:r>
            <a:r>
              <a:rPr lang="en-GB" sz="1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AAC6BF8-022C-12F7-E2C0-94A0A55FD42F}"/>
              </a:ext>
            </a:extLst>
          </p:cNvPr>
          <p:cNvSpPr>
            <a:spLocks/>
          </p:cNvSpPr>
          <p:nvPr/>
        </p:nvSpPr>
        <p:spPr>
          <a:xfrm>
            <a:off x="8068125" y="1617662"/>
            <a:ext cx="3584125" cy="19904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GB" sz="2800" b="1" dirty="0">
                <a:solidFill>
                  <a:schemeClr val="bg1"/>
                </a:solidFill>
              </a:rPr>
              <a:t>+XX%</a:t>
            </a:r>
          </a:p>
          <a:p>
            <a:pPr algn="l">
              <a:spcAft>
                <a:spcPts val="300"/>
              </a:spcAft>
            </a:pPr>
            <a:r>
              <a:rPr lang="en-GB" sz="1400" dirty="0">
                <a:solidFill>
                  <a:schemeClr val="bg1"/>
                </a:solidFill>
              </a:rPr>
              <a:t>Aenean </a:t>
            </a:r>
            <a:r>
              <a:rPr lang="en-GB" sz="1400" dirty="0" err="1">
                <a:solidFill>
                  <a:schemeClr val="bg1"/>
                </a:solidFill>
              </a:rPr>
              <a:t>commodo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br>
              <a:rPr lang="en-GB" sz="1400" dirty="0">
                <a:solidFill>
                  <a:schemeClr val="bg1"/>
                </a:solidFill>
              </a:rPr>
            </a:br>
            <a:r>
              <a:rPr lang="en-GB" sz="1400" dirty="0">
                <a:solidFill>
                  <a:schemeClr val="bg1"/>
                </a:solidFill>
              </a:rPr>
              <a:t>ligula </a:t>
            </a:r>
            <a:r>
              <a:rPr lang="en-GB" sz="1400" dirty="0" err="1">
                <a:solidFill>
                  <a:schemeClr val="bg1"/>
                </a:solidFill>
              </a:rPr>
              <a:t>eget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dolor</a:t>
            </a:r>
            <a:r>
              <a:rPr lang="en-GB" sz="1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BAB63F6-6B43-6137-0972-8C5D7BE1750D}"/>
              </a:ext>
            </a:extLst>
          </p:cNvPr>
          <p:cNvSpPr>
            <a:spLocks/>
          </p:cNvSpPr>
          <p:nvPr/>
        </p:nvSpPr>
        <p:spPr>
          <a:xfrm>
            <a:off x="4304000" y="3788081"/>
            <a:ext cx="3584125" cy="19904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GB" sz="2800" b="1" dirty="0">
                <a:solidFill>
                  <a:schemeClr val="bg1"/>
                </a:solidFill>
              </a:rPr>
              <a:t>+XX%</a:t>
            </a:r>
          </a:p>
          <a:p>
            <a:pPr algn="l">
              <a:spcAft>
                <a:spcPts val="300"/>
              </a:spcAft>
            </a:pPr>
            <a:r>
              <a:rPr lang="en-GB" sz="1400" dirty="0">
                <a:solidFill>
                  <a:schemeClr val="bg1"/>
                </a:solidFill>
              </a:rPr>
              <a:t>Aenean </a:t>
            </a:r>
            <a:r>
              <a:rPr lang="en-GB" sz="1400" dirty="0" err="1">
                <a:solidFill>
                  <a:schemeClr val="bg1"/>
                </a:solidFill>
              </a:rPr>
              <a:t>commodo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br>
              <a:rPr lang="en-GB" sz="1400" dirty="0">
                <a:solidFill>
                  <a:schemeClr val="bg1"/>
                </a:solidFill>
              </a:rPr>
            </a:br>
            <a:r>
              <a:rPr lang="en-GB" sz="1400" dirty="0">
                <a:solidFill>
                  <a:schemeClr val="bg1"/>
                </a:solidFill>
              </a:rPr>
              <a:t>ligula </a:t>
            </a:r>
            <a:r>
              <a:rPr lang="en-GB" sz="1400" dirty="0" err="1">
                <a:solidFill>
                  <a:schemeClr val="bg1"/>
                </a:solidFill>
              </a:rPr>
              <a:t>eget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dolor</a:t>
            </a:r>
            <a:r>
              <a:rPr lang="en-GB" sz="1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64D2CF1-D73F-CC1D-CD0C-E79F196856C4}"/>
              </a:ext>
            </a:extLst>
          </p:cNvPr>
          <p:cNvSpPr>
            <a:spLocks/>
          </p:cNvSpPr>
          <p:nvPr/>
        </p:nvSpPr>
        <p:spPr>
          <a:xfrm>
            <a:off x="8068125" y="3788081"/>
            <a:ext cx="3584125" cy="19904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GB" sz="2800" b="1" dirty="0">
                <a:solidFill>
                  <a:schemeClr val="bg1">
                    <a:lumMod val="100000"/>
                  </a:schemeClr>
                </a:solidFill>
              </a:rPr>
              <a:t>+XX%</a:t>
            </a:r>
          </a:p>
          <a:p>
            <a:pPr algn="l">
              <a:spcAft>
                <a:spcPts val="300"/>
              </a:spcAft>
            </a:pPr>
            <a:r>
              <a:rPr lang="en-GB" sz="1400" dirty="0">
                <a:solidFill>
                  <a:schemeClr val="bg1">
                    <a:lumMod val="100000"/>
                  </a:schemeClr>
                </a:solidFill>
              </a:rPr>
              <a:t>Aenean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</a:rPr>
              <a:t>commodo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</a:rPr>
              <a:t> </a:t>
            </a:r>
            <a:br>
              <a:rPr lang="en-GB" sz="1400" dirty="0">
                <a:solidFill>
                  <a:schemeClr val="bg1">
                    <a:lumMod val="100000"/>
                  </a:schemeClr>
                </a:solidFill>
              </a:rPr>
            </a:br>
            <a:r>
              <a:rPr lang="en-GB" sz="1400" dirty="0">
                <a:solidFill>
                  <a:schemeClr val="bg1">
                    <a:lumMod val="100000"/>
                  </a:schemeClr>
                </a:solidFill>
              </a:rPr>
              <a:t>ligula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</a:rPr>
              <a:t>eget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sz="1400" dirty="0" err="1">
                <a:solidFill>
                  <a:schemeClr val="bg1">
                    <a:lumMod val="100000"/>
                  </a:schemeClr>
                </a:solidFill>
              </a:rPr>
              <a:t>dolor</a:t>
            </a:r>
            <a:r>
              <a:rPr lang="en-GB" sz="1400" dirty="0">
                <a:solidFill>
                  <a:schemeClr val="bg1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32" name="TextBox 24">
            <a:extLst>
              <a:ext uri="{FF2B5EF4-FFF2-40B4-BE49-F238E27FC236}">
                <a16:creationId xmlns:a16="http://schemas.microsoft.com/office/drawing/2014/main" id="{98A7B2A8-7442-495A-BAEF-0BC934AFA4BB}"/>
              </a:ext>
            </a:extLst>
          </p:cNvPr>
          <p:cNvSpPr txBox="1">
            <a:spLocks/>
          </p:cNvSpPr>
          <p:nvPr/>
        </p:nvSpPr>
        <p:spPr>
          <a:xfrm>
            <a:off x="544145" y="1621546"/>
            <a:ext cx="3479215" cy="1492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. Aenean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commodo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ligula </a:t>
            </a:r>
            <a:br>
              <a:rPr lang="en-GB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eget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. Aenean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massa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. Cum sociis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natoque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100000"/>
                  </a:schemeClr>
                </a:solidFill>
              </a:rPr>
              <a:t>penatibus</a:t>
            </a:r>
            <a:r>
              <a:rPr lang="en-GB" dirty="0">
                <a:solidFill>
                  <a:schemeClr val="tx2">
                    <a:lumMod val="100000"/>
                  </a:schemeClr>
                </a:solidFill>
              </a:rPr>
              <a:t>.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2F2CA367-5355-920D-F76B-815EC7F5BAB2}"/>
              </a:ext>
            </a:extLst>
          </p:cNvPr>
          <p:cNvSpPr>
            <a:spLocks/>
          </p:cNvSpPr>
          <p:nvPr/>
        </p:nvSpPr>
        <p:spPr>
          <a:xfrm rot="5400000" flipV="1">
            <a:off x="4580451" y="1341210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45EE0F4E-FBE6-C301-3434-B7F8A2859535}"/>
              </a:ext>
            </a:extLst>
          </p:cNvPr>
          <p:cNvSpPr>
            <a:spLocks/>
          </p:cNvSpPr>
          <p:nvPr/>
        </p:nvSpPr>
        <p:spPr>
          <a:xfrm rot="5400000" flipV="1">
            <a:off x="8344577" y="1341211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FEAAD9BE-44A6-325D-4D34-10FCF2477015}"/>
              </a:ext>
            </a:extLst>
          </p:cNvPr>
          <p:cNvSpPr>
            <a:spLocks/>
          </p:cNvSpPr>
          <p:nvPr/>
        </p:nvSpPr>
        <p:spPr>
          <a:xfrm rot="5400000" flipV="1">
            <a:off x="4580451" y="3511629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E04CAC6A-8ADC-7704-1FEF-BD90FE29B3CC}"/>
              </a:ext>
            </a:extLst>
          </p:cNvPr>
          <p:cNvSpPr>
            <a:spLocks/>
          </p:cNvSpPr>
          <p:nvPr/>
        </p:nvSpPr>
        <p:spPr>
          <a:xfrm rot="5400000" flipV="1">
            <a:off x="8344577" y="3511630"/>
            <a:ext cx="49556" cy="60245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750FC6A7-532E-7D76-7576-2367DE674136}"/>
              </a:ext>
            </a:extLst>
          </p:cNvPr>
          <p:cNvGrpSpPr>
            <a:grpSpLocks/>
          </p:cNvGrpSpPr>
          <p:nvPr/>
        </p:nvGrpSpPr>
        <p:grpSpPr>
          <a:xfrm>
            <a:off x="7033404" y="2733039"/>
            <a:ext cx="682001" cy="682001"/>
            <a:chOff x="539750" y="2164948"/>
            <a:chExt cx="522436" cy="522436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947BD113-579E-C16A-73D7-50762C279C99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0D359F96-1C72-87C5-7FBB-2F1F911E8A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F403989-FA53-13E9-C6B6-48C6859D1B99}"/>
              </a:ext>
            </a:extLst>
          </p:cNvPr>
          <p:cNvGrpSpPr>
            <a:grpSpLocks/>
          </p:cNvGrpSpPr>
          <p:nvPr/>
        </p:nvGrpSpPr>
        <p:grpSpPr>
          <a:xfrm>
            <a:off x="7033404" y="4903459"/>
            <a:ext cx="682001" cy="682001"/>
            <a:chOff x="539750" y="2164948"/>
            <a:chExt cx="522436" cy="522436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72883208-68F3-3D5E-34C3-88C4658A04EA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FF0C5090-439E-AB49-7CA3-AB719FF8D3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4D50386C-06C8-F33F-2AC4-D8DDD69E46CE}"/>
              </a:ext>
            </a:extLst>
          </p:cNvPr>
          <p:cNvGrpSpPr>
            <a:grpSpLocks/>
          </p:cNvGrpSpPr>
          <p:nvPr/>
        </p:nvGrpSpPr>
        <p:grpSpPr>
          <a:xfrm>
            <a:off x="10797529" y="4903459"/>
            <a:ext cx="682001" cy="682001"/>
            <a:chOff x="539750" y="2164948"/>
            <a:chExt cx="522436" cy="522436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2F09A974-DA40-C591-73AE-27CE8FFA913E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23A6FE79-91AC-615F-DE53-1CDC813CCA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E30906F9-8BCC-CB6A-A58A-1A3E8B6023D6}"/>
              </a:ext>
            </a:extLst>
          </p:cNvPr>
          <p:cNvGrpSpPr>
            <a:grpSpLocks/>
          </p:cNvGrpSpPr>
          <p:nvPr/>
        </p:nvGrpSpPr>
        <p:grpSpPr>
          <a:xfrm>
            <a:off x="10797529" y="2733040"/>
            <a:ext cx="682001" cy="682001"/>
            <a:chOff x="539750" y="2164948"/>
            <a:chExt cx="522436" cy="522436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05121663-5460-6D69-CA70-370156A9361E}"/>
                </a:ext>
              </a:extLst>
            </p:cNvPr>
            <p:cNvSpPr>
              <a:spLocks/>
            </p:cNvSpPr>
            <p:nvPr/>
          </p:nvSpPr>
          <p:spPr>
            <a:xfrm>
              <a:off x="539750" y="2164948"/>
              <a:ext cx="522436" cy="52243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b="1"/>
            </a:p>
          </p:txBody>
        </p: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E4067F89-3FA7-2E1B-1C08-CDCB78010E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111" y="2214309"/>
              <a:ext cx="423714" cy="423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3253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DB4752D-9C40-C349-5AB2-A112AF5F7F5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B4752D-9C40-C349-5AB2-A112AF5F7F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8775D925-570C-0E2D-6626-D363D7B71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Headline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145B56-0F4B-5E3A-D46B-8D1E9E7C4A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96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3AD9720-8C26-989E-1756-121AF91D75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957FD11-202B-1A23-7D07-B7153AE8495B}"/>
              </a:ext>
            </a:extLst>
          </p:cNvPr>
          <p:cNvSpPr>
            <a:spLocks/>
          </p:cNvSpPr>
          <p:nvPr/>
        </p:nvSpPr>
        <p:spPr>
          <a:xfrm>
            <a:off x="541973" y="2743140"/>
            <a:ext cx="2077611" cy="30353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bg1">
                    <a:lumMod val="100000"/>
                  </a:schemeClr>
                </a:solidFill>
              </a:rPr>
              <a:t>Lorem ipsum</a:t>
            </a: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bg1">
                    <a:lumMod val="100000"/>
                  </a:schemeClr>
                </a:solidFill>
              </a:rPr>
              <a:t>Aenean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</a:rPr>
              <a:t>commodo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</a:rPr>
              <a:t> </a:t>
            </a:r>
            <a:br>
              <a:rPr lang="en-GB" sz="1200" dirty="0">
                <a:solidFill>
                  <a:schemeClr val="bg1">
                    <a:lumMod val="100000"/>
                  </a:schemeClr>
                </a:solidFill>
              </a:rPr>
            </a:br>
            <a:r>
              <a:rPr lang="en-GB" sz="1200" dirty="0">
                <a:solidFill>
                  <a:schemeClr val="bg1">
                    <a:lumMod val="100000"/>
                  </a:schemeClr>
                </a:solidFill>
              </a:rPr>
              <a:t>ligula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</a:rPr>
              <a:t>eget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bg1">
                    <a:lumMod val="100000"/>
                  </a:schemeClr>
                </a:solidFill>
              </a:rPr>
              <a:t>dolor</a:t>
            </a:r>
            <a:r>
              <a:rPr lang="en-GB" sz="1200" dirty="0">
                <a:solidFill>
                  <a:schemeClr val="bg1">
                    <a:lumMod val="100000"/>
                  </a:schemeClr>
                </a:solidFill>
              </a:rPr>
              <a:t>.</a:t>
            </a: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D331AF98-DF23-B46A-38A4-83E98D68A4B7}"/>
              </a:ext>
            </a:extLst>
          </p:cNvPr>
          <p:cNvSpPr txBox="1">
            <a:spLocks/>
          </p:cNvSpPr>
          <p:nvPr/>
        </p:nvSpPr>
        <p:spPr>
          <a:xfrm>
            <a:off x="544145" y="1621546"/>
            <a:ext cx="5451133" cy="83099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consectetuer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adipiscing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elit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. 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Aenean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commodo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 ligula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eget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b="1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  <a:t>. </a:t>
            </a:r>
            <a:br>
              <a:rPr lang="en-GB" sz="1800" b="1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Aenean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massa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. Cum sociis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natoque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tx2">
                    <a:lumMod val="100000"/>
                  </a:schemeClr>
                </a:solidFill>
              </a:rPr>
              <a:t>penatibus</a:t>
            </a:r>
            <a:r>
              <a:rPr lang="en-GB" sz="1800" dirty="0">
                <a:solidFill>
                  <a:schemeClr val="tx2">
                    <a:lumMod val="100000"/>
                  </a:schemeClr>
                </a:solidFill>
              </a:rPr>
              <a:t>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746AF07-1667-DF4B-8FF6-CEF7AE3CC0AE}"/>
              </a:ext>
            </a:extLst>
          </p:cNvPr>
          <p:cNvSpPr>
            <a:spLocks/>
          </p:cNvSpPr>
          <p:nvPr/>
        </p:nvSpPr>
        <p:spPr>
          <a:xfrm>
            <a:off x="2799584" y="2743140"/>
            <a:ext cx="2077611" cy="1788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  <a:p>
            <a:pPr algn="l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Aenean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8098E04-EBE2-2D6D-78EC-ACA359A73976}"/>
              </a:ext>
            </a:extLst>
          </p:cNvPr>
          <p:cNvSpPr>
            <a:spLocks/>
          </p:cNvSpPr>
          <p:nvPr/>
        </p:nvSpPr>
        <p:spPr>
          <a:xfrm>
            <a:off x="5057195" y="2743140"/>
            <a:ext cx="2077611" cy="1788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Aenean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 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EA1AC45-1EBD-FD38-8F64-A2ED3DC2AEEA}"/>
              </a:ext>
            </a:extLst>
          </p:cNvPr>
          <p:cNvSpPr>
            <a:spLocks/>
          </p:cNvSpPr>
          <p:nvPr/>
        </p:nvSpPr>
        <p:spPr>
          <a:xfrm>
            <a:off x="7314805" y="2743140"/>
            <a:ext cx="2077611" cy="1788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08000" rIns="144000" bIns="1080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Aenean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6B16A88-8656-2BC9-9A37-C080D0F40A0E}"/>
              </a:ext>
            </a:extLst>
          </p:cNvPr>
          <p:cNvSpPr>
            <a:spLocks/>
          </p:cNvSpPr>
          <p:nvPr/>
        </p:nvSpPr>
        <p:spPr>
          <a:xfrm>
            <a:off x="9572416" y="2743140"/>
            <a:ext cx="2077611" cy="1788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08000" rIns="144000" bIns="1080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GB" sz="1200" b="1" dirty="0">
                <a:solidFill>
                  <a:schemeClr val="tx2">
                    <a:lumMod val="100000"/>
                  </a:schemeClr>
                </a:solidFill>
              </a:rPr>
              <a:t>Lorem ipsum</a:t>
            </a: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Aenean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commodo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ligula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eget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</a:t>
            </a:r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D2341676-11B4-7B3B-7FD1-1116F8E520C1}"/>
              </a:ext>
            </a:extLst>
          </p:cNvPr>
          <p:cNvSpPr txBox="1">
            <a:spLocks/>
          </p:cNvSpPr>
          <p:nvPr/>
        </p:nvSpPr>
        <p:spPr>
          <a:xfrm>
            <a:off x="2799584" y="4237639"/>
            <a:ext cx="2077611" cy="293721"/>
          </a:xfrm>
          <a:prstGeom prst="rect">
            <a:avLst/>
          </a:prstGeom>
        </p:spPr>
        <p:txBody>
          <a:bodyPr vert="horz" lIns="144000" tIns="0" rIns="144000" bIns="10800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GB" sz="1200" dirty="0">
                <a:solidFill>
                  <a:schemeClr val="accent2"/>
                </a:solidFill>
              </a:rPr>
              <a:t>XXX</a:t>
            </a:r>
          </a:p>
        </p:txBody>
      </p:sp>
      <p:sp>
        <p:nvSpPr>
          <p:cNvPr id="14" name="TextBox 24">
            <a:extLst>
              <a:ext uri="{FF2B5EF4-FFF2-40B4-BE49-F238E27FC236}">
                <a16:creationId xmlns:a16="http://schemas.microsoft.com/office/drawing/2014/main" id="{48F8ED96-F809-16B0-4B2B-1584AB3CEE73}"/>
              </a:ext>
            </a:extLst>
          </p:cNvPr>
          <p:cNvSpPr txBox="1">
            <a:spLocks/>
          </p:cNvSpPr>
          <p:nvPr/>
        </p:nvSpPr>
        <p:spPr>
          <a:xfrm>
            <a:off x="5057195" y="4237639"/>
            <a:ext cx="2077611" cy="293721"/>
          </a:xfrm>
          <a:prstGeom prst="rect">
            <a:avLst/>
          </a:prstGeom>
        </p:spPr>
        <p:txBody>
          <a:bodyPr vert="horz" lIns="144000" tIns="0" rIns="144000" bIns="10800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GB" sz="1200" dirty="0">
                <a:solidFill>
                  <a:schemeClr val="accent2"/>
                </a:solidFill>
              </a:rPr>
              <a:t>XXX</a:t>
            </a:r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AAB14F14-6055-9182-D002-84086A338211}"/>
              </a:ext>
            </a:extLst>
          </p:cNvPr>
          <p:cNvSpPr txBox="1">
            <a:spLocks/>
          </p:cNvSpPr>
          <p:nvPr/>
        </p:nvSpPr>
        <p:spPr>
          <a:xfrm>
            <a:off x="7314805" y="4237639"/>
            <a:ext cx="2077611" cy="293721"/>
          </a:xfrm>
          <a:prstGeom prst="rect">
            <a:avLst/>
          </a:prstGeom>
        </p:spPr>
        <p:txBody>
          <a:bodyPr vert="horz" lIns="144000" tIns="0" rIns="144000" bIns="10800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GB" sz="1200" dirty="0">
                <a:solidFill>
                  <a:schemeClr val="accent2"/>
                </a:solidFill>
              </a:rPr>
              <a:t>XXX</a:t>
            </a:r>
          </a:p>
        </p:txBody>
      </p:sp>
      <p:sp>
        <p:nvSpPr>
          <p:cNvPr id="16" name="TextBox 24">
            <a:extLst>
              <a:ext uri="{FF2B5EF4-FFF2-40B4-BE49-F238E27FC236}">
                <a16:creationId xmlns:a16="http://schemas.microsoft.com/office/drawing/2014/main" id="{2CBCD74E-2908-2E73-3436-79AF372D9310}"/>
              </a:ext>
            </a:extLst>
          </p:cNvPr>
          <p:cNvSpPr txBox="1">
            <a:spLocks/>
          </p:cNvSpPr>
          <p:nvPr/>
        </p:nvSpPr>
        <p:spPr>
          <a:xfrm>
            <a:off x="9572416" y="4237639"/>
            <a:ext cx="2077611" cy="293721"/>
          </a:xfrm>
          <a:prstGeom prst="rect">
            <a:avLst/>
          </a:prstGeom>
        </p:spPr>
        <p:txBody>
          <a:bodyPr vert="horz" lIns="144000" tIns="0" rIns="144000" bIns="10800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GB" sz="1200" dirty="0">
                <a:solidFill>
                  <a:schemeClr val="accent2"/>
                </a:solidFill>
              </a:rPr>
              <a:t>XXX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C58E15EA-1A3A-4287-E4BC-14EA388D14F2}"/>
              </a:ext>
            </a:extLst>
          </p:cNvPr>
          <p:cNvSpPr txBox="1">
            <a:spLocks/>
          </p:cNvSpPr>
          <p:nvPr/>
        </p:nvSpPr>
        <p:spPr>
          <a:xfrm>
            <a:off x="541973" y="5484779"/>
            <a:ext cx="2077611" cy="293721"/>
          </a:xfrm>
          <a:prstGeom prst="rect">
            <a:avLst/>
          </a:prstGeom>
        </p:spPr>
        <p:txBody>
          <a:bodyPr vert="horz" lIns="144000" tIns="0" rIns="144000" bIns="10800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60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GB" sz="1200" dirty="0">
                <a:solidFill>
                  <a:schemeClr val="accent2"/>
                </a:solidFill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315956650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3D0A7B1-ABCF-CF1F-05AF-07365E4C04E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D0A7B1-ABCF-CF1F-05AF-07365E4C04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766190EF-AD8A-B3C8-DF20-DB00AB2D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40001"/>
            <a:ext cx="9230251" cy="387798"/>
          </a:xfrm>
        </p:spPr>
        <p:txBody>
          <a:bodyPr vert="horz"/>
          <a:lstStyle/>
          <a:p>
            <a:r>
              <a:rPr lang="en-GB" dirty="0"/>
              <a:t>Bar Chart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D0C52D-A1E9-5AFA-47B4-D297B5E3E5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1533" y="6462506"/>
            <a:ext cx="230714" cy="123111"/>
          </a:xfrm>
        </p:spPr>
        <p:txBody>
          <a:bodyPr/>
          <a:lstStyle/>
          <a:p>
            <a:fld id="{83109594-1B45-46DB-8A0B-416F125317DC}" type="slidenum">
              <a:rPr lang="en-GB" smtClean="0"/>
              <a:pPr/>
              <a:t>97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CC26A5-E7DA-6FE6-4FA7-2C99A04D1F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927799"/>
            <a:ext cx="9229725" cy="388937"/>
          </a:xfrm>
        </p:spPr>
        <p:txBody>
          <a:bodyPr/>
          <a:lstStyle/>
          <a:p>
            <a:r>
              <a:rPr lang="en-GB" dirty="0" err="1"/>
              <a:t>Subheadline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ECCF06C-8006-7EA1-1B6E-3FEC641B6C8A}"/>
              </a:ext>
            </a:extLst>
          </p:cNvPr>
          <p:cNvSpPr txBox="1"/>
          <p:nvPr/>
        </p:nvSpPr>
        <p:spPr>
          <a:xfrm>
            <a:off x="538163" y="1617663"/>
            <a:ext cx="2913697" cy="31393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GB" sz="1400" b="1" dirty="0">
                <a:solidFill>
                  <a:schemeClr val="tx2">
                    <a:lumMod val="100000"/>
                  </a:schemeClr>
                </a:solidFill>
              </a:rPr>
              <a:t>Lorem ipsum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400" b="1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400" b="1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endParaRPr lang="en-GB" sz="1400" b="1" dirty="0">
              <a:solidFill>
                <a:schemeClr val="tx2">
                  <a:lumMod val="100000"/>
                </a:schemeClr>
              </a:solidFill>
            </a:endParaRPr>
          </a:p>
          <a:p>
            <a:pPr algn="l">
              <a:spcAft>
                <a:spcPts val="600"/>
              </a:spcAft>
            </a:pP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tempor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invidunt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ut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voluptua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 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rebum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 </a:t>
            </a:r>
          </a:p>
          <a:p>
            <a:pPr algn="l">
              <a:spcAft>
                <a:spcPts val="6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Stet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clita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kasd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gubergren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, no sea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takimata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sanctus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est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 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nonumy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eirmod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tempor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invidunt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ut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labore et dolore magna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aliquyam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erat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voluptua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</a:rPr>
            </a:b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At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vero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eos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accusam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justo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duo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dolores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rebum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 Stet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clita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kasd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gubergren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, no sea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takimata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sanctus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est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</a:rPr>
              <a:t>.</a:t>
            </a:r>
          </a:p>
        </p:txBody>
      </p:sp>
      <p:graphicFrame>
        <p:nvGraphicFramePr>
          <p:cNvPr id="18" name="Diagramm 17">
            <a:extLst>
              <a:ext uri="{FF2B5EF4-FFF2-40B4-BE49-F238E27FC236}">
                <a16:creationId xmlns:a16="http://schemas.microsoft.com/office/drawing/2014/main" id="{5EF1984D-7C92-4354-E1C9-25CB6EC63F5F}"/>
              </a:ext>
            </a:extLst>
          </p:cNvPr>
          <p:cNvGraphicFramePr/>
          <p:nvPr/>
        </p:nvGraphicFramePr>
        <p:xfrm>
          <a:off x="3801255" y="1617663"/>
          <a:ext cx="7862566" cy="4160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3663549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0B5F755E-C048-0092-E83B-4E5B53CCF3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4430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5F755E-C048-0092-E83B-4E5B53CCF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B4EE131-2AF6-0B8F-2896-7E2C232F2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Next Steps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A8D023-BC58-F154-B192-12D2ADF697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109594-1B45-46DB-8A0B-416F125317DC}" type="slidenum">
              <a:rPr lang="en-GB" smtClean="0"/>
              <a:pPr/>
              <a:t>98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1B0F0BF-C04B-7D25-687C-A5CC6EB576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Four</a:t>
            </a:r>
          </a:p>
        </p:txBody>
      </p:sp>
      <p:sp>
        <p:nvSpPr>
          <p:cNvPr id="6" name="Ellipse 42">
            <a:extLst>
              <a:ext uri="{FF2B5EF4-FFF2-40B4-BE49-F238E27FC236}">
                <a16:creationId xmlns:a16="http://schemas.microsoft.com/office/drawing/2014/main" id="{B1F12032-AAB8-93D4-EB45-4E35FA649B2D}"/>
              </a:ext>
            </a:extLst>
          </p:cNvPr>
          <p:cNvSpPr>
            <a:spLocks/>
          </p:cNvSpPr>
          <p:nvPr/>
        </p:nvSpPr>
        <p:spPr bwMode="gray">
          <a:xfrm flipV="1">
            <a:off x="1313573" y="1659466"/>
            <a:ext cx="2392735" cy="1196233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4" fmla="*/ 1171530 w 2160180"/>
              <a:gd name="connsiteY4" fmla="*/ 91440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0" fmla="*/ 2160180 w 2160180"/>
              <a:gd name="connsiteY0" fmla="*/ 0 h 1079971"/>
              <a:gd name="connsiteX1" fmla="*/ 1080090 w 2160180"/>
              <a:gd name="connsiteY1" fmla="*/ 1079971 h 1079971"/>
              <a:gd name="connsiteX2" fmla="*/ 0 w 2160180"/>
              <a:gd name="connsiteY2" fmla="*/ 0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2160180" y="0"/>
                </a:moveTo>
                <a:cubicBezTo>
                  <a:pt x="2160180" y="596452"/>
                  <a:pt x="1676607" y="1079971"/>
                  <a:pt x="1080090" y="1079971"/>
                </a:cubicBezTo>
                <a:cubicBezTo>
                  <a:pt x="483573" y="1079971"/>
                  <a:pt x="0" y="596452"/>
                  <a:pt x="0" y="0"/>
                </a:cubicBezTo>
              </a:path>
            </a:pathLst>
          </a:custGeom>
          <a:noFill/>
          <a:ln w="12700" cap="rnd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Ellipse 43">
            <a:extLst>
              <a:ext uri="{FF2B5EF4-FFF2-40B4-BE49-F238E27FC236}">
                <a16:creationId xmlns:a16="http://schemas.microsoft.com/office/drawing/2014/main" id="{6D00053C-EDE0-976B-15BB-2F02DF1194E2}"/>
              </a:ext>
            </a:extLst>
          </p:cNvPr>
          <p:cNvSpPr>
            <a:spLocks/>
          </p:cNvSpPr>
          <p:nvPr/>
        </p:nvSpPr>
        <p:spPr bwMode="gray">
          <a:xfrm flipV="1">
            <a:off x="3706308" y="2855699"/>
            <a:ext cx="2392735" cy="1196233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2159942 h 2251382"/>
              <a:gd name="connsiteX1" fmla="*/ 0 w 2160180"/>
              <a:gd name="connsiteY1" fmla="*/ 1079971 h 2251382"/>
              <a:gd name="connsiteX2" fmla="*/ 1080090 w 2160180"/>
              <a:gd name="connsiteY2" fmla="*/ 0 h 2251382"/>
              <a:gd name="connsiteX3" fmla="*/ 2160180 w 2160180"/>
              <a:gd name="connsiteY3" fmla="*/ 1079971 h 2251382"/>
              <a:gd name="connsiteX4" fmla="*/ 1171530 w 2160180"/>
              <a:gd name="connsiteY4" fmla="*/ 2251382 h 2251382"/>
              <a:gd name="connsiteX0" fmla="*/ 1080090 w 2160180"/>
              <a:gd name="connsiteY0" fmla="*/ 2159942 h 2159942"/>
              <a:gd name="connsiteX1" fmla="*/ 0 w 2160180"/>
              <a:gd name="connsiteY1" fmla="*/ 1079971 h 2159942"/>
              <a:gd name="connsiteX2" fmla="*/ 1080090 w 2160180"/>
              <a:gd name="connsiteY2" fmla="*/ 0 h 2159942"/>
              <a:gd name="connsiteX3" fmla="*/ 2160180 w 2160180"/>
              <a:gd name="connsiteY3" fmla="*/ 1079971 h 2159942"/>
              <a:gd name="connsiteX0" fmla="*/ 0 w 2160180"/>
              <a:gd name="connsiteY0" fmla="*/ 1079971 h 1079971"/>
              <a:gd name="connsiteX1" fmla="*/ 1080090 w 2160180"/>
              <a:gd name="connsiteY1" fmla="*/ 0 h 1079971"/>
              <a:gd name="connsiteX2" fmla="*/ 2160180 w 2160180"/>
              <a:gd name="connsiteY2" fmla="*/ 1079971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0" y="1079971"/>
                </a:moveTo>
                <a:cubicBezTo>
                  <a:pt x="0" y="483519"/>
                  <a:pt x="483573" y="0"/>
                  <a:pt x="1080090" y="0"/>
                </a:cubicBezTo>
                <a:cubicBezTo>
                  <a:pt x="1676607" y="0"/>
                  <a:pt x="2160180" y="483519"/>
                  <a:pt x="2160180" y="1079971"/>
                </a:cubicBezTo>
              </a:path>
            </a:pathLst>
          </a:custGeom>
          <a:noFill/>
          <a:ln w="12700" cap="rnd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Ellipse 44">
            <a:extLst>
              <a:ext uri="{FF2B5EF4-FFF2-40B4-BE49-F238E27FC236}">
                <a16:creationId xmlns:a16="http://schemas.microsoft.com/office/drawing/2014/main" id="{B72156F4-F3E7-5895-CDF8-21E6E57A3B0C}"/>
              </a:ext>
            </a:extLst>
          </p:cNvPr>
          <p:cNvSpPr>
            <a:spLocks/>
          </p:cNvSpPr>
          <p:nvPr/>
        </p:nvSpPr>
        <p:spPr bwMode="gray">
          <a:xfrm flipV="1">
            <a:off x="6099309" y="1659466"/>
            <a:ext cx="2392735" cy="1196233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4" fmla="*/ 1171530 w 2160180"/>
              <a:gd name="connsiteY4" fmla="*/ 91440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0" fmla="*/ 2160180 w 2160180"/>
              <a:gd name="connsiteY0" fmla="*/ 0 h 1079971"/>
              <a:gd name="connsiteX1" fmla="*/ 1080090 w 2160180"/>
              <a:gd name="connsiteY1" fmla="*/ 1079971 h 1079971"/>
              <a:gd name="connsiteX2" fmla="*/ 0 w 2160180"/>
              <a:gd name="connsiteY2" fmla="*/ 0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2160180" y="0"/>
                </a:moveTo>
                <a:cubicBezTo>
                  <a:pt x="2160180" y="596452"/>
                  <a:pt x="1676607" y="1079971"/>
                  <a:pt x="1080090" y="1079971"/>
                </a:cubicBezTo>
                <a:cubicBezTo>
                  <a:pt x="483573" y="1079971"/>
                  <a:pt x="0" y="596452"/>
                  <a:pt x="0" y="0"/>
                </a:cubicBezTo>
              </a:path>
            </a:pathLst>
          </a:custGeom>
          <a:noFill/>
          <a:ln w="12700" cap="rnd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Ellipse 45">
            <a:extLst>
              <a:ext uri="{FF2B5EF4-FFF2-40B4-BE49-F238E27FC236}">
                <a16:creationId xmlns:a16="http://schemas.microsoft.com/office/drawing/2014/main" id="{3508AD01-097F-377E-62A4-A075785737DD}"/>
              </a:ext>
            </a:extLst>
          </p:cNvPr>
          <p:cNvSpPr>
            <a:spLocks/>
          </p:cNvSpPr>
          <p:nvPr/>
        </p:nvSpPr>
        <p:spPr bwMode="gray">
          <a:xfrm flipV="1">
            <a:off x="8492040" y="2855701"/>
            <a:ext cx="2392735" cy="1196233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2159942 h 2251382"/>
              <a:gd name="connsiteX1" fmla="*/ 0 w 2160180"/>
              <a:gd name="connsiteY1" fmla="*/ 1079971 h 2251382"/>
              <a:gd name="connsiteX2" fmla="*/ 1080090 w 2160180"/>
              <a:gd name="connsiteY2" fmla="*/ 0 h 2251382"/>
              <a:gd name="connsiteX3" fmla="*/ 2160180 w 2160180"/>
              <a:gd name="connsiteY3" fmla="*/ 1079971 h 2251382"/>
              <a:gd name="connsiteX4" fmla="*/ 1171530 w 2160180"/>
              <a:gd name="connsiteY4" fmla="*/ 2251382 h 2251382"/>
              <a:gd name="connsiteX0" fmla="*/ 1080090 w 2160180"/>
              <a:gd name="connsiteY0" fmla="*/ 2159942 h 2159942"/>
              <a:gd name="connsiteX1" fmla="*/ 0 w 2160180"/>
              <a:gd name="connsiteY1" fmla="*/ 1079971 h 2159942"/>
              <a:gd name="connsiteX2" fmla="*/ 1080090 w 2160180"/>
              <a:gd name="connsiteY2" fmla="*/ 0 h 2159942"/>
              <a:gd name="connsiteX3" fmla="*/ 2160180 w 2160180"/>
              <a:gd name="connsiteY3" fmla="*/ 1079971 h 2159942"/>
              <a:gd name="connsiteX0" fmla="*/ 0 w 2160180"/>
              <a:gd name="connsiteY0" fmla="*/ 1079971 h 1079971"/>
              <a:gd name="connsiteX1" fmla="*/ 1080090 w 2160180"/>
              <a:gd name="connsiteY1" fmla="*/ 0 h 1079971"/>
              <a:gd name="connsiteX2" fmla="*/ 2160180 w 2160180"/>
              <a:gd name="connsiteY2" fmla="*/ 1079971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0" y="1079971"/>
                </a:moveTo>
                <a:cubicBezTo>
                  <a:pt x="0" y="483519"/>
                  <a:pt x="483573" y="0"/>
                  <a:pt x="1080090" y="0"/>
                </a:cubicBezTo>
                <a:cubicBezTo>
                  <a:pt x="1676607" y="0"/>
                  <a:pt x="2160180" y="483519"/>
                  <a:pt x="2160180" y="1079971"/>
                </a:cubicBezTo>
              </a:path>
            </a:pathLst>
          </a:custGeom>
          <a:noFill/>
          <a:ln w="12700" cap="rnd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Ellipse 42">
            <a:extLst>
              <a:ext uri="{FF2B5EF4-FFF2-40B4-BE49-F238E27FC236}">
                <a16:creationId xmlns:a16="http://schemas.microsoft.com/office/drawing/2014/main" id="{30FB30AE-4754-1EA6-B64D-5585BFDE5C70}"/>
              </a:ext>
            </a:extLst>
          </p:cNvPr>
          <p:cNvSpPr>
            <a:spLocks/>
          </p:cNvSpPr>
          <p:nvPr/>
        </p:nvSpPr>
        <p:spPr bwMode="gray">
          <a:xfrm>
            <a:off x="1313573" y="2855699"/>
            <a:ext cx="2392735" cy="1196233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4" fmla="*/ 1171530 w 2160180"/>
              <a:gd name="connsiteY4" fmla="*/ 91440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0" fmla="*/ 2160180 w 2160180"/>
              <a:gd name="connsiteY0" fmla="*/ 0 h 1079971"/>
              <a:gd name="connsiteX1" fmla="*/ 1080090 w 2160180"/>
              <a:gd name="connsiteY1" fmla="*/ 1079971 h 1079971"/>
              <a:gd name="connsiteX2" fmla="*/ 0 w 2160180"/>
              <a:gd name="connsiteY2" fmla="*/ 0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2160180" y="0"/>
                </a:moveTo>
                <a:cubicBezTo>
                  <a:pt x="2160180" y="596452"/>
                  <a:pt x="1676607" y="1079971"/>
                  <a:pt x="1080090" y="1079971"/>
                </a:cubicBezTo>
                <a:cubicBezTo>
                  <a:pt x="483573" y="1079971"/>
                  <a:pt x="0" y="596452"/>
                  <a:pt x="0" y="0"/>
                </a:cubicBezTo>
              </a:path>
            </a:pathLst>
          </a:custGeom>
          <a:noFill/>
          <a:ln w="76200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Ellipse 43">
            <a:extLst>
              <a:ext uri="{FF2B5EF4-FFF2-40B4-BE49-F238E27FC236}">
                <a16:creationId xmlns:a16="http://schemas.microsoft.com/office/drawing/2014/main" id="{09296230-A9FF-ED55-2B49-B6E609CAD4CA}"/>
              </a:ext>
            </a:extLst>
          </p:cNvPr>
          <p:cNvSpPr>
            <a:spLocks/>
          </p:cNvSpPr>
          <p:nvPr/>
        </p:nvSpPr>
        <p:spPr bwMode="gray">
          <a:xfrm>
            <a:off x="3706308" y="1659466"/>
            <a:ext cx="2392735" cy="1196233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2159942 h 2251382"/>
              <a:gd name="connsiteX1" fmla="*/ 0 w 2160180"/>
              <a:gd name="connsiteY1" fmla="*/ 1079971 h 2251382"/>
              <a:gd name="connsiteX2" fmla="*/ 1080090 w 2160180"/>
              <a:gd name="connsiteY2" fmla="*/ 0 h 2251382"/>
              <a:gd name="connsiteX3" fmla="*/ 2160180 w 2160180"/>
              <a:gd name="connsiteY3" fmla="*/ 1079971 h 2251382"/>
              <a:gd name="connsiteX4" fmla="*/ 1171530 w 2160180"/>
              <a:gd name="connsiteY4" fmla="*/ 2251382 h 2251382"/>
              <a:gd name="connsiteX0" fmla="*/ 1080090 w 2160180"/>
              <a:gd name="connsiteY0" fmla="*/ 2159942 h 2159942"/>
              <a:gd name="connsiteX1" fmla="*/ 0 w 2160180"/>
              <a:gd name="connsiteY1" fmla="*/ 1079971 h 2159942"/>
              <a:gd name="connsiteX2" fmla="*/ 1080090 w 2160180"/>
              <a:gd name="connsiteY2" fmla="*/ 0 h 2159942"/>
              <a:gd name="connsiteX3" fmla="*/ 2160180 w 2160180"/>
              <a:gd name="connsiteY3" fmla="*/ 1079971 h 2159942"/>
              <a:gd name="connsiteX0" fmla="*/ 0 w 2160180"/>
              <a:gd name="connsiteY0" fmla="*/ 1079971 h 1079971"/>
              <a:gd name="connsiteX1" fmla="*/ 1080090 w 2160180"/>
              <a:gd name="connsiteY1" fmla="*/ 0 h 1079971"/>
              <a:gd name="connsiteX2" fmla="*/ 2160180 w 2160180"/>
              <a:gd name="connsiteY2" fmla="*/ 1079971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0" y="1079971"/>
                </a:moveTo>
                <a:cubicBezTo>
                  <a:pt x="0" y="483519"/>
                  <a:pt x="483573" y="0"/>
                  <a:pt x="1080090" y="0"/>
                </a:cubicBezTo>
                <a:cubicBezTo>
                  <a:pt x="1676607" y="0"/>
                  <a:pt x="2160180" y="483519"/>
                  <a:pt x="2160180" y="1079971"/>
                </a:cubicBezTo>
              </a:path>
            </a:pathLst>
          </a:custGeom>
          <a:noFill/>
          <a:ln w="7620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Ellipse 44">
            <a:extLst>
              <a:ext uri="{FF2B5EF4-FFF2-40B4-BE49-F238E27FC236}">
                <a16:creationId xmlns:a16="http://schemas.microsoft.com/office/drawing/2014/main" id="{D4792BE1-0A69-337A-AB86-9BFB18928B5B}"/>
              </a:ext>
            </a:extLst>
          </p:cNvPr>
          <p:cNvSpPr>
            <a:spLocks/>
          </p:cNvSpPr>
          <p:nvPr/>
        </p:nvSpPr>
        <p:spPr bwMode="gray">
          <a:xfrm>
            <a:off x="6099309" y="2855699"/>
            <a:ext cx="2392735" cy="1196233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4" fmla="*/ 1171530 w 2160180"/>
              <a:gd name="connsiteY4" fmla="*/ 91440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0" fmla="*/ 2160180 w 2160180"/>
              <a:gd name="connsiteY0" fmla="*/ 0 h 1079971"/>
              <a:gd name="connsiteX1" fmla="*/ 1080090 w 2160180"/>
              <a:gd name="connsiteY1" fmla="*/ 1079971 h 1079971"/>
              <a:gd name="connsiteX2" fmla="*/ 0 w 2160180"/>
              <a:gd name="connsiteY2" fmla="*/ 0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2160180" y="0"/>
                </a:moveTo>
                <a:cubicBezTo>
                  <a:pt x="2160180" y="596452"/>
                  <a:pt x="1676607" y="1079971"/>
                  <a:pt x="1080090" y="1079971"/>
                </a:cubicBezTo>
                <a:cubicBezTo>
                  <a:pt x="483573" y="1079971"/>
                  <a:pt x="0" y="596452"/>
                  <a:pt x="0" y="0"/>
                </a:cubicBezTo>
              </a:path>
            </a:pathLst>
          </a:custGeom>
          <a:noFill/>
          <a:ln w="76200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Ellipse 45">
            <a:extLst>
              <a:ext uri="{FF2B5EF4-FFF2-40B4-BE49-F238E27FC236}">
                <a16:creationId xmlns:a16="http://schemas.microsoft.com/office/drawing/2014/main" id="{509A5212-6977-75A1-2503-0D52D467B494}"/>
              </a:ext>
            </a:extLst>
          </p:cNvPr>
          <p:cNvSpPr>
            <a:spLocks/>
          </p:cNvSpPr>
          <p:nvPr/>
        </p:nvSpPr>
        <p:spPr bwMode="gray">
          <a:xfrm>
            <a:off x="8492042" y="1659466"/>
            <a:ext cx="2392735" cy="1196233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2159942 h 2251382"/>
              <a:gd name="connsiteX1" fmla="*/ 0 w 2160180"/>
              <a:gd name="connsiteY1" fmla="*/ 1079971 h 2251382"/>
              <a:gd name="connsiteX2" fmla="*/ 1080090 w 2160180"/>
              <a:gd name="connsiteY2" fmla="*/ 0 h 2251382"/>
              <a:gd name="connsiteX3" fmla="*/ 2160180 w 2160180"/>
              <a:gd name="connsiteY3" fmla="*/ 1079971 h 2251382"/>
              <a:gd name="connsiteX4" fmla="*/ 1171530 w 2160180"/>
              <a:gd name="connsiteY4" fmla="*/ 2251382 h 2251382"/>
              <a:gd name="connsiteX0" fmla="*/ 1080090 w 2160180"/>
              <a:gd name="connsiteY0" fmla="*/ 2159942 h 2159942"/>
              <a:gd name="connsiteX1" fmla="*/ 0 w 2160180"/>
              <a:gd name="connsiteY1" fmla="*/ 1079971 h 2159942"/>
              <a:gd name="connsiteX2" fmla="*/ 1080090 w 2160180"/>
              <a:gd name="connsiteY2" fmla="*/ 0 h 2159942"/>
              <a:gd name="connsiteX3" fmla="*/ 2160180 w 2160180"/>
              <a:gd name="connsiteY3" fmla="*/ 1079971 h 2159942"/>
              <a:gd name="connsiteX0" fmla="*/ 0 w 2160180"/>
              <a:gd name="connsiteY0" fmla="*/ 1079971 h 1079971"/>
              <a:gd name="connsiteX1" fmla="*/ 1080090 w 2160180"/>
              <a:gd name="connsiteY1" fmla="*/ 0 h 1079971"/>
              <a:gd name="connsiteX2" fmla="*/ 2160180 w 2160180"/>
              <a:gd name="connsiteY2" fmla="*/ 1079971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0" y="1079971"/>
                </a:moveTo>
                <a:cubicBezTo>
                  <a:pt x="0" y="483519"/>
                  <a:pt x="483573" y="0"/>
                  <a:pt x="1080090" y="0"/>
                </a:cubicBezTo>
                <a:cubicBezTo>
                  <a:pt x="1676607" y="0"/>
                  <a:pt x="2160180" y="483519"/>
                  <a:pt x="2160180" y="1079971"/>
                </a:cubicBezTo>
              </a:path>
            </a:pathLst>
          </a:custGeom>
          <a:noFill/>
          <a:ln w="7620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97FB9614-6CAF-DEAE-51BA-75BB02C17E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1012" y="2446770"/>
            <a:ext cx="817858" cy="817858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CB8B8BF8-8682-5DA7-57B1-CE6F942CEA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3835" y="2446770"/>
            <a:ext cx="817858" cy="817858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9E50A08D-0223-E238-D8E2-4A2A1E058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6656" y="2446770"/>
            <a:ext cx="817858" cy="817858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B2929270-0CC1-6D48-1589-78B0E1C84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9480" y="2446770"/>
            <a:ext cx="817858" cy="817858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3752F5A9-0215-3531-4884-B51A582162C8}"/>
              </a:ext>
            </a:extLst>
          </p:cNvPr>
          <p:cNvSpPr txBox="1">
            <a:spLocks/>
          </p:cNvSpPr>
          <p:nvPr/>
        </p:nvSpPr>
        <p:spPr>
          <a:xfrm>
            <a:off x="1313573" y="4386195"/>
            <a:ext cx="2392735" cy="1369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</a:t>
            </a:r>
          </a:p>
          <a:p>
            <a:pPr algn="ctr">
              <a:spcAft>
                <a:spcPts val="3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600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600" dirty="0">
              <a:solidFill>
                <a:schemeClr val="accent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CD50B04-0AB4-F343-E89E-5DB0E8B9397B}"/>
              </a:ext>
            </a:extLst>
          </p:cNvPr>
          <p:cNvSpPr txBox="1">
            <a:spLocks/>
          </p:cNvSpPr>
          <p:nvPr/>
        </p:nvSpPr>
        <p:spPr>
          <a:xfrm>
            <a:off x="3706395" y="4386195"/>
            <a:ext cx="2392735" cy="1369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</a:t>
            </a:r>
          </a:p>
          <a:p>
            <a:pPr algn="ctr">
              <a:spcAft>
                <a:spcPts val="300"/>
              </a:spcAft>
            </a:pPr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1715B1A-B01F-C065-EF60-767B61672B22}"/>
              </a:ext>
            </a:extLst>
          </p:cNvPr>
          <p:cNvSpPr txBox="1">
            <a:spLocks/>
          </p:cNvSpPr>
          <p:nvPr/>
        </p:nvSpPr>
        <p:spPr>
          <a:xfrm>
            <a:off x="6099217" y="4386195"/>
            <a:ext cx="2392735" cy="1369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</a:t>
            </a:r>
          </a:p>
          <a:p>
            <a:pPr algn="ctr">
              <a:spcAft>
                <a:spcPts val="300"/>
              </a:spcAft>
            </a:pP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600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600" dirty="0">
              <a:solidFill>
                <a:schemeClr val="accent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302B86A-026E-124E-C81B-7A55FC31081E}"/>
              </a:ext>
            </a:extLst>
          </p:cNvPr>
          <p:cNvSpPr txBox="1">
            <a:spLocks/>
          </p:cNvSpPr>
          <p:nvPr/>
        </p:nvSpPr>
        <p:spPr>
          <a:xfrm>
            <a:off x="8492040" y="4386195"/>
            <a:ext cx="2392735" cy="1369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</a:t>
            </a:r>
          </a:p>
          <a:p>
            <a:pPr algn="ctr">
              <a:spcAft>
                <a:spcPts val="300"/>
              </a:spcAft>
            </a:pPr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19485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F85AA-575E-68BF-D5A5-6CFA05A60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EDED2204-7B05-1093-BB2B-E76600E0CF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ED2204-7B05-1093-BB2B-E76600E0CF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30DD608-9803-37CE-1BBD-8D4C4149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Next Steps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FB20B6-110A-D700-597D-25FCEB97FB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109594-1B45-46DB-8A0B-416F125317DC}" type="slidenum">
              <a:rPr lang="en-GB" smtClean="0"/>
              <a:pPr/>
              <a:t>99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0EF039D-0CEC-D3ED-5B52-1941599FD7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Four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7B38C8C8-2D3E-D58C-462C-3761B912B578}"/>
              </a:ext>
            </a:extLst>
          </p:cNvPr>
          <p:cNvGrpSpPr>
            <a:grpSpLocks/>
          </p:cNvGrpSpPr>
          <p:nvPr/>
        </p:nvGrpSpPr>
        <p:grpSpPr bwMode="gray">
          <a:xfrm>
            <a:off x="539748" y="1650340"/>
            <a:ext cx="4649403" cy="4350410"/>
            <a:chOff x="732479" y="2030235"/>
            <a:chExt cx="4111439" cy="3847041"/>
          </a:xfrm>
        </p:grpSpPr>
        <p:sp>
          <p:nvSpPr>
            <p:cNvPr id="15" name="Ellipse 43">
              <a:extLst>
                <a:ext uri="{FF2B5EF4-FFF2-40B4-BE49-F238E27FC236}">
                  <a16:creationId xmlns:a16="http://schemas.microsoft.com/office/drawing/2014/main" id="{0505DDF3-96DD-2D35-B4D0-54DFB5D6ACE0}"/>
                </a:ext>
              </a:extLst>
            </p:cNvPr>
            <p:cNvSpPr>
              <a:spLocks/>
            </p:cNvSpPr>
            <p:nvPr/>
          </p:nvSpPr>
          <p:spPr bwMode="gray">
            <a:xfrm rot="5400000">
              <a:off x="3429065" y="2672180"/>
              <a:ext cx="641912" cy="641841"/>
            </a:xfrm>
            <a:custGeom>
              <a:avLst/>
              <a:gdLst>
                <a:gd name="connsiteX0" fmla="*/ 0 w 2160180"/>
                <a:gd name="connsiteY0" fmla="*/ 1079971 h 2159942"/>
                <a:gd name="connsiteX1" fmla="*/ 1080090 w 2160180"/>
                <a:gd name="connsiteY1" fmla="*/ 0 h 2159942"/>
                <a:gd name="connsiteX2" fmla="*/ 2160180 w 2160180"/>
                <a:gd name="connsiteY2" fmla="*/ 1079971 h 2159942"/>
                <a:gd name="connsiteX3" fmla="*/ 1080090 w 2160180"/>
                <a:gd name="connsiteY3" fmla="*/ 2159942 h 2159942"/>
                <a:gd name="connsiteX4" fmla="*/ 0 w 2160180"/>
                <a:gd name="connsiteY4" fmla="*/ 1079971 h 2159942"/>
                <a:gd name="connsiteX0" fmla="*/ 1080090 w 2160180"/>
                <a:gd name="connsiteY0" fmla="*/ 2159942 h 2251382"/>
                <a:gd name="connsiteX1" fmla="*/ 0 w 2160180"/>
                <a:gd name="connsiteY1" fmla="*/ 1079971 h 2251382"/>
                <a:gd name="connsiteX2" fmla="*/ 1080090 w 2160180"/>
                <a:gd name="connsiteY2" fmla="*/ 0 h 2251382"/>
                <a:gd name="connsiteX3" fmla="*/ 2160180 w 2160180"/>
                <a:gd name="connsiteY3" fmla="*/ 1079971 h 2251382"/>
                <a:gd name="connsiteX4" fmla="*/ 1171530 w 2160180"/>
                <a:gd name="connsiteY4" fmla="*/ 2251382 h 2251382"/>
                <a:gd name="connsiteX0" fmla="*/ 1080090 w 2160180"/>
                <a:gd name="connsiteY0" fmla="*/ 2159942 h 2159942"/>
                <a:gd name="connsiteX1" fmla="*/ 0 w 2160180"/>
                <a:gd name="connsiteY1" fmla="*/ 1079971 h 2159942"/>
                <a:gd name="connsiteX2" fmla="*/ 1080090 w 2160180"/>
                <a:gd name="connsiteY2" fmla="*/ 0 h 2159942"/>
                <a:gd name="connsiteX3" fmla="*/ 2160180 w 2160180"/>
                <a:gd name="connsiteY3" fmla="*/ 1079971 h 2159942"/>
                <a:gd name="connsiteX0" fmla="*/ 0 w 2160180"/>
                <a:gd name="connsiteY0" fmla="*/ 1079971 h 1079971"/>
                <a:gd name="connsiteX1" fmla="*/ 1080090 w 2160180"/>
                <a:gd name="connsiteY1" fmla="*/ 0 h 1079971"/>
                <a:gd name="connsiteX2" fmla="*/ 2160180 w 2160180"/>
                <a:gd name="connsiteY2" fmla="*/ 1079971 h 1079971"/>
                <a:gd name="connsiteX0" fmla="*/ -1 w 1080089"/>
                <a:gd name="connsiteY0" fmla="*/ 0 h 1079971"/>
                <a:gd name="connsiteX1" fmla="*/ 1080089 w 1080089"/>
                <a:gd name="connsiteY1" fmla="*/ 1079971 h 107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0089" h="1079971">
                  <a:moveTo>
                    <a:pt x="-1" y="0"/>
                  </a:moveTo>
                  <a:cubicBezTo>
                    <a:pt x="596516" y="0"/>
                    <a:pt x="1080089" y="483519"/>
                    <a:pt x="1080089" y="1079971"/>
                  </a:cubicBezTo>
                </a:path>
              </a:pathLst>
            </a:custGeom>
            <a:noFill/>
            <a:ln w="12700" cap="rnd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j-lt"/>
              </a:endParaRPr>
            </a:p>
          </p:txBody>
        </p:sp>
        <p:sp>
          <p:nvSpPr>
            <p:cNvPr id="16" name="Ellipse 43">
              <a:extLst>
                <a:ext uri="{FF2B5EF4-FFF2-40B4-BE49-F238E27FC236}">
                  <a16:creationId xmlns:a16="http://schemas.microsoft.com/office/drawing/2014/main" id="{C0C5BB6D-EA35-870A-D53F-98C0FD4B0FF4}"/>
                </a:ext>
              </a:extLst>
            </p:cNvPr>
            <p:cNvSpPr>
              <a:spLocks/>
            </p:cNvSpPr>
            <p:nvPr/>
          </p:nvSpPr>
          <p:spPr bwMode="gray">
            <a:xfrm rot="5400000">
              <a:off x="2145383" y="3951319"/>
              <a:ext cx="641912" cy="641841"/>
            </a:xfrm>
            <a:custGeom>
              <a:avLst/>
              <a:gdLst>
                <a:gd name="connsiteX0" fmla="*/ 0 w 2160180"/>
                <a:gd name="connsiteY0" fmla="*/ 1079971 h 2159942"/>
                <a:gd name="connsiteX1" fmla="*/ 1080090 w 2160180"/>
                <a:gd name="connsiteY1" fmla="*/ 0 h 2159942"/>
                <a:gd name="connsiteX2" fmla="*/ 2160180 w 2160180"/>
                <a:gd name="connsiteY2" fmla="*/ 1079971 h 2159942"/>
                <a:gd name="connsiteX3" fmla="*/ 1080090 w 2160180"/>
                <a:gd name="connsiteY3" fmla="*/ 2159942 h 2159942"/>
                <a:gd name="connsiteX4" fmla="*/ 0 w 2160180"/>
                <a:gd name="connsiteY4" fmla="*/ 1079971 h 2159942"/>
                <a:gd name="connsiteX0" fmla="*/ 1080090 w 2160180"/>
                <a:gd name="connsiteY0" fmla="*/ 2159942 h 2251382"/>
                <a:gd name="connsiteX1" fmla="*/ 0 w 2160180"/>
                <a:gd name="connsiteY1" fmla="*/ 1079971 h 2251382"/>
                <a:gd name="connsiteX2" fmla="*/ 1080090 w 2160180"/>
                <a:gd name="connsiteY2" fmla="*/ 0 h 2251382"/>
                <a:gd name="connsiteX3" fmla="*/ 2160180 w 2160180"/>
                <a:gd name="connsiteY3" fmla="*/ 1079971 h 2251382"/>
                <a:gd name="connsiteX4" fmla="*/ 1171530 w 2160180"/>
                <a:gd name="connsiteY4" fmla="*/ 2251382 h 2251382"/>
                <a:gd name="connsiteX0" fmla="*/ 1080090 w 2160180"/>
                <a:gd name="connsiteY0" fmla="*/ 2159942 h 2159942"/>
                <a:gd name="connsiteX1" fmla="*/ 0 w 2160180"/>
                <a:gd name="connsiteY1" fmla="*/ 1079971 h 2159942"/>
                <a:gd name="connsiteX2" fmla="*/ 1080090 w 2160180"/>
                <a:gd name="connsiteY2" fmla="*/ 0 h 2159942"/>
                <a:gd name="connsiteX3" fmla="*/ 2160180 w 2160180"/>
                <a:gd name="connsiteY3" fmla="*/ 1079971 h 2159942"/>
                <a:gd name="connsiteX0" fmla="*/ 0 w 2160180"/>
                <a:gd name="connsiteY0" fmla="*/ 1079971 h 1079971"/>
                <a:gd name="connsiteX1" fmla="*/ 1080090 w 2160180"/>
                <a:gd name="connsiteY1" fmla="*/ 0 h 1079971"/>
                <a:gd name="connsiteX2" fmla="*/ 2160180 w 2160180"/>
                <a:gd name="connsiteY2" fmla="*/ 1079971 h 1079971"/>
                <a:gd name="connsiteX0" fmla="*/ -1 w 1080089"/>
                <a:gd name="connsiteY0" fmla="*/ 0 h 1079971"/>
                <a:gd name="connsiteX1" fmla="*/ 1080089 w 1080089"/>
                <a:gd name="connsiteY1" fmla="*/ 1079971 h 107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0089" h="1079971">
                  <a:moveTo>
                    <a:pt x="-1" y="0"/>
                  </a:moveTo>
                  <a:cubicBezTo>
                    <a:pt x="596516" y="0"/>
                    <a:pt x="1080089" y="483519"/>
                    <a:pt x="1080089" y="1079971"/>
                  </a:cubicBezTo>
                </a:path>
              </a:pathLst>
            </a:custGeom>
            <a:noFill/>
            <a:ln w="12700" cap="rnd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j-lt"/>
              </a:endParaRPr>
            </a:p>
          </p:txBody>
        </p: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11EA01EA-1DD8-C48A-3603-51A5627AE654}"/>
                </a:ext>
              </a:extLst>
            </p:cNvPr>
            <p:cNvGrpSpPr/>
            <p:nvPr/>
          </p:nvGrpSpPr>
          <p:grpSpPr bwMode="gray">
            <a:xfrm rot="16200000" flipH="1">
              <a:off x="2787295" y="3314277"/>
              <a:ext cx="1283824" cy="1283893"/>
              <a:chOff x="1601140" y="2276780"/>
              <a:chExt cx="1672921" cy="1673012"/>
            </a:xfrm>
          </p:grpSpPr>
          <p:sp>
            <p:nvSpPr>
              <p:cNvPr id="49" name="Ellipse 43">
                <a:extLst>
                  <a:ext uri="{FF2B5EF4-FFF2-40B4-BE49-F238E27FC236}">
                    <a16:creationId xmlns:a16="http://schemas.microsoft.com/office/drawing/2014/main" id="{41AF87C9-D58B-AFB3-9693-12B9C41FEA08}"/>
                  </a:ext>
                </a:extLst>
              </p:cNvPr>
              <p:cNvSpPr>
                <a:spLocks/>
              </p:cNvSpPr>
              <p:nvPr/>
            </p:nvSpPr>
            <p:spPr bwMode="gray">
              <a:xfrm flipH="1">
                <a:off x="1601140" y="2277056"/>
                <a:ext cx="836460" cy="836368"/>
              </a:xfrm>
              <a:custGeom>
                <a:avLst/>
                <a:gdLst>
                  <a:gd name="connsiteX0" fmla="*/ 0 w 2160180"/>
                  <a:gd name="connsiteY0" fmla="*/ 1079971 h 2159942"/>
                  <a:gd name="connsiteX1" fmla="*/ 1080090 w 2160180"/>
                  <a:gd name="connsiteY1" fmla="*/ 0 h 2159942"/>
                  <a:gd name="connsiteX2" fmla="*/ 2160180 w 2160180"/>
                  <a:gd name="connsiteY2" fmla="*/ 1079971 h 2159942"/>
                  <a:gd name="connsiteX3" fmla="*/ 1080090 w 2160180"/>
                  <a:gd name="connsiteY3" fmla="*/ 2159942 h 2159942"/>
                  <a:gd name="connsiteX4" fmla="*/ 0 w 2160180"/>
                  <a:gd name="connsiteY4" fmla="*/ 1079971 h 2159942"/>
                  <a:gd name="connsiteX0" fmla="*/ 1080090 w 2160180"/>
                  <a:gd name="connsiteY0" fmla="*/ 2159942 h 2251382"/>
                  <a:gd name="connsiteX1" fmla="*/ 0 w 2160180"/>
                  <a:gd name="connsiteY1" fmla="*/ 1079971 h 2251382"/>
                  <a:gd name="connsiteX2" fmla="*/ 1080090 w 2160180"/>
                  <a:gd name="connsiteY2" fmla="*/ 0 h 2251382"/>
                  <a:gd name="connsiteX3" fmla="*/ 2160180 w 2160180"/>
                  <a:gd name="connsiteY3" fmla="*/ 1079971 h 2251382"/>
                  <a:gd name="connsiteX4" fmla="*/ 1171530 w 2160180"/>
                  <a:gd name="connsiteY4" fmla="*/ 2251382 h 2251382"/>
                  <a:gd name="connsiteX0" fmla="*/ 1080090 w 2160180"/>
                  <a:gd name="connsiteY0" fmla="*/ 2159942 h 2159942"/>
                  <a:gd name="connsiteX1" fmla="*/ 0 w 2160180"/>
                  <a:gd name="connsiteY1" fmla="*/ 1079971 h 2159942"/>
                  <a:gd name="connsiteX2" fmla="*/ 1080090 w 2160180"/>
                  <a:gd name="connsiteY2" fmla="*/ 0 h 2159942"/>
                  <a:gd name="connsiteX3" fmla="*/ 2160180 w 2160180"/>
                  <a:gd name="connsiteY3" fmla="*/ 1079971 h 2159942"/>
                  <a:gd name="connsiteX0" fmla="*/ 0 w 2160180"/>
                  <a:gd name="connsiteY0" fmla="*/ 1079971 h 1079971"/>
                  <a:gd name="connsiteX1" fmla="*/ 1080090 w 2160180"/>
                  <a:gd name="connsiteY1" fmla="*/ 0 h 1079971"/>
                  <a:gd name="connsiteX2" fmla="*/ 2160180 w 2160180"/>
                  <a:gd name="connsiteY2" fmla="*/ 1079971 h 1079971"/>
                  <a:gd name="connsiteX0" fmla="*/ -1 w 1080089"/>
                  <a:gd name="connsiteY0" fmla="*/ 0 h 1079971"/>
                  <a:gd name="connsiteX1" fmla="*/ 1080089 w 1080089"/>
                  <a:gd name="connsiteY1" fmla="*/ 1079971 h 1079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0089" h="1079971">
                    <a:moveTo>
                      <a:pt x="-1" y="0"/>
                    </a:moveTo>
                    <a:cubicBezTo>
                      <a:pt x="596516" y="0"/>
                      <a:pt x="1080089" y="483519"/>
                      <a:pt x="1080089" y="1079971"/>
                    </a:cubicBezTo>
                  </a:path>
                </a:pathLst>
              </a:custGeom>
              <a:noFill/>
              <a:ln w="12700" cap="rnd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1600" dirty="0">
                  <a:latin typeface="+mj-lt"/>
                </a:endParaRPr>
              </a:p>
            </p:txBody>
          </p:sp>
          <p:grpSp>
            <p:nvGrpSpPr>
              <p:cNvPr id="50" name="Gruppieren 49">
                <a:extLst>
                  <a:ext uri="{FF2B5EF4-FFF2-40B4-BE49-F238E27FC236}">
                    <a16:creationId xmlns:a16="http://schemas.microsoft.com/office/drawing/2014/main" id="{285B9CC9-C604-5543-BFF4-8EC5B64FBA0B}"/>
                  </a:ext>
                </a:extLst>
              </p:cNvPr>
              <p:cNvGrpSpPr/>
              <p:nvPr/>
            </p:nvGrpSpPr>
            <p:grpSpPr bwMode="gray">
              <a:xfrm>
                <a:off x="1601140" y="2277056"/>
                <a:ext cx="1672921" cy="1672736"/>
                <a:chOff x="4118900" y="2294565"/>
                <a:chExt cx="1980165" cy="1979946"/>
              </a:xfrm>
            </p:grpSpPr>
            <p:sp>
              <p:nvSpPr>
                <p:cNvPr id="52" name="Ellipse 43">
                  <a:extLst>
                    <a:ext uri="{FF2B5EF4-FFF2-40B4-BE49-F238E27FC236}">
                      <a16:creationId xmlns:a16="http://schemas.microsoft.com/office/drawing/2014/main" id="{186B520D-52A3-C798-8108-82CDF627CFC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 flipH="1" flipV="1">
                  <a:off x="4118900" y="3284538"/>
                  <a:ext cx="1980165" cy="989973"/>
                </a:xfrm>
                <a:custGeom>
                  <a:avLst/>
                  <a:gdLst>
                    <a:gd name="connsiteX0" fmla="*/ 0 w 2160180"/>
                    <a:gd name="connsiteY0" fmla="*/ 1079971 h 2159942"/>
                    <a:gd name="connsiteX1" fmla="*/ 1080090 w 2160180"/>
                    <a:gd name="connsiteY1" fmla="*/ 0 h 2159942"/>
                    <a:gd name="connsiteX2" fmla="*/ 2160180 w 2160180"/>
                    <a:gd name="connsiteY2" fmla="*/ 1079971 h 2159942"/>
                    <a:gd name="connsiteX3" fmla="*/ 1080090 w 2160180"/>
                    <a:gd name="connsiteY3" fmla="*/ 2159942 h 2159942"/>
                    <a:gd name="connsiteX4" fmla="*/ 0 w 2160180"/>
                    <a:gd name="connsiteY4" fmla="*/ 1079971 h 2159942"/>
                    <a:gd name="connsiteX0" fmla="*/ 1080090 w 2160180"/>
                    <a:gd name="connsiteY0" fmla="*/ 2159942 h 2251382"/>
                    <a:gd name="connsiteX1" fmla="*/ 0 w 2160180"/>
                    <a:gd name="connsiteY1" fmla="*/ 1079971 h 2251382"/>
                    <a:gd name="connsiteX2" fmla="*/ 1080090 w 2160180"/>
                    <a:gd name="connsiteY2" fmla="*/ 0 h 2251382"/>
                    <a:gd name="connsiteX3" fmla="*/ 2160180 w 2160180"/>
                    <a:gd name="connsiteY3" fmla="*/ 1079971 h 2251382"/>
                    <a:gd name="connsiteX4" fmla="*/ 1171530 w 2160180"/>
                    <a:gd name="connsiteY4" fmla="*/ 2251382 h 2251382"/>
                    <a:gd name="connsiteX0" fmla="*/ 1080090 w 2160180"/>
                    <a:gd name="connsiteY0" fmla="*/ 2159942 h 2159942"/>
                    <a:gd name="connsiteX1" fmla="*/ 0 w 2160180"/>
                    <a:gd name="connsiteY1" fmla="*/ 1079971 h 2159942"/>
                    <a:gd name="connsiteX2" fmla="*/ 1080090 w 2160180"/>
                    <a:gd name="connsiteY2" fmla="*/ 0 h 2159942"/>
                    <a:gd name="connsiteX3" fmla="*/ 2160180 w 2160180"/>
                    <a:gd name="connsiteY3" fmla="*/ 1079971 h 2159942"/>
                    <a:gd name="connsiteX0" fmla="*/ 0 w 2160180"/>
                    <a:gd name="connsiteY0" fmla="*/ 1079971 h 1079971"/>
                    <a:gd name="connsiteX1" fmla="*/ 1080090 w 2160180"/>
                    <a:gd name="connsiteY1" fmla="*/ 0 h 1079971"/>
                    <a:gd name="connsiteX2" fmla="*/ 2160180 w 2160180"/>
                    <a:gd name="connsiteY2" fmla="*/ 1079971 h 1079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60180" h="1079971">
                      <a:moveTo>
                        <a:pt x="0" y="1079971"/>
                      </a:moveTo>
                      <a:cubicBezTo>
                        <a:pt x="0" y="483519"/>
                        <a:pt x="483573" y="0"/>
                        <a:pt x="1080090" y="0"/>
                      </a:cubicBezTo>
                      <a:cubicBezTo>
                        <a:pt x="1676607" y="0"/>
                        <a:pt x="2160180" y="483519"/>
                        <a:pt x="2160180" y="1079971"/>
                      </a:cubicBezTo>
                    </a:path>
                  </a:pathLst>
                </a:custGeom>
                <a:noFill/>
                <a:ln w="76200" cap="flat" cmpd="sng" algn="ctr">
                  <a:solidFill>
                    <a:schemeClr val="accent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en-US" sz="1600" dirty="0">
                    <a:latin typeface="+mj-lt"/>
                  </a:endParaRPr>
                </a:p>
              </p:txBody>
            </p:sp>
            <p:sp>
              <p:nvSpPr>
                <p:cNvPr id="53" name="Ellipse 43">
                  <a:extLst>
                    <a:ext uri="{FF2B5EF4-FFF2-40B4-BE49-F238E27FC236}">
                      <a16:creationId xmlns:a16="http://schemas.microsoft.com/office/drawing/2014/main" id="{31D2B551-23CF-010F-71A5-DF30171E5A84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 flipH="1">
                  <a:off x="5108982" y="2294565"/>
                  <a:ext cx="990083" cy="989973"/>
                </a:xfrm>
                <a:custGeom>
                  <a:avLst/>
                  <a:gdLst>
                    <a:gd name="connsiteX0" fmla="*/ 0 w 2160180"/>
                    <a:gd name="connsiteY0" fmla="*/ 1079971 h 2159942"/>
                    <a:gd name="connsiteX1" fmla="*/ 1080090 w 2160180"/>
                    <a:gd name="connsiteY1" fmla="*/ 0 h 2159942"/>
                    <a:gd name="connsiteX2" fmla="*/ 2160180 w 2160180"/>
                    <a:gd name="connsiteY2" fmla="*/ 1079971 h 2159942"/>
                    <a:gd name="connsiteX3" fmla="*/ 1080090 w 2160180"/>
                    <a:gd name="connsiteY3" fmla="*/ 2159942 h 2159942"/>
                    <a:gd name="connsiteX4" fmla="*/ 0 w 2160180"/>
                    <a:gd name="connsiteY4" fmla="*/ 1079971 h 2159942"/>
                    <a:gd name="connsiteX0" fmla="*/ 1080090 w 2160180"/>
                    <a:gd name="connsiteY0" fmla="*/ 2159942 h 2251382"/>
                    <a:gd name="connsiteX1" fmla="*/ 0 w 2160180"/>
                    <a:gd name="connsiteY1" fmla="*/ 1079971 h 2251382"/>
                    <a:gd name="connsiteX2" fmla="*/ 1080090 w 2160180"/>
                    <a:gd name="connsiteY2" fmla="*/ 0 h 2251382"/>
                    <a:gd name="connsiteX3" fmla="*/ 2160180 w 2160180"/>
                    <a:gd name="connsiteY3" fmla="*/ 1079971 h 2251382"/>
                    <a:gd name="connsiteX4" fmla="*/ 1171530 w 2160180"/>
                    <a:gd name="connsiteY4" fmla="*/ 2251382 h 2251382"/>
                    <a:gd name="connsiteX0" fmla="*/ 1080090 w 2160180"/>
                    <a:gd name="connsiteY0" fmla="*/ 2159942 h 2159942"/>
                    <a:gd name="connsiteX1" fmla="*/ 0 w 2160180"/>
                    <a:gd name="connsiteY1" fmla="*/ 1079971 h 2159942"/>
                    <a:gd name="connsiteX2" fmla="*/ 1080090 w 2160180"/>
                    <a:gd name="connsiteY2" fmla="*/ 0 h 2159942"/>
                    <a:gd name="connsiteX3" fmla="*/ 2160180 w 2160180"/>
                    <a:gd name="connsiteY3" fmla="*/ 1079971 h 2159942"/>
                    <a:gd name="connsiteX0" fmla="*/ 0 w 2160180"/>
                    <a:gd name="connsiteY0" fmla="*/ 1079971 h 1079971"/>
                    <a:gd name="connsiteX1" fmla="*/ 1080090 w 2160180"/>
                    <a:gd name="connsiteY1" fmla="*/ 0 h 1079971"/>
                    <a:gd name="connsiteX2" fmla="*/ 2160180 w 2160180"/>
                    <a:gd name="connsiteY2" fmla="*/ 1079971 h 1079971"/>
                    <a:gd name="connsiteX0" fmla="*/ 0 w 1080091"/>
                    <a:gd name="connsiteY0" fmla="*/ 1079971 h 1079971"/>
                    <a:gd name="connsiteX1" fmla="*/ 1080090 w 1080091"/>
                    <a:gd name="connsiteY1" fmla="*/ 0 h 1079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80091" h="1079971">
                      <a:moveTo>
                        <a:pt x="0" y="1079971"/>
                      </a:moveTo>
                      <a:cubicBezTo>
                        <a:pt x="0" y="483519"/>
                        <a:pt x="483573" y="0"/>
                        <a:pt x="1080090" y="0"/>
                      </a:cubicBezTo>
                    </a:path>
                  </a:pathLst>
                </a:custGeom>
                <a:noFill/>
                <a:ln w="76200" cap="sq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en-US" sz="1600" dirty="0">
                    <a:latin typeface="+mj-lt"/>
                  </a:endParaRPr>
                </a:p>
              </p:txBody>
            </p:sp>
          </p:grpSp>
          <p:sp>
            <p:nvSpPr>
              <p:cNvPr id="51" name="Textfeld 50">
                <a:extLst>
                  <a:ext uri="{FF2B5EF4-FFF2-40B4-BE49-F238E27FC236}">
                    <a16:creationId xmlns:a16="http://schemas.microsoft.com/office/drawing/2014/main" id="{772D998D-7B07-65F3-64DF-7503550C666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16200000">
                <a:off x="1603752" y="2829518"/>
                <a:ext cx="1672920" cy="567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979488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3200" dirty="0">
                    <a:solidFill>
                      <a:schemeClr val="accent2"/>
                    </a:solidFill>
                  </a:rPr>
                  <a:t>02</a:t>
                </a:r>
              </a:p>
            </p:txBody>
          </p:sp>
        </p:grp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568E93EB-7F98-AE14-E29C-5F1BD323DA17}"/>
                </a:ext>
              </a:extLst>
            </p:cNvPr>
            <p:cNvGrpSpPr/>
            <p:nvPr/>
          </p:nvGrpSpPr>
          <p:grpSpPr bwMode="gray">
            <a:xfrm rot="5400000" flipH="1">
              <a:off x="2787295" y="2030201"/>
              <a:ext cx="1283824" cy="1283891"/>
              <a:chOff x="1601140" y="2276782"/>
              <a:chExt cx="1672921" cy="1673010"/>
            </a:xfrm>
          </p:grpSpPr>
          <p:grpSp>
            <p:nvGrpSpPr>
              <p:cNvPr id="45" name="Gruppieren 44">
                <a:extLst>
                  <a:ext uri="{FF2B5EF4-FFF2-40B4-BE49-F238E27FC236}">
                    <a16:creationId xmlns:a16="http://schemas.microsoft.com/office/drawing/2014/main" id="{F7829CC3-7D43-7EA1-E97C-12A5F29B7E6C}"/>
                  </a:ext>
                </a:extLst>
              </p:cNvPr>
              <p:cNvGrpSpPr/>
              <p:nvPr/>
            </p:nvGrpSpPr>
            <p:grpSpPr bwMode="gray">
              <a:xfrm>
                <a:off x="1601140" y="2277056"/>
                <a:ext cx="1672921" cy="1672736"/>
                <a:chOff x="4118900" y="2294565"/>
                <a:chExt cx="1980165" cy="1979946"/>
              </a:xfrm>
            </p:grpSpPr>
            <p:sp>
              <p:nvSpPr>
                <p:cNvPr id="47" name="Ellipse 43">
                  <a:extLst>
                    <a:ext uri="{FF2B5EF4-FFF2-40B4-BE49-F238E27FC236}">
                      <a16:creationId xmlns:a16="http://schemas.microsoft.com/office/drawing/2014/main" id="{4AB1E53B-CABC-F00F-FB8F-175BC744432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 flipH="1" flipV="1">
                  <a:off x="4118900" y="3284538"/>
                  <a:ext cx="1980165" cy="989973"/>
                </a:xfrm>
                <a:custGeom>
                  <a:avLst/>
                  <a:gdLst>
                    <a:gd name="connsiteX0" fmla="*/ 0 w 2160180"/>
                    <a:gd name="connsiteY0" fmla="*/ 1079971 h 2159942"/>
                    <a:gd name="connsiteX1" fmla="*/ 1080090 w 2160180"/>
                    <a:gd name="connsiteY1" fmla="*/ 0 h 2159942"/>
                    <a:gd name="connsiteX2" fmla="*/ 2160180 w 2160180"/>
                    <a:gd name="connsiteY2" fmla="*/ 1079971 h 2159942"/>
                    <a:gd name="connsiteX3" fmla="*/ 1080090 w 2160180"/>
                    <a:gd name="connsiteY3" fmla="*/ 2159942 h 2159942"/>
                    <a:gd name="connsiteX4" fmla="*/ 0 w 2160180"/>
                    <a:gd name="connsiteY4" fmla="*/ 1079971 h 2159942"/>
                    <a:gd name="connsiteX0" fmla="*/ 1080090 w 2160180"/>
                    <a:gd name="connsiteY0" fmla="*/ 2159942 h 2251382"/>
                    <a:gd name="connsiteX1" fmla="*/ 0 w 2160180"/>
                    <a:gd name="connsiteY1" fmla="*/ 1079971 h 2251382"/>
                    <a:gd name="connsiteX2" fmla="*/ 1080090 w 2160180"/>
                    <a:gd name="connsiteY2" fmla="*/ 0 h 2251382"/>
                    <a:gd name="connsiteX3" fmla="*/ 2160180 w 2160180"/>
                    <a:gd name="connsiteY3" fmla="*/ 1079971 h 2251382"/>
                    <a:gd name="connsiteX4" fmla="*/ 1171530 w 2160180"/>
                    <a:gd name="connsiteY4" fmla="*/ 2251382 h 2251382"/>
                    <a:gd name="connsiteX0" fmla="*/ 1080090 w 2160180"/>
                    <a:gd name="connsiteY0" fmla="*/ 2159942 h 2159942"/>
                    <a:gd name="connsiteX1" fmla="*/ 0 w 2160180"/>
                    <a:gd name="connsiteY1" fmla="*/ 1079971 h 2159942"/>
                    <a:gd name="connsiteX2" fmla="*/ 1080090 w 2160180"/>
                    <a:gd name="connsiteY2" fmla="*/ 0 h 2159942"/>
                    <a:gd name="connsiteX3" fmla="*/ 2160180 w 2160180"/>
                    <a:gd name="connsiteY3" fmla="*/ 1079971 h 2159942"/>
                    <a:gd name="connsiteX0" fmla="*/ 0 w 2160180"/>
                    <a:gd name="connsiteY0" fmla="*/ 1079971 h 1079971"/>
                    <a:gd name="connsiteX1" fmla="*/ 1080090 w 2160180"/>
                    <a:gd name="connsiteY1" fmla="*/ 0 h 1079971"/>
                    <a:gd name="connsiteX2" fmla="*/ 2160180 w 2160180"/>
                    <a:gd name="connsiteY2" fmla="*/ 1079971 h 1079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60180" h="1079971">
                      <a:moveTo>
                        <a:pt x="0" y="1079971"/>
                      </a:moveTo>
                      <a:cubicBezTo>
                        <a:pt x="0" y="483519"/>
                        <a:pt x="483573" y="0"/>
                        <a:pt x="1080090" y="0"/>
                      </a:cubicBezTo>
                      <a:cubicBezTo>
                        <a:pt x="1676607" y="0"/>
                        <a:pt x="2160180" y="483519"/>
                        <a:pt x="2160180" y="1079971"/>
                      </a:cubicBezTo>
                    </a:path>
                  </a:pathLst>
                </a:custGeom>
                <a:noFill/>
                <a:ln w="762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en-US" sz="1600" dirty="0">
                    <a:latin typeface="+mj-lt"/>
                  </a:endParaRPr>
                </a:p>
              </p:txBody>
            </p:sp>
            <p:sp>
              <p:nvSpPr>
                <p:cNvPr id="48" name="Ellipse 43">
                  <a:extLst>
                    <a:ext uri="{FF2B5EF4-FFF2-40B4-BE49-F238E27FC236}">
                      <a16:creationId xmlns:a16="http://schemas.microsoft.com/office/drawing/2014/main" id="{AB26CE56-496F-B826-6233-9E6C0FC3175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 flipH="1">
                  <a:off x="5108982" y="2294565"/>
                  <a:ext cx="990083" cy="989973"/>
                </a:xfrm>
                <a:custGeom>
                  <a:avLst/>
                  <a:gdLst>
                    <a:gd name="connsiteX0" fmla="*/ 0 w 2160180"/>
                    <a:gd name="connsiteY0" fmla="*/ 1079971 h 2159942"/>
                    <a:gd name="connsiteX1" fmla="*/ 1080090 w 2160180"/>
                    <a:gd name="connsiteY1" fmla="*/ 0 h 2159942"/>
                    <a:gd name="connsiteX2" fmla="*/ 2160180 w 2160180"/>
                    <a:gd name="connsiteY2" fmla="*/ 1079971 h 2159942"/>
                    <a:gd name="connsiteX3" fmla="*/ 1080090 w 2160180"/>
                    <a:gd name="connsiteY3" fmla="*/ 2159942 h 2159942"/>
                    <a:gd name="connsiteX4" fmla="*/ 0 w 2160180"/>
                    <a:gd name="connsiteY4" fmla="*/ 1079971 h 2159942"/>
                    <a:gd name="connsiteX0" fmla="*/ 1080090 w 2160180"/>
                    <a:gd name="connsiteY0" fmla="*/ 2159942 h 2251382"/>
                    <a:gd name="connsiteX1" fmla="*/ 0 w 2160180"/>
                    <a:gd name="connsiteY1" fmla="*/ 1079971 h 2251382"/>
                    <a:gd name="connsiteX2" fmla="*/ 1080090 w 2160180"/>
                    <a:gd name="connsiteY2" fmla="*/ 0 h 2251382"/>
                    <a:gd name="connsiteX3" fmla="*/ 2160180 w 2160180"/>
                    <a:gd name="connsiteY3" fmla="*/ 1079971 h 2251382"/>
                    <a:gd name="connsiteX4" fmla="*/ 1171530 w 2160180"/>
                    <a:gd name="connsiteY4" fmla="*/ 2251382 h 2251382"/>
                    <a:gd name="connsiteX0" fmla="*/ 1080090 w 2160180"/>
                    <a:gd name="connsiteY0" fmla="*/ 2159942 h 2159942"/>
                    <a:gd name="connsiteX1" fmla="*/ 0 w 2160180"/>
                    <a:gd name="connsiteY1" fmla="*/ 1079971 h 2159942"/>
                    <a:gd name="connsiteX2" fmla="*/ 1080090 w 2160180"/>
                    <a:gd name="connsiteY2" fmla="*/ 0 h 2159942"/>
                    <a:gd name="connsiteX3" fmla="*/ 2160180 w 2160180"/>
                    <a:gd name="connsiteY3" fmla="*/ 1079971 h 2159942"/>
                    <a:gd name="connsiteX0" fmla="*/ 0 w 2160180"/>
                    <a:gd name="connsiteY0" fmla="*/ 1079971 h 1079971"/>
                    <a:gd name="connsiteX1" fmla="*/ 1080090 w 2160180"/>
                    <a:gd name="connsiteY1" fmla="*/ 0 h 1079971"/>
                    <a:gd name="connsiteX2" fmla="*/ 2160180 w 2160180"/>
                    <a:gd name="connsiteY2" fmla="*/ 1079971 h 1079971"/>
                    <a:gd name="connsiteX0" fmla="*/ 0 w 1080091"/>
                    <a:gd name="connsiteY0" fmla="*/ 1079971 h 1079971"/>
                    <a:gd name="connsiteX1" fmla="*/ 1080090 w 1080091"/>
                    <a:gd name="connsiteY1" fmla="*/ 0 h 1079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80091" h="1079971">
                      <a:moveTo>
                        <a:pt x="0" y="1079971"/>
                      </a:moveTo>
                      <a:cubicBezTo>
                        <a:pt x="0" y="483519"/>
                        <a:pt x="483573" y="0"/>
                        <a:pt x="1080090" y="0"/>
                      </a:cubicBezTo>
                    </a:path>
                  </a:pathLst>
                </a:custGeom>
                <a:noFill/>
                <a:ln w="76200" cap="sq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en-US" sz="1600" dirty="0">
                    <a:latin typeface="+mj-lt"/>
                  </a:endParaRPr>
                </a:p>
              </p:txBody>
            </p:sp>
          </p:grp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6643777E-DC35-A079-5A5E-D5101CCDF6F7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5400000">
                <a:off x="1603751" y="2829520"/>
                <a:ext cx="1672919" cy="567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979488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3200" dirty="0">
                    <a:solidFill>
                      <a:schemeClr val="tx2"/>
                    </a:solidFill>
                  </a:rPr>
                  <a:t>01</a:t>
                </a:r>
              </a:p>
            </p:txBody>
          </p:sp>
        </p:grp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F9B51C29-A9C5-E972-DD02-B79CCE8012A7}"/>
                </a:ext>
              </a:extLst>
            </p:cNvPr>
            <p:cNvGrpSpPr/>
            <p:nvPr/>
          </p:nvGrpSpPr>
          <p:grpSpPr bwMode="gray">
            <a:xfrm rot="16200000" flipH="1">
              <a:off x="1503613" y="4593417"/>
              <a:ext cx="1283824" cy="1283893"/>
              <a:chOff x="1601140" y="2276780"/>
              <a:chExt cx="1672921" cy="1673012"/>
            </a:xfrm>
          </p:grpSpPr>
          <p:sp>
            <p:nvSpPr>
              <p:cNvPr id="40" name="Ellipse 43">
                <a:extLst>
                  <a:ext uri="{FF2B5EF4-FFF2-40B4-BE49-F238E27FC236}">
                    <a16:creationId xmlns:a16="http://schemas.microsoft.com/office/drawing/2014/main" id="{92D9F860-5FCB-6EA8-4336-9196CCB77764}"/>
                  </a:ext>
                </a:extLst>
              </p:cNvPr>
              <p:cNvSpPr>
                <a:spLocks/>
              </p:cNvSpPr>
              <p:nvPr/>
            </p:nvSpPr>
            <p:spPr bwMode="gray">
              <a:xfrm flipH="1">
                <a:off x="1601140" y="2277056"/>
                <a:ext cx="836460" cy="836368"/>
              </a:xfrm>
              <a:custGeom>
                <a:avLst/>
                <a:gdLst>
                  <a:gd name="connsiteX0" fmla="*/ 0 w 2160180"/>
                  <a:gd name="connsiteY0" fmla="*/ 1079971 h 2159942"/>
                  <a:gd name="connsiteX1" fmla="*/ 1080090 w 2160180"/>
                  <a:gd name="connsiteY1" fmla="*/ 0 h 2159942"/>
                  <a:gd name="connsiteX2" fmla="*/ 2160180 w 2160180"/>
                  <a:gd name="connsiteY2" fmla="*/ 1079971 h 2159942"/>
                  <a:gd name="connsiteX3" fmla="*/ 1080090 w 2160180"/>
                  <a:gd name="connsiteY3" fmla="*/ 2159942 h 2159942"/>
                  <a:gd name="connsiteX4" fmla="*/ 0 w 2160180"/>
                  <a:gd name="connsiteY4" fmla="*/ 1079971 h 2159942"/>
                  <a:gd name="connsiteX0" fmla="*/ 1080090 w 2160180"/>
                  <a:gd name="connsiteY0" fmla="*/ 2159942 h 2251382"/>
                  <a:gd name="connsiteX1" fmla="*/ 0 w 2160180"/>
                  <a:gd name="connsiteY1" fmla="*/ 1079971 h 2251382"/>
                  <a:gd name="connsiteX2" fmla="*/ 1080090 w 2160180"/>
                  <a:gd name="connsiteY2" fmla="*/ 0 h 2251382"/>
                  <a:gd name="connsiteX3" fmla="*/ 2160180 w 2160180"/>
                  <a:gd name="connsiteY3" fmla="*/ 1079971 h 2251382"/>
                  <a:gd name="connsiteX4" fmla="*/ 1171530 w 2160180"/>
                  <a:gd name="connsiteY4" fmla="*/ 2251382 h 2251382"/>
                  <a:gd name="connsiteX0" fmla="*/ 1080090 w 2160180"/>
                  <a:gd name="connsiteY0" fmla="*/ 2159942 h 2159942"/>
                  <a:gd name="connsiteX1" fmla="*/ 0 w 2160180"/>
                  <a:gd name="connsiteY1" fmla="*/ 1079971 h 2159942"/>
                  <a:gd name="connsiteX2" fmla="*/ 1080090 w 2160180"/>
                  <a:gd name="connsiteY2" fmla="*/ 0 h 2159942"/>
                  <a:gd name="connsiteX3" fmla="*/ 2160180 w 2160180"/>
                  <a:gd name="connsiteY3" fmla="*/ 1079971 h 2159942"/>
                  <a:gd name="connsiteX0" fmla="*/ 0 w 2160180"/>
                  <a:gd name="connsiteY0" fmla="*/ 1079971 h 1079971"/>
                  <a:gd name="connsiteX1" fmla="*/ 1080090 w 2160180"/>
                  <a:gd name="connsiteY1" fmla="*/ 0 h 1079971"/>
                  <a:gd name="connsiteX2" fmla="*/ 2160180 w 2160180"/>
                  <a:gd name="connsiteY2" fmla="*/ 1079971 h 1079971"/>
                  <a:gd name="connsiteX0" fmla="*/ -1 w 1080089"/>
                  <a:gd name="connsiteY0" fmla="*/ 0 h 1079971"/>
                  <a:gd name="connsiteX1" fmla="*/ 1080089 w 1080089"/>
                  <a:gd name="connsiteY1" fmla="*/ 1079971 h 1079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0089" h="1079971">
                    <a:moveTo>
                      <a:pt x="-1" y="0"/>
                    </a:moveTo>
                    <a:cubicBezTo>
                      <a:pt x="596516" y="0"/>
                      <a:pt x="1080089" y="483519"/>
                      <a:pt x="1080089" y="1079971"/>
                    </a:cubicBezTo>
                  </a:path>
                </a:pathLst>
              </a:custGeom>
              <a:noFill/>
              <a:ln w="12700" cap="rnd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1600" dirty="0">
                  <a:latin typeface="+mj-lt"/>
                </a:endParaRPr>
              </a:p>
            </p:txBody>
          </p:sp>
          <p:grpSp>
            <p:nvGrpSpPr>
              <p:cNvPr id="41" name="Gruppieren 40">
                <a:extLst>
                  <a:ext uri="{FF2B5EF4-FFF2-40B4-BE49-F238E27FC236}">
                    <a16:creationId xmlns:a16="http://schemas.microsoft.com/office/drawing/2014/main" id="{414F03A5-E32B-7CCB-9F62-7BBA583A84AB}"/>
                  </a:ext>
                </a:extLst>
              </p:cNvPr>
              <p:cNvGrpSpPr/>
              <p:nvPr/>
            </p:nvGrpSpPr>
            <p:grpSpPr bwMode="gray">
              <a:xfrm>
                <a:off x="1601140" y="2277056"/>
                <a:ext cx="1672921" cy="1672736"/>
                <a:chOff x="4118900" y="2294565"/>
                <a:chExt cx="1980165" cy="1979946"/>
              </a:xfrm>
            </p:grpSpPr>
            <p:sp>
              <p:nvSpPr>
                <p:cNvPr id="43" name="Ellipse 43">
                  <a:extLst>
                    <a:ext uri="{FF2B5EF4-FFF2-40B4-BE49-F238E27FC236}">
                      <a16:creationId xmlns:a16="http://schemas.microsoft.com/office/drawing/2014/main" id="{E1D07C35-DEB1-D6FE-8FD2-CDE14AEDF9C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 flipH="1" flipV="1">
                  <a:off x="4118900" y="3284538"/>
                  <a:ext cx="1980165" cy="989973"/>
                </a:xfrm>
                <a:custGeom>
                  <a:avLst/>
                  <a:gdLst>
                    <a:gd name="connsiteX0" fmla="*/ 0 w 2160180"/>
                    <a:gd name="connsiteY0" fmla="*/ 1079971 h 2159942"/>
                    <a:gd name="connsiteX1" fmla="*/ 1080090 w 2160180"/>
                    <a:gd name="connsiteY1" fmla="*/ 0 h 2159942"/>
                    <a:gd name="connsiteX2" fmla="*/ 2160180 w 2160180"/>
                    <a:gd name="connsiteY2" fmla="*/ 1079971 h 2159942"/>
                    <a:gd name="connsiteX3" fmla="*/ 1080090 w 2160180"/>
                    <a:gd name="connsiteY3" fmla="*/ 2159942 h 2159942"/>
                    <a:gd name="connsiteX4" fmla="*/ 0 w 2160180"/>
                    <a:gd name="connsiteY4" fmla="*/ 1079971 h 2159942"/>
                    <a:gd name="connsiteX0" fmla="*/ 1080090 w 2160180"/>
                    <a:gd name="connsiteY0" fmla="*/ 2159942 h 2251382"/>
                    <a:gd name="connsiteX1" fmla="*/ 0 w 2160180"/>
                    <a:gd name="connsiteY1" fmla="*/ 1079971 h 2251382"/>
                    <a:gd name="connsiteX2" fmla="*/ 1080090 w 2160180"/>
                    <a:gd name="connsiteY2" fmla="*/ 0 h 2251382"/>
                    <a:gd name="connsiteX3" fmla="*/ 2160180 w 2160180"/>
                    <a:gd name="connsiteY3" fmla="*/ 1079971 h 2251382"/>
                    <a:gd name="connsiteX4" fmla="*/ 1171530 w 2160180"/>
                    <a:gd name="connsiteY4" fmla="*/ 2251382 h 2251382"/>
                    <a:gd name="connsiteX0" fmla="*/ 1080090 w 2160180"/>
                    <a:gd name="connsiteY0" fmla="*/ 2159942 h 2159942"/>
                    <a:gd name="connsiteX1" fmla="*/ 0 w 2160180"/>
                    <a:gd name="connsiteY1" fmla="*/ 1079971 h 2159942"/>
                    <a:gd name="connsiteX2" fmla="*/ 1080090 w 2160180"/>
                    <a:gd name="connsiteY2" fmla="*/ 0 h 2159942"/>
                    <a:gd name="connsiteX3" fmla="*/ 2160180 w 2160180"/>
                    <a:gd name="connsiteY3" fmla="*/ 1079971 h 2159942"/>
                    <a:gd name="connsiteX0" fmla="*/ 0 w 2160180"/>
                    <a:gd name="connsiteY0" fmla="*/ 1079971 h 1079971"/>
                    <a:gd name="connsiteX1" fmla="*/ 1080090 w 2160180"/>
                    <a:gd name="connsiteY1" fmla="*/ 0 h 1079971"/>
                    <a:gd name="connsiteX2" fmla="*/ 2160180 w 2160180"/>
                    <a:gd name="connsiteY2" fmla="*/ 1079971 h 1079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60180" h="1079971">
                      <a:moveTo>
                        <a:pt x="0" y="1079971"/>
                      </a:moveTo>
                      <a:cubicBezTo>
                        <a:pt x="0" y="483519"/>
                        <a:pt x="483573" y="0"/>
                        <a:pt x="1080090" y="0"/>
                      </a:cubicBezTo>
                      <a:cubicBezTo>
                        <a:pt x="1676607" y="0"/>
                        <a:pt x="2160180" y="483519"/>
                        <a:pt x="2160180" y="1079971"/>
                      </a:cubicBezTo>
                    </a:path>
                  </a:pathLst>
                </a:custGeom>
                <a:noFill/>
                <a:ln w="76200" cap="flat" cmpd="sng" algn="ctr">
                  <a:solidFill>
                    <a:schemeClr val="accent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en-US" sz="1600" dirty="0">
                    <a:latin typeface="+mj-lt"/>
                  </a:endParaRPr>
                </a:p>
              </p:txBody>
            </p:sp>
            <p:sp>
              <p:nvSpPr>
                <p:cNvPr id="44" name="Ellipse 43">
                  <a:extLst>
                    <a:ext uri="{FF2B5EF4-FFF2-40B4-BE49-F238E27FC236}">
                      <a16:creationId xmlns:a16="http://schemas.microsoft.com/office/drawing/2014/main" id="{8216C329-CB78-ED5B-30AD-DF43334D924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 flipH="1">
                  <a:off x="5108982" y="2294565"/>
                  <a:ext cx="990083" cy="989973"/>
                </a:xfrm>
                <a:custGeom>
                  <a:avLst/>
                  <a:gdLst>
                    <a:gd name="connsiteX0" fmla="*/ 0 w 2160180"/>
                    <a:gd name="connsiteY0" fmla="*/ 1079971 h 2159942"/>
                    <a:gd name="connsiteX1" fmla="*/ 1080090 w 2160180"/>
                    <a:gd name="connsiteY1" fmla="*/ 0 h 2159942"/>
                    <a:gd name="connsiteX2" fmla="*/ 2160180 w 2160180"/>
                    <a:gd name="connsiteY2" fmla="*/ 1079971 h 2159942"/>
                    <a:gd name="connsiteX3" fmla="*/ 1080090 w 2160180"/>
                    <a:gd name="connsiteY3" fmla="*/ 2159942 h 2159942"/>
                    <a:gd name="connsiteX4" fmla="*/ 0 w 2160180"/>
                    <a:gd name="connsiteY4" fmla="*/ 1079971 h 2159942"/>
                    <a:gd name="connsiteX0" fmla="*/ 1080090 w 2160180"/>
                    <a:gd name="connsiteY0" fmla="*/ 2159942 h 2251382"/>
                    <a:gd name="connsiteX1" fmla="*/ 0 w 2160180"/>
                    <a:gd name="connsiteY1" fmla="*/ 1079971 h 2251382"/>
                    <a:gd name="connsiteX2" fmla="*/ 1080090 w 2160180"/>
                    <a:gd name="connsiteY2" fmla="*/ 0 h 2251382"/>
                    <a:gd name="connsiteX3" fmla="*/ 2160180 w 2160180"/>
                    <a:gd name="connsiteY3" fmla="*/ 1079971 h 2251382"/>
                    <a:gd name="connsiteX4" fmla="*/ 1171530 w 2160180"/>
                    <a:gd name="connsiteY4" fmla="*/ 2251382 h 2251382"/>
                    <a:gd name="connsiteX0" fmla="*/ 1080090 w 2160180"/>
                    <a:gd name="connsiteY0" fmla="*/ 2159942 h 2159942"/>
                    <a:gd name="connsiteX1" fmla="*/ 0 w 2160180"/>
                    <a:gd name="connsiteY1" fmla="*/ 1079971 h 2159942"/>
                    <a:gd name="connsiteX2" fmla="*/ 1080090 w 2160180"/>
                    <a:gd name="connsiteY2" fmla="*/ 0 h 2159942"/>
                    <a:gd name="connsiteX3" fmla="*/ 2160180 w 2160180"/>
                    <a:gd name="connsiteY3" fmla="*/ 1079971 h 2159942"/>
                    <a:gd name="connsiteX0" fmla="*/ 0 w 2160180"/>
                    <a:gd name="connsiteY0" fmla="*/ 1079971 h 1079971"/>
                    <a:gd name="connsiteX1" fmla="*/ 1080090 w 2160180"/>
                    <a:gd name="connsiteY1" fmla="*/ 0 h 1079971"/>
                    <a:gd name="connsiteX2" fmla="*/ 2160180 w 2160180"/>
                    <a:gd name="connsiteY2" fmla="*/ 1079971 h 1079971"/>
                    <a:gd name="connsiteX0" fmla="*/ 0 w 1080091"/>
                    <a:gd name="connsiteY0" fmla="*/ 1079971 h 1079971"/>
                    <a:gd name="connsiteX1" fmla="*/ 1080090 w 1080091"/>
                    <a:gd name="connsiteY1" fmla="*/ 0 h 1079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80091" h="1079971">
                      <a:moveTo>
                        <a:pt x="0" y="1079971"/>
                      </a:moveTo>
                      <a:cubicBezTo>
                        <a:pt x="0" y="483519"/>
                        <a:pt x="483573" y="0"/>
                        <a:pt x="1080090" y="0"/>
                      </a:cubicBezTo>
                    </a:path>
                  </a:pathLst>
                </a:custGeom>
                <a:noFill/>
                <a:ln w="76200" cap="sq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en-US" sz="1600" dirty="0">
                    <a:latin typeface="+mj-lt"/>
                  </a:endParaRPr>
                </a:p>
              </p:txBody>
            </p:sp>
          </p:grpSp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0F50D31A-1A79-0F89-8002-77126677BC95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16200000">
                <a:off x="1603752" y="2829518"/>
                <a:ext cx="1672920" cy="567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979488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3200" dirty="0">
                    <a:solidFill>
                      <a:schemeClr val="accent2"/>
                    </a:solidFill>
                  </a:rPr>
                  <a:t>04</a:t>
                </a: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A3F03B3A-6C8E-F6E5-46B2-F9B122A1D263}"/>
                </a:ext>
              </a:extLst>
            </p:cNvPr>
            <p:cNvGrpSpPr/>
            <p:nvPr/>
          </p:nvGrpSpPr>
          <p:grpSpPr bwMode="gray">
            <a:xfrm rot="5400000" flipH="1">
              <a:off x="1503613" y="3309340"/>
              <a:ext cx="1283824" cy="1283891"/>
              <a:chOff x="1601140" y="2276782"/>
              <a:chExt cx="1672921" cy="1673010"/>
            </a:xfrm>
          </p:grpSpPr>
          <p:grpSp>
            <p:nvGrpSpPr>
              <p:cNvPr id="36" name="Gruppieren 35">
                <a:extLst>
                  <a:ext uri="{FF2B5EF4-FFF2-40B4-BE49-F238E27FC236}">
                    <a16:creationId xmlns:a16="http://schemas.microsoft.com/office/drawing/2014/main" id="{7AFC1C3A-D325-ACE3-5D0A-940F433F19EB}"/>
                  </a:ext>
                </a:extLst>
              </p:cNvPr>
              <p:cNvGrpSpPr/>
              <p:nvPr/>
            </p:nvGrpSpPr>
            <p:grpSpPr bwMode="gray">
              <a:xfrm>
                <a:off x="1601140" y="2277056"/>
                <a:ext cx="1672921" cy="1672736"/>
                <a:chOff x="4118900" y="2294565"/>
                <a:chExt cx="1980165" cy="1979946"/>
              </a:xfrm>
            </p:grpSpPr>
            <p:sp>
              <p:nvSpPr>
                <p:cNvPr id="38" name="Ellipse 43">
                  <a:extLst>
                    <a:ext uri="{FF2B5EF4-FFF2-40B4-BE49-F238E27FC236}">
                      <a16:creationId xmlns:a16="http://schemas.microsoft.com/office/drawing/2014/main" id="{8A073B7C-8C26-B5A8-7BF6-5ED593E4A584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 flipH="1" flipV="1">
                  <a:off x="4118900" y="3284538"/>
                  <a:ext cx="1980165" cy="989973"/>
                </a:xfrm>
                <a:custGeom>
                  <a:avLst/>
                  <a:gdLst>
                    <a:gd name="connsiteX0" fmla="*/ 0 w 2160180"/>
                    <a:gd name="connsiteY0" fmla="*/ 1079971 h 2159942"/>
                    <a:gd name="connsiteX1" fmla="*/ 1080090 w 2160180"/>
                    <a:gd name="connsiteY1" fmla="*/ 0 h 2159942"/>
                    <a:gd name="connsiteX2" fmla="*/ 2160180 w 2160180"/>
                    <a:gd name="connsiteY2" fmla="*/ 1079971 h 2159942"/>
                    <a:gd name="connsiteX3" fmla="*/ 1080090 w 2160180"/>
                    <a:gd name="connsiteY3" fmla="*/ 2159942 h 2159942"/>
                    <a:gd name="connsiteX4" fmla="*/ 0 w 2160180"/>
                    <a:gd name="connsiteY4" fmla="*/ 1079971 h 2159942"/>
                    <a:gd name="connsiteX0" fmla="*/ 1080090 w 2160180"/>
                    <a:gd name="connsiteY0" fmla="*/ 2159942 h 2251382"/>
                    <a:gd name="connsiteX1" fmla="*/ 0 w 2160180"/>
                    <a:gd name="connsiteY1" fmla="*/ 1079971 h 2251382"/>
                    <a:gd name="connsiteX2" fmla="*/ 1080090 w 2160180"/>
                    <a:gd name="connsiteY2" fmla="*/ 0 h 2251382"/>
                    <a:gd name="connsiteX3" fmla="*/ 2160180 w 2160180"/>
                    <a:gd name="connsiteY3" fmla="*/ 1079971 h 2251382"/>
                    <a:gd name="connsiteX4" fmla="*/ 1171530 w 2160180"/>
                    <a:gd name="connsiteY4" fmla="*/ 2251382 h 2251382"/>
                    <a:gd name="connsiteX0" fmla="*/ 1080090 w 2160180"/>
                    <a:gd name="connsiteY0" fmla="*/ 2159942 h 2159942"/>
                    <a:gd name="connsiteX1" fmla="*/ 0 w 2160180"/>
                    <a:gd name="connsiteY1" fmla="*/ 1079971 h 2159942"/>
                    <a:gd name="connsiteX2" fmla="*/ 1080090 w 2160180"/>
                    <a:gd name="connsiteY2" fmla="*/ 0 h 2159942"/>
                    <a:gd name="connsiteX3" fmla="*/ 2160180 w 2160180"/>
                    <a:gd name="connsiteY3" fmla="*/ 1079971 h 2159942"/>
                    <a:gd name="connsiteX0" fmla="*/ 0 w 2160180"/>
                    <a:gd name="connsiteY0" fmla="*/ 1079971 h 1079971"/>
                    <a:gd name="connsiteX1" fmla="*/ 1080090 w 2160180"/>
                    <a:gd name="connsiteY1" fmla="*/ 0 h 1079971"/>
                    <a:gd name="connsiteX2" fmla="*/ 2160180 w 2160180"/>
                    <a:gd name="connsiteY2" fmla="*/ 1079971 h 1079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60180" h="1079971">
                      <a:moveTo>
                        <a:pt x="0" y="1079971"/>
                      </a:moveTo>
                      <a:cubicBezTo>
                        <a:pt x="0" y="483519"/>
                        <a:pt x="483573" y="0"/>
                        <a:pt x="1080090" y="0"/>
                      </a:cubicBezTo>
                      <a:cubicBezTo>
                        <a:pt x="1676607" y="0"/>
                        <a:pt x="2160180" y="483519"/>
                        <a:pt x="2160180" y="1079971"/>
                      </a:cubicBezTo>
                    </a:path>
                  </a:pathLst>
                </a:custGeom>
                <a:noFill/>
                <a:ln w="76200" cap="flat" cmpd="sng" algn="ctr">
                  <a:solidFill>
                    <a:schemeClr val="tx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en-US" sz="1600" dirty="0">
                    <a:latin typeface="+mj-lt"/>
                  </a:endParaRPr>
                </a:p>
              </p:txBody>
            </p:sp>
            <p:sp>
              <p:nvSpPr>
                <p:cNvPr id="39" name="Ellipse 43">
                  <a:extLst>
                    <a:ext uri="{FF2B5EF4-FFF2-40B4-BE49-F238E27FC236}">
                      <a16:creationId xmlns:a16="http://schemas.microsoft.com/office/drawing/2014/main" id="{2C42402D-5456-C8E8-F1B4-4E163C9B45F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 flipH="1">
                  <a:off x="5108982" y="2294565"/>
                  <a:ext cx="990083" cy="989973"/>
                </a:xfrm>
                <a:custGeom>
                  <a:avLst/>
                  <a:gdLst>
                    <a:gd name="connsiteX0" fmla="*/ 0 w 2160180"/>
                    <a:gd name="connsiteY0" fmla="*/ 1079971 h 2159942"/>
                    <a:gd name="connsiteX1" fmla="*/ 1080090 w 2160180"/>
                    <a:gd name="connsiteY1" fmla="*/ 0 h 2159942"/>
                    <a:gd name="connsiteX2" fmla="*/ 2160180 w 2160180"/>
                    <a:gd name="connsiteY2" fmla="*/ 1079971 h 2159942"/>
                    <a:gd name="connsiteX3" fmla="*/ 1080090 w 2160180"/>
                    <a:gd name="connsiteY3" fmla="*/ 2159942 h 2159942"/>
                    <a:gd name="connsiteX4" fmla="*/ 0 w 2160180"/>
                    <a:gd name="connsiteY4" fmla="*/ 1079971 h 2159942"/>
                    <a:gd name="connsiteX0" fmla="*/ 1080090 w 2160180"/>
                    <a:gd name="connsiteY0" fmla="*/ 2159942 h 2251382"/>
                    <a:gd name="connsiteX1" fmla="*/ 0 w 2160180"/>
                    <a:gd name="connsiteY1" fmla="*/ 1079971 h 2251382"/>
                    <a:gd name="connsiteX2" fmla="*/ 1080090 w 2160180"/>
                    <a:gd name="connsiteY2" fmla="*/ 0 h 2251382"/>
                    <a:gd name="connsiteX3" fmla="*/ 2160180 w 2160180"/>
                    <a:gd name="connsiteY3" fmla="*/ 1079971 h 2251382"/>
                    <a:gd name="connsiteX4" fmla="*/ 1171530 w 2160180"/>
                    <a:gd name="connsiteY4" fmla="*/ 2251382 h 2251382"/>
                    <a:gd name="connsiteX0" fmla="*/ 1080090 w 2160180"/>
                    <a:gd name="connsiteY0" fmla="*/ 2159942 h 2159942"/>
                    <a:gd name="connsiteX1" fmla="*/ 0 w 2160180"/>
                    <a:gd name="connsiteY1" fmla="*/ 1079971 h 2159942"/>
                    <a:gd name="connsiteX2" fmla="*/ 1080090 w 2160180"/>
                    <a:gd name="connsiteY2" fmla="*/ 0 h 2159942"/>
                    <a:gd name="connsiteX3" fmla="*/ 2160180 w 2160180"/>
                    <a:gd name="connsiteY3" fmla="*/ 1079971 h 2159942"/>
                    <a:gd name="connsiteX0" fmla="*/ 0 w 2160180"/>
                    <a:gd name="connsiteY0" fmla="*/ 1079971 h 1079971"/>
                    <a:gd name="connsiteX1" fmla="*/ 1080090 w 2160180"/>
                    <a:gd name="connsiteY1" fmla="*/ 0 h 1079971"/>
                    <a:gd name="connsiteX2" fmla="*/ 2160180 w 2160180"/>
                    <a:gd name="connsiteY2" fmla="*/ 1079971 h 1079971"/>
                    <a:gd name="connsiteX0" fmla="*/ 0 w 1080091"/>
                    <a:gd name="connsiteY0" fmla="*/ 1079971 h 1079971"/>
                    <a:gd name="connsiteX1" fmla="*/ 1080090 w 1080091"/>
                    <a:gd name="connsiteY1" fmla="*/ 0 h 1079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80091" h="1079971">
                      <a:moveTo>
                        <a:pt x="0" y="1079971"/>
                      </a:moveTo>
                      <a:cubicBezTo>
                        <a:pt x="0" y="483519"/>
                        <a:pt x="483573" y="0"/>
                        <a:pt x="1080090" y="0"/>
                      </a:cubicBezTo>
                    </a:path>
                  </a:pathLst>
                </a:custGeom>
                <a:noFill/>
                <a:ln w="76200" cap="sq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en-US" sz="1600" dirty="0">
                    <a:latin typeface="+mj-lt"/>
                  </a:endParaRPr>
                </a:p>
              </p:txBody>
            </p:sp>
          </p:grpSp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5253273A-D644-679C-8EEF-FF599C8EAD4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5400000">
                <a:off x="1603751" y="2829520"/>
                <a:ext cx="1672919" cy="567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979488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3200" dirty="0">
                    <a:solidFill>
                      <a:schemeClr val="tx2"/>
                    </a:solidFill>
                  </a:rPr>
                  <a:t>03</a:t>
                </a:r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2A727665-B99F-24F0-1826-DBF09705620D}"/>
                </a:ext>
              </a:extLst>
            </p:cNvPr>
            <p:cNvGrpSpPr/>
            <p:nvPr/>
          </p:nvGrpSpPr>
          <p:grpSpPr bwMode="gray">
            <a:xfrm flipH="1" flipV="1">
              <a:off x="4072607" y="2700900"/>
              <a:ext cx="771311" cy="190621"/>
              <a:chOff x="9099545" y="944561"/>
              <a:chExt cx="1311820" cy="324200"/>
            </a:xfrm>
          </p:grpSpPr>
          <p:sp>
            <p:nvSpPr>
              <p:cNvPr id="34" name="Teilkreis 30">
                <a:extLst>
                  <a:ext uri="{FF2B5EF4-FFF2-40B4-BE49-F238E27FC236}">
                    <a16:creationId xmlns:a16="http://schemas.microsoft.com/office/drawing/2014/main" id="{37390B8C-423B-DE89-57AD-CF669857F452}"/>
                  </a:ext>
                </a:extLst>
              </p:cNvPr>
              <p:cNvSpPr/>
              <p:nvPr/>
            </p:nvSpPr>
            <p:spPr bwMode="gray">
              <a:xfrm rot="5400000">
                <a:off x="10087166" y="944562"/>
                <a:ext cx="324199" cy="324199"/>
              </a:xfrm>
              <a:custGeom>
                <a:avLst/>
                <a:gdLst>
                  <a:gd name="connsiteX0" fmla="*/ 0 w 1008112"/>
                  <a:gd name="connsiteY0" fmla="*/ 504056 h 1008112"/>
                  <a:gd name="connsiteX1" fmla="*/ 504056 w 1008112"/>
                  <a:gd name="connsiteY1" fmla="*/ 0 h 1008112"/>
                  <a:gd name="connsiteX2" fmla="*/ 504056 w 1008112"/>
                  <a:gd name="connsiteY2" fmla="*/ 504056 h 1008112"/>
                  <a:gd name="connsiteX3" fmla="*/ 0 w 1008112"/>
                  <a:gd name="connsiteY3" fmla="*/ 504056 h 1008112"/>
                  <a:gd name="connsiteX0" fmla="*/ 504056 w 595496"/>
                  <a:gd name="connsiteY0" fmla="*/ 504056 h 595496"/>
                  <a:gd name="connsiteX1" fmla="*/ 0 w 595496"/>
                  <a:gd name="connsiteY1" fmla="*/ 504056 h 595496"/>
                  <a:gd name="connsiteX2" fmla="*/ 504056 w 595496"/>
                  <a:gd name="connsiteY2" fmla="*/ 0 h 595496"/>
                  <a:gd name="connsiteX3" fmla="*/ 595496 w 595496"/>
                  <a:gd name="connsiteY3" fmla="*/ 595496 h 595496"/>
                  <a:gd name="connsiteX0" fmla="*/ 504056 w 504056"/>
                  <a:gd name="connsiteY0" fmla="*/ 504056 h 504056"/>
                  <a:gd name="connsiteX1" fmla="*/ 0 w 504056"/>
                  <a:gd name="connsiteY1" fmla="*/ 504056 h 504056"/>
                  <a:gd name="connsiteX2" fmla="*/ 504056 w 504056"/>
                  <a:gd name="connsiteY2" fmla="*/ 0 h 504056"/>
                  <a:gd name="connsiteX0" fmla="*/ 504056 w 504056"/>
                  <a:gd name="connsiteY0" fmla="*/ 504056 h 504056"/>
                  <a:gd name="connsiteX1" fmla="*/ 0 w 504056"/>
                  <a:gd name="connsiteY1" fmla="*/ 504056 h 504056"/>
                  <a:gd name="connsiteX2" fmla="*/ 504056 w 504056"/>
                  <a:gd name="connsiteY2" fmla="*/ 0 h 504056"/>
                  <a:gd name="connsiteX0" fmla="*/ 0 w 504056"/>
                  <a:gd name="connsiteY0" fmla="*/ 504056 h 504056"/>
                  <a:gd name="connsiteX1" fmla="*/ 504056 w 504056"/>
                  <a:gd name="connsiteY1" fmla="*/ 0 h 504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4056" h="504056">
                    <a:moveTo>
                      <a:pt x="0" y="504056"/>
                    </a:moveTo>
                    <a:cubicBezTo>
                      <a:pt x="0" y="225674"/>
                      <a:pt x="225674" y="0"/>
                      <a:pt x="504056" y="0"/>
                    </a:cubicBezTo>
                  </a:path>
                </a:pathLst>
              </a:custGeom>
              <a:noFill/>
              <a:ln w="76200" cap="sq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1600" dirty="0">
                  <a:latin typeface="+mj-lt"/>
                </a:endParaRPr>
              </a:p>
            </p:txBody>
          </p: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F5D5EE9E-4844-A588-4B0F-F298FA457F43}"/>
                  </a:ext>
                </a:extLst>
              </p:cNvPr>
              <p:cNvCxnSpPr>
                <a:cxnSpLocks/>
                <a:stCxn id="34" idx="0"/>
              </p:cNvCxnSpPr>
              <p:nvPr/>
            </p:nvCxnSpPr>
            <p:spPr bwMode="gray">
              <a:xfrm flipH="1" flipV="1">
                <a:off x="9099545" y="944561"/>
                <a:ext cx="987624" cy="0"/>
              </a:xfrm>
              <a:prstGeom prst="line">
                <a:avLst/>
              </a:prstGeom>
              <a:ln w="762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71D635A9-6ABE-8F43-FD21-CBD40FE555BE}"/>
                </a:ext>
              </a:extLst>
            </p:cNvPr>
            <p:cNvGrpSpPr/>
            <p:nvPr/>
          </p:nvGrpSpPr>
          <p:grpSpPr bwMode="gray">
            <a:xfrm rot="10800000" flipH="1" flipV="1">
              <a:off x="732479" y="4999145"/>
              <a:ext cx="771313" cy="190620"/>
              <a:chOff x="9102728" y="944561"/>
              <a:chExt cx="1311822" cy="324199"/>
            </a:xfrm>
          </p:grpSpPr>
          <p:sp>
            <p:nvSpPr>
              <p:cNvPr id="32" name="Teilkreis 30">
                <a:extLst>
                  <a:ext uri="{FF2B5EF4-FFF2-40B4-BE49-F238E27FC236}">
                    <a16:creationId xmlns:a16="http://schemas.microsoft.com/office/drawing/2014/main" id="{2E8973AA-9E55-C901-1B25-436652D4792E}"/>
                  </a:ext>
                </a:extLst>
              </p:cNvPr>
              <p:cNvSpPr/>
              <p:nvPr/>
            </p:nvSpPr>
            <p:spPr bwMode="gray">
              <a:xfrm rot="5400000">
                <a:off x="10090351" y="944561"/>
                <a:ext cx="324199" cy="324199"/>
              </a:xfrm>
              <a:custGeom>
                <a:avLst/>
                <a:gdLst>
                  <a:gd name="connsiteX0" fmla="*/ 0 w 1008112"/>
                  <a:gd name="connsiteY0" fmla="*/ 504056 h 1008112"/>
                  <a:gd name="connsiteX1" fmla="*/ 504056 w 1008112"/>
                  <a:gd name="connsiteY1" fmla="*/ 0 h 1008112"/>
                  <a:gd name="connsiteX2" fmla="*/ 504056 w 1008112"/>
                  <a:gd name="connsiteY2" fmla="*/ 504056 h 1008112"/>
                  <a:gd name="connsiteX3" fmla="*/ 0 w 1008112"/>
                  <a:gd name="connsiteY3" fmla="*/ 504056 h 1008112"/>
                  <a:gd name="connsiteX0" fmla="*/ 504056 w 595496"/>
                  <a:gd name="connsiteY0" fmla="*/ 504056 h 595496"/>
                  <a:gd name="connsiteX1" fmla="*/ 0 w 595496"/>
                  <a:gd name="connsiteY1" fmla="*/ 504056 h 595496"/>
                  <a:gd name="connsiteX2" fmla="*/ 504056 w 595496"/>
                  <a:gd name="connsiteY2" fmla="*/ 0 h 595496"/>
                  <a:gd name="connsiteX3" fmla="*/ 595496 w 595496"/>
                  <a:gd name="connsiteY3" fmla="*/ 595496 h 595496"/>
                  <a:gd name="connsiteX0" fmla="*/ 504056 w 504056"/>
                  <a:gd name="connsiteY0" fmla="*/ 504056 h 504056"/>
                  <a:gd name="connsiteX1" fmla="*/ 0 w 504056"/>
                  <a:gd name="connsiteY1" fmla="*/ 504056 h 504056"/>
                  <a:gd name="connsiteX2" fmla="*/ 504056 w 504056"/>
                  <a:gd name="connsiteY2" fmla="*/ 0 h 504056"/>
                  <a:gd name="connsiteX0" fmla="*/ 504056 w 504056"/>
                  <a:gd name="connsiteY0" fmla="*/ 504056 h 504056"/>
                  <a:gd name="connsiteX1" fmla="*/ 0 w 504056"/>
                  <a:gd name="connsiteY1" fmla="*/ 504056 h 504056"/>
                  <a:gd name="connsiteX2" fmla="*/ 504056 w 504056"/>
                  <a:gd name="connsiteY2" fmla="*/ 0 h 504056"/>
                  <a:gd name="connsiteX0" fmla="*/ 0 w 504056"/>
                  <a:gd name="connsiteY0" fmla="*/ 504056 h 504056"/>
                  <a:gd name="connsiteX1" fmla="*/ 504056 w 504056"/>
                  <a:gd name="connsiteY1" fmla="*/ 0 h 504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4056" h="504056">
                    <a:moveTo>
                      <a:pt x="0" y="504056"/>
                    </a:moveTo>
                    <a:cubicBezTo>
                      <a:pt x="0" y="225674"/>
                      <a:pt x="225674" y="0"/>
                      <a:pt x="504056" y="0"/>
                    </a:cubicBezTo>
                  </a:path>
                </a:pathLst>
              </a:custGeom>
              <a:noFill/>
              <a:ln w="762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1600" dirty="0">
                  <a:latin typeface="+mj-lt"/>
                </a:endParaRPr>
              </a:p>
            </p:txBody>
          </p: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6DC2639A-D729-2AD4-8027-7863F0197D3C}"/>
                  </a:ext>
                </a:extLst>
              </p:cNvPr>
              <p:cNvCxnSpPr>
                <a:cxnSpLocks/>
                <a:stCxn id="32" idx="0"/>
              </p:cNvCxnSpPr>
              <p:nvPr/>
            </p:nvCxnSpPr>
            <p:spPr bwMode="gray">
              <a:xfrm rot="10800000" flipV="1">
                <a:off x="9102728" y="944561"/>
                <a:ext cx="987622" cy="0"/>
              </a:xfrm>
              <a:prstGeom prst="line">
                <a:avLst/>
              </a:prstGeom>
              <a:ln w="762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Rectangle 3">
            <a:extLst>
              <a:ext uri="{FF2B5EF4-FFF2-40B4-BE49-F238E27FC236}">
                <a16:creationId xmlns:a16="http://schemas.microsoft.com/office/drawing/2014/main" id="{6E2D0FB8-D6FE-9C01-FFB5-A0617F7F880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95999" y="1725461"/>
            <a:ext cx="455253" cy="4924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t">
            <a:spAutoFit/>
          </a:bodyPr>
          <a:lstStyle/>
          <a:p>
            <a:pPr defTabSz="979488" fontAlgn="base">
              <a:spcBef>
                <a:spcPct val="0"/>
              </a:spcBef>
              <a:spcAft>
                <a:spcPct val="0"/>
              </a:spcAft>
            </a:pPr>
            <a:r>
              <a:rPr lang="en-GB" sz="3200" dirty="0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58" name="Textplatzhalter 8">
            <a:extLst>
              <a:ext uri="{FF2B5EF4-FFF2-40B4-BE49-F238E27FC236}">
                <a16:creationId xmlns:a16="http://schemas.microsoft.com/office/drawing/2014/main" id="{CB29B76C-03BA-A44F-723D-D1EF41A33D9A}"/>
              </a:ext>
            </a:extLst>
          </p:cNvPr>
          <p:cNvSpPr txBox="1">
            <a:spLocks/>
          </p:cNvSpPr>
          <p:nvPr/>
        </p:nvSpPr>
        <p:spPr bwMode="gray">
          <a:xfrm>
            <a:off x="6752324" y="1766839"/>
            <a:ext cx="4899923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tx2"/>
                </a:solidFill>
              </a:rPr>
              <a:t>Description</a:t>
            </a:r>
            <a:br>
              <a:rPr lang="en-GB" b="1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/>
                </a:solidFill>
              </a:rPr>
              <a:t>Lorem ipsum </a:t>
            </a:r>
            <a:r>
              <a:rPr lang="en-GB" dirty="0" err="1">
                <a:solidFill>
                  <a:schemeClr val="tx2"/>
                </a:solidFill>
              </a:rPr>
              <a:t>dolor</a:t>
            </a:r>
            <a:r>
              <a:rPr lang="en-GB" dirty="0">
                <a:solidFill>
                  <a:schemeClr val="tx2"/>
                </a:solidFill>
              </a:rPr>
              <a:t> sit </a:t>
            </a:r>
            <a:r>
              <a:rPr lang="en-GB" dirty="0" err="1">
                <a:solidFill>
                  <a:schemeClr val="tx2"/>
                </a:solidFill>
              </a:rPr>
              <a:t>amet</a:t>
            </a:r>
            <a:r>
              <a:rPr lang="en-GB" dirty="0">
                <a:solidFill>
                  <a:schemeClr val="tx2"/>
                </a:solidFill>
              </a:rPr>
              <a:t>, </a:t>
            </a:r>
            <a:r>
              <a:rPr lang="en-GB" dirty="0" err="1">
                <a:solidFill>
                  <a:schemeClr val="tx2"/>
                </a:solidFill>
              </a:rPr>
              <a:t>consetetur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sadipscing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elitr</a:t>
            </a:r>
            <a:r>
              <a:rPr lang="en-GB" dirty="0">
                <a:solidFill>
                  <a:schemeClr val="tx2"/>
                </a:solidFill>
              </a:rPr>
              <a:t>,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 err="1">
                <a:solidFill>
                  <a:schemeClr val="tx2"/>
                </a:solidFill>
              </a:rPr>
              <a:t>sed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diam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nonumy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eirmod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tempor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invidunt</a:t>
            </a:r>
            <a:r>
              <a:rPr lang="en-GB" dirty="0">
                <a:solidFill>
                  <a:schemeClr val="tx2"/>
                </a:solidFill>
              </a:rPr>
              <a:t> ipsum </a:t>
            </a:r>
            <a:r>
              <a:rPr lang="en-GB" dirty="0" err="1">
                <a:solidFill>
                  <a:schemeClr val="tx2"/>
                </a:solidFill>
              </a:rPr>
              <a:t>dolor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/>
                </a:solidFill>
              </a:rPr>
              <a:t>sit </a:t>
            </a:r>
            <a:r>
              <a:rPr lang="en-GB" dirty="0" err="1">
                <a:solidFill>
                  <a:schemeClr val="tx2"/>
                </a:solidFill>
              </a:rPr>
              <a:t>amet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consetetur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dolor</a:t>
            </a:r>
            <a:r>
              <a:rPr lang="en-GB" dirty="0">
                <a:solidFill>
                  <a:schemeClr val="tx2"/>
                </a:solidFill>
              </a:rPr>
              <a:t> sit </a:t>
            </a:r>
            <a:r>
              <a:rPr lang="en-GB" dirty="0" err="1">
                <a:solidFill>
                  <a:schemeClr val="tx2"/>
                </a:solidFill>
              </a:rPr>
              <a:t>amet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B0B3B4BB-90A1-BF45-9F43-0C72B5D51DF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95999" y="2865503"/>
            <a:ext cx="455253" cy="4924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t">
            <a:spAutoFit/>
          </a:bodyPr>
          <a:lstStyle/>
          <a:p>
            <a:pPr defTabSz="979488" fontAlgn="base">
              <a:spcBef>
                <a:spcPct val="0"/>
              </a:spcBef>
              <a:spcAft>
                <a:spcPct val="0"/>
              </a:spcAft>
            </a:pPr>
            <a:r>
              <a:rPr lang="en-GB" sz="3200" dirty="0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64" name="Textplatzhalter 8">
            <a:extLst>
              <a:ext uri="{FF2B5EF4-FFF2-40B4-BE49-F238E27FC236}">
                <a16:creationId xmlns:a16="http://schemas.microsoft.com/office/drawing/2014/main" id="{AB3F9E91-CBCE-FFCD-F33A-FA2253B264F4}"/>
              </a:ext>
            </a:extLst>
          </p:cNvPr>
          <p:cNvSpPr txBox="1">
            <a:spLocks/>
          </p:cNvSpPr>
          <p:nvPr/>
        </p:nvSpPr>
        <p:spPr bwMode="gray">
          <a:xfrm>
            <a:off x="6752324" y="2906881"/>
            <a:ext cx="4899923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tx2"/>
                </a:solidFill>
              </a:rPr>
              <a:t>Description</a:t>
            </a:r>
            <a:br>
              <a:rPr lang="en-GB" b="1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/>
                </a:solidFill>
              </a:rPr>
              <a:t>Lorem ipsum </a:t>
            </a:r>
            <a:r>
              <a:rPr lang="en-GB" dirty="0" err="1">
                <a:solidFill>
                  <a:schemeClr val="tx2"/>
                </a:solidFill>
              </a:rPr>
              <a:t>dolor</a:t>
            </a:r>
            <a:r>
              <a:rPr lang="en-GB" dirty="0">
                <a:solidFill>
                  <a:schemeClr val="tx2"/>
                </a:solidFill>
              </a:rPr>
              <a:t> sit </a:t>
            </a:r>
            <a:r>
              <a:rPr lang="en-GB" dirty="0" err="1">
                <a:solidFill>
                  <a:schemeClr val="tx2"/>
                </a:solidFill>
              </a:rPr>
              <a:t>amet</a:t>
            </a:r>
            <a:r>
              <a:rPr lang="en-GB" dirty="0">
                <a:solidFill>
                  <a:schemeClr val="tx2"/>
                </a:solidFill>
              </a:rPr>
              <a:t>, </a:t>
            </a:r>
            <a:r>
              <a:rPr lang="en-GB" dirty="0" err="1">
                <a:solidFill>
                  <a:schemeClr val="tx2"/>
                </a:solidFill>
              </a:rPr>
              <a:t>consetetur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sadipscing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elitr</a:t>
            </a:r>
            <a:r>
              <a:rPr lang="en-GB" dirty="0">
                <a:solidFill>
                  <a:schemeClr val="tx2"/>
                </a:solidFill>
              </a:rPr>
              <a:t>,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 err="1">
                <a:solidFill>
                  <a:schemeClr val="tx2"/>
                </a:solidFill>
              </a:rPr>
              <a:t>sed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diam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nonumy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eirmod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tempor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invidunt</a:t>
            </a:r>
            <a:r>
              <a:rPr lang="en-GB" dirty="0">
                <a:solidFill>
                  <a:schemeClr val="tx2"/>
                </a:solidFill>
              </a:rPr>
              <a:t> ipsum </a:t>
            </a:r>
            <a:r>
              <a:rPr lang="en-GB" dirty="0" err="1">
                <a:solidFill>
                  <a:schemeClr val="tx2"/>
                </a:solidFill>
              </a:rPr>
              <a:t>dolor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/>
                </a:solidFill>
              </a:rPr>
              <a:t>sit </a:t>
            </a:r>
            <a:r>
              <a:rPr lang="en-GB" dirty="0" err="1">
                <a:solidFill>
                  <a:schemeClr val="tx2"/>
                </a:solidFill>
              </a:rPr>
              <a:t>amet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consetetur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dolor</a:t>
            </a:r>
            <a:r>
              <a:rPr lang="en-GB" dirty="0">
                <a:solidFill>
                  <a:schemeClr val="tx2"/>
                </a:solidFill>
              </a:rPr>
              <a:t> sit </a:t>
            </a:r>
            <a:r>
              <a:rPr lang="en-GB" dirty="0" err="1">
                <a:solidFill>
                  <a:schemeClr val="tx2"/>
                </a:solidFill>
              </a:rPr>
              <a:t>amet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96743653-589D-7873-B4AA-95227A1119D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95999" y="4005545"/>
            <a:ext cx="455253" cy="4924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t">
            <a:spAutoFit/>
          </a:bodyPr>
          <a:lstStyle/>
          <a:p>
            <a:pPr defTabSz="979488" fontAlgn="base">
              <a:spcBef>
                <a:spcPct val="0"/>
              </a:spcBef>
              <a:spcAft>
                <a:spcPct val="0"/>
              </a:spcAft>
            </a:pPr>
            <a:r>
              <a:rPr lang="en-GB" sz="3200" dirty="0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7" name="Textplatzhalter 8">
            <a:extLst>
              <a:ext uri="{FF2B5EF4-FFF2-40B4-BE49-F238E27FC236}">
                <a16:creationId xmlns:a16="http://schemas.microsoft.com/office/drawing/2014/main" id="{17DB1FE2-C0B3-1005-54E8-215C71D2110E}"/>
              </a:ext>
            </a:extLst>
          </p:cNvPr>
          <p:cNvSpPr txBox="1">
            <a:spLocks/>
          </p:cNvSpPr>
          <p:nvPr/>
        </p:nvSpPr>
        <p:spPr bwMode="gray">
          <a:xfrm>
            <a:off x="6752324" y="4046923"/>
            <a:ext cx="4899923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tx2"/>
                </a:solidFill>
              </a:rPr>
              <a:t>Description</a:t>
            </a:r>
            <a:br>
              <a:rPr lang="en-GB" b="1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/>
                </a:solidFill>
              </a:rPr>
              <a:t>Lorem ipsum </a:t>
            </a:r>
            <a:r>
              <a:rPr lang="en-GB" dirty="0" err="1">
                <a:solidFill>
                  <a:schemeClr val="tx2"/>
                </a:solidFill>
              </a:rPr>
              <a:t>dolor</a:t>
            </a:r>
            <a:r>
              <a:rPr lang="en-GB" dirty="0">
                <a:solidFill>
                  <a:schemeClr val="tx2"/>
                </a:solidFill>
              </a:rPr>
              <a:t> sit </a:t>
            </a:r>
            <a:r>
              <a:rPr lang="en-GB" dirty="0" err="1">
                <a:solidFill>
                  <a:schemeClr val="tx2"/>
                </a:solidFill>
              </a:rPr>
              <a:t>amet</a:t>
            </a:r>
            <a:r>
              <a:rPr lang="en-GB" dirty="0">
                <a:solidFill>
                  <a:schemeClr val="tx2"/>
                </a:solidFill>
              </a:rPr>
              <a:t>, </a:t>
            </a:r>
            <a:r>
              <a:rPr lang="en-GB" dirty="0" err="1">
                <a:solidFill>
                  <a:schemeClr val="tx2"/>
                </a:solidFill>
              </a:rPr>
              <a:t>consetetur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sadipscing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elitr</a:t>
            </a:r>
            <a:r>
              <a:rPr lang="en-GB" dirty="0">
                <a:solidFill>
                  <a:schemeClr val="tx2"/>
                </a:solidFill>
              </a:rPr>
              <a:t>,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 err="1">
                <a:solidFill>
                  <a:schemeClr val="tx2"/>
                </a:solidFill>
              </a:rPr>
              <a:t>sed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diam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nonumy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eirmod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tempor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invidunt</a:t>
            </a:r>
            <a:r>
              <a:rPr lang="en-GB" dirty="0">
                <a:solidFill>
                  <a:schemeClr val="tx2"/>
                </a:solidFill>
              </a:rPr>
              <a:t> ipsum </a:t>
            </a:r>
            <a:r>
              <a:rPr lang="en-GB" dirty="0" err="1">
                <a:solidFill>
                  <a:schemeClr val="tx2"/>
                </a:solidFill>
              </a:rPr>
              <a:t>dolor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/>
                </a:solidFill>
              </a:rPr>
              <a:t>sit </a:t>
            </a:r>
            <a:r>
              <a:rPr lang="en-GB" dirty="0" err="1">
                <a:solidFill>
                  <a:schemeClr val="tx2"/>
                </a:solidFill>
              </a:rPr>
              <a:t>amet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consetetur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dolor</a:t>
            </a:r>
            <a:r>
              <a:rPr lang="en-GB" dirty="0">
                <a:solidFill>
                  <a:schemeClr val="tx2"/>
                </a:solidFill>
              </a:rPr>
              <a:t> sit </a:t>
            </a:r>
            <a:r>
              <a:rPr lang="en-GB" dirty="0" err="1">
                <a:solidFill>
                  <a:schemeClr val="tx2"/>
                </a:solidFill>
              </a:rPr>
              <a:t>amet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69" name="Rectangle 3">
            <a:extLst>
              <a:ext uri="{FF2B5EF4-FFF2-40B4-BE49-F238E27FC236}">
                <a16:creationId xmlns:a16="http://schemas.microsoft.com/office/drawing/2014/main" id="{03DCF7B2-0CA2-00B4-D146-6AE9588C05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95999" y="5145587"/>
            <a:ext cx="455253" cy="4924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t">
            <a:spAutoFit/>
          </a:bodyPr>
          <a:lstStyle/>
          <a:p>
            <a:pPr defTabSz="979488" fontAlgn="base">
              <a:spcBef>
                <a:spcPct val="0"/>
              </a:spcBef>
              <a:spcAft>
                <a:spcPct val="0"/>
              </a:spcAft>
            </a:pPr>
            <a:r>
              <a:rPr lang="en-GB" sz="3200" dirty="0">
                <a:solidFill>
                  <a:schemeClr val="accent2"/>
                </a:solidFill>
              </a:rPr>
              <a:t>04</a:t>
            </a:r>
          </a:p>
        </p:txBody>
      </p:sp>
      <p:sp>
        <p:nvSpPr>
          <p:cNvPr id="70" name="Textplatzhalter 8">
            <a:extLst>
              <a:ext uri="{FF2B5EF4-FFF2-40B4-BE49-F238E27FC236}">
                <a16:creationId xmlns:a16="http://schemas.microsoft.com/office/drawing/2014/main" id="{22B94AAE-5DDB-7196-7814-4B2B8E9002D8}"/>
              </a:ext>
            </a:extLst>
          </p:cNvPr>
          <p:cNvSpPr txBox="1">
            <a:spLocks/>
          </p:cNvSpPr>
          <p:nvPr/>
        </p:nvSpPr>
        <p:spPr bwMode="gray">
          <a:xfrm>
            <a:off x="6752324" y="5186965"/>
            <a:ext cx="4899923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tx2"/>
                </a:solidFill>
              </a:rPr>
              <a:t>Description</a:t>
            </a:r>
            <a:br>
              <a:rPr lang="en-GB" b="1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/>
                </a:solidFill>
              </a:rPr>
              <a:t>Lorem ipsum </a:t>
            </a:r>
            <a:r>
              <a:rPr lang="en-GB" dirty="0" err="1">
                <a:solidFill>
                  <a:schemeClr val="tx2"/>
                </a:solidFill>
              </a:rPr>
              <a:t>dolor</a:t>
            </a:r>
            <a:r>
              <a:rPr lang="en-GB" dirty="0">
                <a:solidFill>
                  <a:schemeClr val="tx2"/>
                </a:solidFill>
              </a:rPr>
              <a:t> sit </a:t>
            </a:r>
            <a:r>
              <a:rPr lang="en-GB" dirty="0" err="1">
                <a:solidFill>
                  <a:schemeClr val="tx2"/>
                </a:solidFill>
              </a:rPr>
              <a:t>amet</a:t>
            </a:r>
            <a:r>
              <a:rPr lang="en-GB" dirty="0">
                <a:solidFill>
                  <a:schemeClr val="tx2"/>
                </a:solidFill>
              </a:rPr>
              <a:t>, </a:t>
            </a:r>
            <a:r>
              <a:rPr lang="en-GB" dirty="0" err="1">
                <a:solidFill>
                  <a:schemeClr val="tx2"/>
                </a:solidFill>
              </a:rPr>
              <a:t>consetetur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sadipscing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elitr</a:t>
            </a:r>
            <a:r>
              <a:rPr lang="en-GB" dirty="0">
                <a:solidFill>
                  <a:schemeClr val="tx2"/>
                </a:solidFill>
              </a:rPr>
              <a:t>,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 err="1">
                <a:solidFill>
                  <a:schemeClr val="tx2"/>
                </a:solidFill>
              </a:rPr>
              <a:t>sed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diam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nonumy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eirmod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tempor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invidunt</a:t>
            </a:r>
            <a:r>
              <a:rPr lang="en-GB" dirty="0">
                <a:solidFill>
                  <a:schemeClr val="tx2"/>
                </a:solidFill>
              </a:rPr>
              <a:t> ipsum </a:t>
            </a:r>
            <a:r>
              <a:rPr lang="en-GB" dirty="0" err="1">
                <a:solidFill>
                  <a:schemeClr val="tx2"/>
                </a:solidFill>
              </a:rPr>
              <a:t>dolor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/>
                </a:solidFill>
              </a:rPr>
              <a:t>sit </a:t>
            </a:r>
            <a:r>
              <a:rPr lang="en-GB" dirty="0" err="1">
                <a:solidFill>
                  <a:schemeClr val="tx2"/>
                </a:solidFill>
              </a:rPr>
              <a:t>amet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consetetur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err="1">
                <a:solidFill>
                  <a:schemeClr val="tx2"/>
                </a:solidFill>
              </a:rPr>
              <a:t>dolor</a:t>
            </a:r>
            <a:r>
              <a:rPr lang="en-GB" dirty="0">
                <a:solidFill>
                  <a:schemeClr val="tx2"/>
                </a:solidFill>
              </a:rPr>
              <a:t> sit </a:t>
            </a:r>
            <a:r>
              <a:rPr lang="en-GB" dirty="0" err="1">
                <a:solidFill>
                  <a:schemeClr val="tx2"/>
                </a:solidFill>
              </a:rPr>
              <a:t>amet</a:t>
            </a:r>
            <a:endParaRPr lang="en-GB" dirty="0">
              <a:solidFill>
                <a:schemeClr val="tx2"/>
              </a:solidFill>
            </a:endParaRPr>
          </a:p>
        </p:txBody>
      </p: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110CB447-C21C-F5D0-5470-82D23E5A627E}"/>
              </a:ext>
            </a:extLst>
          </p:cNvPr>
          <p:cNvCxnSpPr>
            <a:cxnSpLocks/>
          </p:cNvCxnSpPr>
          <p:nvPr/>
        </p:nvCxnSpPr>
        <p:spPr>
          <a:xfrm>
            <a:off x="6752324" y="2706192"/>
            <a:ext cx="4899923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6885C9D6-49D8-07E2-ED83-721EE9CE68EE}"/>
              </a:ext>
            </a:extLst>
          </p:cNvPr>
          <p:cNvCxnSpPr>
            <a:cxnSpLocks/>
          </p:cNvCxnSpPr>
          <p:nvPr/>
        </p:nvCxnSpPr>
        <p:spPr>
          <a:xfrm>
            <a:off x="6752324" y="3846234"/>
            <a:ext cx="4899923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E3B60EBC-3830-B7B5-3072-070E0EADB39D}"/>
              </a:ext>
            </a:extLst>
          </p:cNvPr>
          <p:cNvCxnSpPr>
            <a:cxnSpLocks/>
          </p:cNvCxnSpPr>
          <p:nvPr/>
        </p:nvCxnSpPr>
        <p:spPr>
          <a:xfrm>
            <a:off x="6752324" y="4986276"/>
            <a:ext cx="4899923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23575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FC6E2A-C2E6-BD5F-5F32-B462D78137D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42992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FC6E2A-C2E6-BD5F-5F32-B462D78137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>
            <a:extLst>
              <a:ext uri="{FF2B5EF4-FFF2-40B4-BE49-F238E27FC236}">
                <a16:creationId xmlns:a16="http://schemas.microsoft.com/office/drawing/2014/main" id="{10C3F209-3A1F-6C9D-64FE-0F8394AF0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Next Steps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EE6BE9-64E5-19EF-75FF-9F8438D9C3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Four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E7CC13C-275E-CB9D-3175-6467DF9707BC}"/>
              </a:ext>
            </a:extLst>
          </p:cNvPr>
          <p:cNvSpPr txBox="1">
            <a:spLocks/>
          </p:cNvSpPr>
          <p:nvPr/>
        </p:nvSpPr>
        <p:spPr>
          <a:xfrm>
            <a:off x="538165" y="2553799"/>
            <a:ext cx="2508521" cy="14619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</a:t>
            </a:r>
          </a:p>
          <a:p>
            <a:pPr algn="ctr">
              <a:spcAft>
                <a:spcPts val="300"/>
              </a:spcAft>
            </a:pP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FA897844-7D6E-3E1A-4C08-E33B8AC1CF2A}"/>
              </a:ext>
            </a:extLst>
          </p:cNvPr>
          <p:cNvGrpSpPr>
            <a:grpSpLocks/>
          </p:cNvGrpSpPr>
          <p:nvPr/>
        </p:nvGrpSpPr>
        <p:grpSpPr>
          <a:xfrm>
            <a:off x="538165" y="1632787"/>
            <a:ext cx="2508521" cy="3597091"/>
            <a:chOff x="538165" y="1632787"/>
            <a:chExt cx="2508521" cy="3597091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8BD4AEAA-FA6A-F29E-2784-2AFF211C450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451425" y="1632787"/>
              <a:ext cx="682001" cy="682001"/>
              <a:chOff x="539750" y="2164948"/>
              <a:chExt cx="522436" cy="522436"/>
            </a:xfrm>
          </p:grpSpPr>
          <p:sp>
            <p:nvSpPr>
              <p:cNvPr id="4" name="Ellipse 3">
                <a:extLst>
                  <a:ext uri="{FF2B5EF4-FFF2-40B4-BE49-F238E27FC236}">
                    <a16:creationId xmlns:a16="http://schemas.microsoft.com/office/drawing/2014/main" id="{3C5C46F7-5391-80C3-B401-FA45F306291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9" name="Grafik 8">
                <a:extLst>
                  <a:ext uri="{FF2B5EF4-FFF2-40B4-BE49-F238E27FC236}">
                    <a16:creationId xmlns:a16="http://schemas.microsoft.com/office/drawing/2014/main" id="{E957716C-0685-34CE-8937-CD367F17DA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9111" y="2214309"/>
                <a:ext cx="423714" cy="423714"/>
              </a:xfrm>
              <a:prstGeom prst="rect">
                <a:avLst/>
              </a:prstGeom>
            </p:spPr>
          </p:pic>
        </p:grpSp>
        <p:sp>
          <p:nvSpPr>
            <p:cNvPr id="16" name="Grafik 11">
              <a:extLst>
                <a:ext uri="{FF2B5EF4-FFF2-40B4-BE49-F238E27FC236}">
                  <a16:creationId xmlns:a16="http://schemas.microsoft.com/office/drawing/2014/main" id="{4A2EC2EC-AD58-CCD6-E502-906BDF84565B}"/>
                </a:ext>
              </a:extLst>
            </p:cNvPr>
            <p:cNvSpPr>
              <a:spLocks/>
            </p:cNvSpPr>
            <p:nvPr/>
          </p:nvSpPr>
          <p:spPr>
            <a:xfrm rot="5400000">
              <a:off x="1642354" y="4090911"/>
              <a:ext cx="300142" cy="509796"/>
            </a:xfrm>
            <a:custGeom>
              <a:avLst/>
              <a:gdLst>
                <a:gd name="connsiteX0" fmla="*/ 52352 w 347292"/>
                <a:gd name="connsiteY0" fmla="*/ 589882 h 589881"/>
                <a:gd name="connsiteX1" fmla="*/ 0 w 347292"/>
                <a:gd name="connsiteY1" fmla="*/ 537530 h 589881"/>
                <a:gd name="connsiteX2" fmla="*/ 242589 w 347292"/>
                <a:gd name="connsiteY2" fmla="*/ 294941 h 589881"/>
                <a:gd name="connsiteX3" fmla="*/ 0 w 347292"/>
                <a:gd name="connsiteY3" fmla="*/ 52352 h 589881"/>
                <a:gd name="connsiteX4" fmla="*/ 52352 w 347292"/>
                <a:gd name="connsiteY4" fmla="*/ 0 h 589881"/>
                <a:gd name="connsiteX5" fmla="*/ 347293 w 347292"/>
                <a:gd name="connsiteY5" fmla="*/ 294941 h 589881"/>
                <a:gd name="connsiteX6" fmla="*/ 52352 w 347292"/>
                <a:gd name="connsiteY6" fmla="*/ 589882 h 589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292" h="589881">
                  <a:moveTo>
                    <a:pt x="52352" y="589882"/>
                  </a:moveTo>
                  <a:lnTo>
                    <a:pt x="0" y="537530"/>
                  </a:lnTo>
                  <a:lnTo>
                    <a:pt x="242589" y="294941"/>
                  </a:lnTo>
                  <a:lnTo>
                    <a:pt x="0" y="52352"/>
                  </a:lnTo>
                  <a:lnTo>
                    <a:pt x="52352" y="0"/>
                  </a:lnTo>
                  <a:lnTo>
                    <a:pt x="347293" y="294941"/>
                  </a:lnTo>
                  <a:lnTo>
                    <a:pt x="52352" y="589882"/>
                  </a:lnTo>
                  <a:close/>
                </a:path>
              </a:pathLst>
            </a:custGeom>
            <a:solidFill>
              <a:schemeClr val="tx2"/>
            </a:solidFill>
            <a:ln w="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4A560F49-8598-1EFE-0099-83CCC62B5243}"/>
                </a:ext>
              </a:extLst>
            </p:cNvPr>
            <p:cNvSpPr txBox="1">
              <a:spLocks/>
            </p:cNvSpPr>
            <p:nvPr/>
          </p:nvSpPr>
          <p:spPr>
            <a:xfrm>
              <a:off x="538165" y="4675880"/>
              <a:ext cx="2508521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feld 19">
            <a:extLst>
              <a:ext uri="{FF2B5EF4-FFF2-40B4-BE49-F238E27FC236}">
                <a16:creationId xmlns:a16="http://schemas.microsoft.com/office/drawing/2014/main" id="{7C306823-ED86-B0D2-E383-89215CDDF5B6}"/>
              </a:ext>
            </a:extLst>
          </p:cNvPr>
          <p:cNvSpPr txBox="1">
            <a:spLocks/>
          </p:cNvSpPr>
          <p:nvPr/>
        </p:nvSpPr>
        <p:spPr>
          <a:xfrm>
            <a:off x="3406685" y="2553799"/>
            <a:ext cx="2508521" cy="14619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</a:t>
            </a:r>
          </a:p>
          <a:p>
            <a:pPr algn="ctr">
              <a:spcAft>
                <a:spcPts val="300"/>
              </a:spcAft>
            </a:pP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2B03846-E195-F4CE-4E54-7670BAB417B6}"/>
              </a:ext>
            </a:extLst>
          </p:cNvPr>
          <p:cNvSpPr txBox="1">
            <a:spLocks/>
          </p:cNvSpPr>
          <p:nvPr/>
        </p:nvSpPr>
        <p:spPr>
          <a:xfrm>
            <a:off x="6275207" y="2553799"/>
            <a:ext cx="2508521" cy="14619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</a:t>
            </a:r>
          </a:p>
          <a:p>
            <a:pPr algn="ctr">
              <a:spcAft>
                <a:spcPts val="300"/>
              </a:spcAft>
            </a:pP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556B255-0531-F0C9-6478-3522054190CE}"/>
              </a:ext>
            </a:extLst>
          </p:cNvPr>
          <p:cNvSpPr txBox="1">
            <a:spLocks/>
          </p:cNvSpPr>
          <p:nvPr/>
        </p:nvSpPr>
        <p:spPr>
          <a:xfrm>
            <a:off x="9143729" y="2553799"/>
            <a:ext cx="2508521" cy="14619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</a:t>
            </a:r>
          </a:p>
          <a:p>
            <a:pPr algn="ctr">
              <a:spcAft>
                <a:spcPts val="300"/>
              </a:spcAft>
            </a:pP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95422EE-47F4-F479-C907-73D68FFC5696}"/>
              </a:ext>
            </a:extLst>
          </p:cNvPr>
          <p:cNvGrpSpPr>
            <a:grpSpLocks/>
          </p:cNvGrpSpPr>
          <p:nvPr/>
        </p:nvGrpSpPr>
        <p:grpSpPr>
          <a:xfrm>
            <a:off x="3406687" y="1632787"/>
            <a:ext cx="2508521" cy="3597091"/>
            <a:chOff x="538165" y="1632787"/>
            <a:chExt cx="2508521" cy="3597091"/>
          </a:xfrm>
        </p:grpSpPr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A37F4461-B617-838A-850E-579766E47E6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451425" y="1632787"/>
              <a:ext cx="682001" cy="682001"/>
              <a:chOff x="539750" y="2164948"/>
              <a:chExt cx="522436" cy="522436"/>
            </a:xfrm>
          </p:grpSpPr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035FEBB3-265C-432F-886C-2BFEAB5F11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29" name="Grafik 28">
                <a:extLst>
                  <a:ext uri="{FF2B5EF4-FFF2-40B4-BE49-F238E27FC236}">
                    <a16:creationId xmlns:a16="http://schemas.microsoft.com/office/drawing/2014/main" id="{080AB293-7BAE-0D09-BF13-C21BB775E3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9111" y="2214309"/>
                <a:ext cx="423714" cy="423714"/>
              </a:xfrm>
              <a:prstGeom prst="rect">
                <a:avLst/>
              </a:prstGeom>
            </p:spPr>
          </p:pic>
        </p:grpSp>
        <p:sp>
          <p:nvSpPr>
            <p:cNvPr id="26" name="Grafik 11">
              <a:extLst>
                <a:ext uri="{FF2B5EF4-FFF2-40B4-BE49-F238E27FC236}">
                  <a16:creationId xmlns:a16="http://schemas.microsoft.com/office/drawing/2014/main" id="{7E24205D-BEEC-D88D-563A-146110FC1633}"/>
                </a:ext>
              </a:extLst>
            </p:cNvPr>
            <p:cNvSpPr>
              <a:spLocks/>
            </p:cNvSpPr>
            <p:nvPr/>
          </p:nvSpPr>
          <p:spPr>
            <a:xfrm rot="5400000">
              <a:off x="1642354" y="4090911"/>
              <a:ext cx="300142" cy="509796"/>
            </a:xfrm>
            <a:custGeom>
              <a:avLst/>
              <a:gdLst>
                <a:gd name="connsiteX0" fmla="*/ 52352 w 347292"/>
                <a:gd name="connsiteY0" fmla="*/ 589882 h 589881"/>
                <a:gd name="connsiteX1" fmla="*/ 0 w 347292"/>
                <a:gd name="connsiteY1" fmla="*/ 537530 h 589881"/>
                <a:gd name="connsiteX2" fmla="*/ 242589 w 347292"/>
                <a:gd name="connsiteY2" fmla="*/ 294941 h 589881"/>
                <a:gd name="connsiteX3" fmla="*/ 0 w 347292"/>
                <a:gd name="connsiteY3" fmla="*/ 52352 h 589881"/>
                <a:gd name="connsiteX4" fmla="*/ 52352 w 347292"/>
                <a:gd name="connsiteY4" fmla="*/ 0 h 589881"/>
                <a:gd name="connsiteX5" fmla="*/ 347293 w 347292"/>
                <a:gd name="connsiteY5" fmla="*/ 294941 h 589881"/>
                <a:gd name="connsiteX6" fmla="*/ 52352 w 347292"/>
                <a:gd name="connsiteY6" fmla="*/ 589882 h 589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292" h="589881">
                  <a:moveTo>
                    <a:pt x="52352" y="589882"/>
                  </a:moveTo>
                  <a:lnTo>
                    <a:pt x="0" y="537530"/>
                  </a:lnTo>
                  <a:lnTo>
                    <a:pt x="242589" y="294941"/>
                  </a:lnTo>
                  <a:lnTo>
                    <a:pt x="0" y="52352"/>
                  </a:lnTo>
                  <a:lnTo>
                    <a:pt x="52352" y="0"/>
                  </a:lnTo>
                  <a:lnTo>
                    <a:pt x="347293" y="294941"/>
                  </a:lnTo>
                  <a:lnTo>
                    <a:pt x="52352" y="589882"/>
                  </a:lnTo>
                  <a:close/>
                </a:path>
              </a:pathLst>
            </a:custGeom>
            <a:solidFill>
              <a:schemeClr val="tx2"/>
            </a:solidFill>
            <a:ln w="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E8BD1D38-21D7-1498-3F5F-24953CA4919F}"/>
                </a:ext>
              </a:extLst>
            </p:cNvPr>
            <p:cNvSpPr txBox="1">
              <a:spLocks/>
            </p:cNvSpPr>
            <p:nvPr/>
          </p:nvSpPr>
          <p:spPr>
            <a:xfrm>
              <a:off x="538165" y="4675880"/>
              <a:ext cx="2508521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CEBBA22F-B0C1-BCCE-DBBC-76AB4ADF641A}"/>
              </a:ext>
            </a:extLst>
          </p:cNvPr>
          <p:cNvGrpSpPr>
            <a:grpSpLocks/>
          </p:cNvGrpSpPr>
          <p:nvPr/>
        </p:nvGrpSpPr>
        <p:grpSpPr>
          <a:xfrm>
            <a:off x="6275208" y="1632787"/>
            <a:ext cx="2508521" cy="3597091"/>
            <a:chOff x="538165" y="1632787"/>
            <a:chExt cx="2508521" cy="3597091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1D9904A4-46F1-3745-7236-48E01E1328AA}"/>
                </a:ext>
              </a:extLst>
            </p:cNvPr>
            <p:cNvGrpSpPr>
              <a:grpSpLocks/>
            </p:cNvGrpSpPr>
            <p:nvPr/>
          </p:nvGrpSpPr>
          <p:grpSpPr>
            <a:xfrm>
              <a:off x="1451425" y="1632787"/>
              <a:ext cx="682001" cy="682001"/>
              <a:chOff x="539750" y="2164948"/>
              <a:chExt cx="522436" cy="522436"/>
            </a:xfrm>
          </p:grpSpPr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D4264D68-1EE1-5A97-817F-FC8DB383F8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35" name="Grafik 34">
                <a:extLst>
                  <a:ext uri="{FF2B5EF4-FFF2-40B4-BE49-F238E27FC236}">
                    <a16:creationId xmlns:a16="http://schemas.microsoft.com/office/drawing/2014/main" id="{42D825B6-D633-9052-8154-41B41F6720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9111" y="2214309"/>
                <a:ext cx="423714" cy="423714"/>
              </a:xfrm>
              <a:prstGeom prst="rect">
                <a:avLst/>
              </a:prstGeom>
            </p:spPr>
          </p:pic>
        </p:grpSp>
        <p:sp>
          <p:nvSpPr>
            <p:cNvPr id="32" name="Grafik 11">
              <a:extLst>
                <a:ext uri="{FF2B5EF4-FFF2-40B4-BE49-F238E27FC236}">
                  <a16:creationId xmlns:a16="http://schemas.microsoft.com/office/drawing/2014/main" id="{F8CBD5DA-D7E5-D14F-2C02-90BF93334FFE}"/>
                </a:ext>
              </a:extLst>
            </p:cNvPr>
            <p:cNvSpPr>
              <a:spLocks/>
            </p:cNvSpPr>
            <p:nvPr/>
          </p:nvSpPr>
          <p:spPr>
            <a:xfrm rot="5400000">
              <a:off x="1642354" y="4090911"/>
              <a:ext cx="300142" cy="509796"/>
            </a:xfrm>
            <a:custGeom>
              <a:avLst/>
              <a:gdLst>
                <a:gd name="connsiteX0" fmla="*/ 52352 w 347292"/>
                <a:gd name="connsiteY0" fmla="*/ 589882 h 589881"/>
                <a:gd name="connsiteX1" fmla="*/ 0 w 347292"/>
                <a:gd name="connsiteY1" fmla="*/ 537530 h 589881"/>
                <a:gd name="connsiteX2" fmla="*/ 242589 w 347292"/>
                <a:gd name="connsiteY2" fmla="*/ 294941 h 589881"/>
                <a:gd name="connsiteX3" fmla="*/ 0 w 347292"/>
                <a:gd name="connsiteY3" fmla="*/ 52352 h 589881"/>
                <a:gd name="connsiteX4" fmla="*/ 52352 w 347292"/>
                <a:gd name="connsiteY4" fmla="*/ 0 h 589881"/>
                <a:gd name="connsiteX5" fmla="*/ 347293 w 347292"/>
                <a:gd name="connsiteY5" fmla="*/ 294941 h 589881"/>
                <a:gd name="connsiteX6" fmla="*/ 52352 w 347292"/>
                <a:gd name="connsiteY6" fmla="*/ 589882 h 589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292" h="589881">
                  <a:moveTo>
                    <a:pt x="52352" y="589882"/>
                  </a:moveTo>
                  <a:lnTo>
                    <a:pt x="0" y="537530"/>
                  </a:lnTo>
                  <a:lnTo>
                    <a:pt x="242589" y="294941"/>
                  </a:lnTo>
                  <a:lnTo>
                    <a:pt x="0" y="52352"/>
                  </a:lnTo>
                  <a:lnTo>
                    <a:pt x="52352" y="0"/>
                  </a:lnTo>
                  <a:lnTo>
                    <a:pt x="347293" y="294941"/>
                  </a:lnTo>
                  <a:lnTo>
                    <a:pt x="52352" y="589882"/>
                  </a:lnTo>
                  <a:close/>
                </a:path>
              </a:pathLst>
            </a:custGeom>
            <a:solidFill>
              <a:schemeClr val="tx2"/>
            </a:solidFill>
            <a:ln w="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5B0B0783-1871-7847-5DE8-514A78442837}"/>
                </a:ext>
              </a:extLst>
            </p:cNvPr>
            <p:cNvSpPr txBox="1">
              <a:spLocks/>
            </p:cNvSpPr>
            <p:nvPr/>
          </p:nvSpPr>
          <p:spPr>
            <a:xfrm>
              <a:off x="538165" y="4675880"/>
              <a:ext cx="2508521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743CF22D-1E08-66E4-6C3F-11A447421DCF}"/>
              </a:ext>
            </a:extLst>
          </p:cNvPr>
          <p:cNvGrpSpPr>
            <a:grpSpLocks/>
          </p:cNvGrpSpPr>
          <p:nvPr/>
        </p:nvGrpSpPr>
        <p:grpSpPr>
          <a:xfrm>
            <a:off x="9143729" y="1632787"/>
            <a:ext cx="2508521" cy="3597091"/>
            <a:chOff x="538165" y="1632787"/>
            <a:chExt cx="2508521" cy="3597091"/>
          </a:xfrm>
        </p:grpSpPr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CADB2C44-8BB7-1D4D-B8E0-87A573E3CF9F}"/>
                </a:ext>
              </a:extLst>
            </p:cNvPr>
            <p:cNvGrpSpPr>
              <a:grpSpLocks/>
            </p:cNvGrpSpPr>
            <p:nvPr/>
          </p:nvGrpSpPr>
          <p:grpSpPr>
            <a:xfrm>
              <a:off x="1451425" y="1632787"/>
              <a:ext cx="682001" cy="682001"/>
              <a:chOff x="539750" y="2164948"/>
              <a:chExt cx="522436" cy="522436"/>
            </a:xfrm>
          </p:grpSpPr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F71D8252-28D5-68CC-329B-EE7540E341B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41" name="Grafik 40">
                <a:extLst>
                  <a:ext uri="{FF2B5EF4-FFF2-40B4-BE49-F238E27FC236}">
                    <a16:creationId xmlns:a16="http://schemas.microsoft.com/office/drawing/2014/main" id="{C1CB6B11-2D27-A2A8-0114-1AACBB2AA3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9111" y="2214309"/>
                <a:ext cx="423714" cy="423714"/>
              </a:xfrm>
              <a:prstGeom prst="rect">
                <a:avLst/>
              </a:prstGeom>
            </p:spPr>
          </p:pic>
        </p:grpSp>
        <p:sp>
          <p:nvSpPr>
            <p:cNvPr id="38" name="Grafik 11">
              <a:extLst>
                <a:ext uri="{FF2B5EF4-FFF2-40B4-BE49-F238E27FC236}">
                  <a16:creationId xmlns:a16="http://schemas.microsoft.com/office/drawing/2014/main" id="{F3FF6FA2-4B4B-05B1-4A9A-636E62CF5F98}"/>
                </a:ext>
              </a:extLst>
            </p:cNvPr>
            <p:cNvSpPr>
              <a:spLocks/>
            </p:cNvSpPr>
            <p:nvPr/>
          </p:nvSpPr>
          <p:spPr>
            <a:xfrm rot="5400000">
              <a:off x="1642354" y="4090911"/>
              <a:ext cx="300142" cy="509796"/>
            </a:xfrm>
            <a:custGeom>
              <a:avLst/>
              <a:gdLst>
                <a:gd name="connsiteX0" fmla="*/ 52352 w 347292"/>
                <a:gd name="connsiteY0" fmla="*/ 589882 h 589881"/>
                <a:gd name="connsiteX1" fmla="*/ 0 w 347292"/>
                <a:gd name="connsiteY1" fmla="*/ 537530 h 589881"/>
                <a:gd name="connsiteX2" fmla="*/ 242589 w 347292"/>
                <a:gd name="connsiteY2" fmla="*/ 294941 h 589881"/>
                <a:gd name="connsiteX3" fmla="*/ 0 w 347292"/>
                <a:gd name="connsiteY3" fmla="*/ 52352 h 589881"/>
                <a:gd name="connsiteX4" fmla="*/ 52352 w 347292"/>
                <a:gd name="connsiteY4" fmla="*/ 0 h 589881"/>
                <a:gd name="connsiteX5" fmla="*/ 347293 w 347292"/>
                <a:gd name="connsiteY5" fmla="*/ 294941 h 589881"/>
                <a:gd name="connsiteX6" fmla="*/ 52352 w 347292"/>
                <a:gd name="connsiteY6" fmla="*/ 589882 h 589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292" h="589881">
                  <a:moveTo>
                    <a:pt x="52352" y="589882"/>
                  </a:moveTo>
                  <a:lnTo>
                    <a:pt x="0" y="537530"/>
                  </a:lnTo>
                  <a:lnTo>
                    <a:pt x="242589" y="294941"/>
                  </a:lnTo>
                  <a:lnTo>
                    <a:pt x="0" y="52352"/>
                  </a:lnTo>
                  <a:lnTo>
                    <a:pt x="52352" y="0"/>
                  </a:lnTo>
                  <a:lnTo>
                    <a:pt x="347293" y="294941"/>
                  </a:lnTo>
                  <a:lnTo>
                    <a:pt x="52352" y="589882"/>
                  </a:lnTo>
                  <a:close/>
                </a:path>
              </a:pathLst>
            </a:custGeom>
            <a:solidFill>
              <a:schemeClr val="tx2"/>
            </a:solidFill>
            <a:ln w="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AAB9EB98-42FE-E12F-F653-DDB3F3472958}"/>
                </a:ext>
              </a:extLst>
            </p:cNvPr>
            <p:cNvSpPr txBox="1">
              <a:spLocks/>
            </p:cNvSpPr>
            <p:nvPr/>
          </p:nvSpPr>
          <p:spPr>
            <a:xfrm>
              <a:off x="538165" y="4675880"/>
              <a:ext cx="2508521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CCEBC13-B9DD-B17B-2B19-4B5C407D49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109594-1B45-46DB-8A0B-416F125317DC}" type="slidenum">
              <a:rPr lang="en-GB" smtClean="0"/>
              <a:pPr/>
              <a:t>100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660445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30273-734F-E8CE-B0FD-9A725229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2EC3B10-D951-5D8C-7515-D251355726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EC3B10-D951-5D8C-7515-D251355726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>
            <a:extLst>
              <a:ext uri="{FF2B5EF4-FFF2-40B4-BE49-F238E27FC236}">
                <a16:creationId xmlns:a16="http://schemas.microsoft.com/office/drawing/2014/main" id="{18513888-A409-BCF2-EEE4-5A976501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Next Steps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DA4D291-07B0-B703-F541-7DCE0FC9E8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Six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8E1D3FB-13E9-E3F7-F4FC-7CD4A3584745}"/>
              </a:ext>
            </a:extLst>
          </p:cNvPr>
          <p:cNvSpPr txBox="1">
            <a:spLocks/>
          </p:cNvSpPr>
          <p:nvPr/>
        </p:nvSpPr>
        <p:spPr>
          <a:xfrm>
            <a:off x="538164" y="2553799"/>
            <a:ext cx="1702347" cy="1646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</a:t>
            </a:r>
          </a:p>
          <a:p>
            <a:pPr algn="ctr">
              <a:spcAft>
                <a:spcPts val="300"/>
              </a:spcAft>
            </a:pP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2185116-8A56-A2EA-C4BD-23A80FD77A92}"/>
              </a:ext>
            </a:extLst>
          </p:cNvPr>
          <p:cNvGrpSpPr>
            <a:grpSpLocks/>
          </p:cNvGrpSpPr>
          <p:nvPr/>
        </p:nvGrpSpPr>
        <p:grpSpPr>
          <a:xfrm>
            <a:off x="538164" y="1632787"/>
            <a:ext cx="1702347" cy="3735631"/>
            <a:chOff x="538164" y="1632787"/>
            <a:chExt cx="1702347" cy="3735631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E377F042-05A9-98D4-4A21-836C1AE529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37" y="1632787"/>
              <a:ext cx="682001" cy="682001"/>
              <a:chOff x="539750" y="2164948"/>
              <a:chExt cx="522436" cy="522436"/>
            </a:xfrm>
          </p:grpSpPr>
          <p:sp>
            <p:nvSpPr>
              <p:cNvPr id="4" name="Ellipse 3">
                <a:extLst>
                  <a:ext uri="{FF2B5EF4-FFF2-40B4-BE49-F238E27FC236}">
                    <a16:creationId xmlns:a16="http://schemas.microsoft.com/office/drawing/2014/main" id="{7B3227FB-54EE-3E5A-E111-707D5DF0E9E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9" name="Grafik 8">
                <a:extLst>
                  <a:ext uri="{FF2B5EF4-FFF2-40B4-BE49-F238E27FC236}">
                    <a16:creationId xmlns:a16="http://schemas.microsoft.com/office/drawing/2014/main" id="{102D8F37-A142-4D49-E7FA-24F66899F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9111" y="2214309"/>
                <a:ext cx="423714" cy="423714"/>
              </a:xfrm>
              <a:prstGeom prst="rect">
                <a:avLst/>
              </a:prstGeom>
            </p:spPr>
          </p:pic>
        </p:grpSp>
        <p:sp>
          <p:nvSpPr>
            <p:cNvPr id="16" name="Grafik 11">
              <a:extLst>
                <a:ext uri="{FF2B5EF4-FFF2-40B4-BE49-F238E27FC236}">
                  <a16:creationId xmlns:a16="http://schemas.microsoft.com/office/drawing/2014/main" id="{CCCFF481-A8B8-914C-1EED-69F9CFE444ED}"/>
                </a:ext>
              </a:extLst>
            </p:cNvPr>
            <p:cNvSpPr>
              <a:spLocks/>
            </p:cNvSpPr>
            <p:nvPr/>
          </p:nvSpPr>
          <p:spPr>
            <a:xfrm rot="5400000">
              <a:off x="1282663" y="4233890"/>
              <a:ext cx="213350" cy="362378"/>
            </a:xfrm>
            <a:custGeom>
              <a:avLst/>
              <a:gdLst>
                <a:gd name="connsiteX0" fmla="*/ 52352 w 347292"/>
                <a:gd name="connsiteY0" fmla="*/ 589882 h 589881"/>
                <a:gd name="connsiteX1" fmla="*/ 0 w 347292"/>
                <a:gd name="connsiteY1" fmla="*/ 537530 h 589881"/>
                <a:gd name="connsiteX2" fmla="*/ 242589 w 347292"/>
                <a:gd name="connsiteY2" fmla="*/ 294941 h 589881"/>
                <a:gd name="connsiteX3" fmla="*/ 0 w 347292"/>
                <a:gd name="connsiteY3" fmla="*/ 52352 h 589881"/>
                <a:gd name="connsiteX4" fmla="*/ 52352 w 347292"/>
                <a:gd name="connsiteY4" fmla="*/ 0 h 589881"/>
                <a:gd name="connsiteX5" fmla="*/ 347293 w 347292"/>
                <a:gd name="connsiteY5" fmla="*/ 294941 h 589881"/>
                <a:gd name="connsiteX6" fmla="*/ 52352 w 347292"/>
                <a:gd name="connsiteY6" fmla="*/ 589882 h 589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292" h="589881">
                  <a:moveTo>
                    <a:pt x="52352" y="589882"/>
                  </a:moveTo>
                  <a:lnTo>
                    <a:pt x="0" y="537530"/>
                  </a:lnTo>
                  <a:lnTo>
                    <a:pt x="242589" y="294941"/>
                  </a:lnTo>
                  <a:lnTo>
                    <a:pt x="0" y="52352"/>
                  </a:lnTo>
                  <a:lnTo>
                    <a:pt x="52352" y="0"/>
                  </a:lnTo>
                  <a:lnTo>
                    <a:pt x="347293" y="294941"/>
                  </a:lnTo>
                  <a:lnTo>
                    <a:pt x="52352" y="589882"/>
                  </a:lnTo>
                  <a:close/>
                </a:path>
              </a:pathLst>
            </a:custGeom>
            <a:solidFill>
              <a:schemeClr val="tx2"/>
            </a:solidFill>
            <a:ln w="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1BD94DF-EB76-5B9A-53E9-CF4B9853BBF6}"/>
                </a:ext>
              </a:extLst>
            </p:cNvPr>
            <p:cNvSpPr txBox="1">
              <a:spLocks/>
            </p:cNvSpPr>
            <p:nvPr/>
          </p:nvSpPr>
          <p:spPr>
            <a:xfrm>
              <a:off x="538164" y="4629754"/>
              <a:ext cx="1702347" cy="7386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feld 19">
            <a:extLst>
              <a:ext uri="{FF2B5EF4-FFF2-40B4-BE49-F238E27FC236}">
                <a16:creationId xmlns:a16="http://schemas.microsoft.com/office/drawing/2014/main" id="{7DA38767-A061-8828-7351-BDC9A8204135}"/>
              </a:ext>
            </a:extLst>
          </p:cNvPr>
          <p:cNvSpPr txBox="1">
            <a:spLocks/>
          </p:cNvSpPr>
          <p:nvPr/>
        </p:nvSpPr>
        <p:spPr>
          <a:xfrm>
            <a:off x="2420513" y="2553799"/>
            <a:ext cx="1702347" cy="1646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</a:t>
            </a:r>
          </a:p>
          <a:p>
            <a:pPr algn="ctr">
              <a:spcAft>
                <a:spcPts val="300"/>
              </a:spcAft>
            </a:pP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E570912-CF89-2D87-6FEB-64B95A60536A}"/>
              </a:ext>
            </a:extLst>
          </p:cNvPr>
          <p:cNvSpPr txBox="1">
            <a:spLocks/>
          </p:cNvSpPr>
          <p:nvPr/>
        </p:nvSpPr>
        <p:spPr>
          <a:xfrm>
            <a:off x="4302860" y="2553799"/>
            <a:ext cx="1702347" cy="1646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</a:t>
            </a:r>
          </a:p>
          <a:p>
            <a:pPr algn="ctr">
              <a:spcAft>
                <a:spcPts val="300"/>
              </a:spcAft>
            </a:pP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4D55735-A363-296B-397D-DBCB6D529107}"/>
              </a:ext>
            </a:extLst>
          </p:cNvPr>
          <p:cNvSpPr txBox="1">
            <a:spLocks/>
          </p:cNvSpPr>
          <p:nvPr/>
        </p:nvSpPr>
        <p:spPr>
          <a:xfrm>
            <a:off x="6185208" y="2553799"/>
            <a:ext cx="1702347" cy="1646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</a:t>
            </a:r>
          </a:p>
          <a:p>
            <a:pPr algn="ctr">
              <a:spcAft>
                <a:spcPts val="300"/>
              </a:spcAft>
            </a:pP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F43B24D-D0F9-9F32-0E2E-8E422CD0EB4B}"/>
              </a:ext>
            </a:extLst>
          </p:cNvPr>
          <p:cNvSpPr txBox="1">
            <a:spLocks/>
          </p:cNvSpPr>
          <p:nvPr/>
        </p:nvSpPr>
        <p:spPr>
          <a:xfrm>
            <a:off x="8067555" y="2553799"/>
            <a:ext cx="1702347" cy="1646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  <a:p>
            <a:pPr algn="ctr">
              <a:spcAft>
                <a:spcPts val="300"/>
              </a:spcAft>
            </a:pP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D7F56CD-5EDF-B8DC-A41F-F91003F991BE}"/>
              </a:ext>
            </a:extLst>
          </p:cNvPr>
          <p:cNvSpPr txBox="1">
            <a:spLocks/>
          </p:cNvSpPr>
          <p:nvPr/>
        </p:nvSpPr>
        <p:spPr>
          <a:xfrm>
            <a:off x="9949903" y="2553799"/>
            <a:ext cx="1702347" cy="1646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b="1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</a:p>
          <a:p>
            <a:pPr algn="ctr">
              <a:spcAft>
                <a:spcPts val="300"/>
              </a:spcAft>
            </a:pP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b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dirty="0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dirty="0" err="1">
                <a:solidFill>
                  <a:schemeClr val="accent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GB" dirty="0">
              <a:solidFill>
                <a:schemeClr val="accent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consetetur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sadipscing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elitr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err="1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nonumy</a:t>
            </a:r>
            <a:endParaRPr lang="en-GB" sz="1200" dirty="0">
              <a:solidFill>
                <a:schemeClr val="tx2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2E680DD1-6DA9-7330-B341-0ED08E0EEE9E}"/>
              </a:ext>
            </a:extLst>
          </p:cNvPr>
          <p:cNvGrpSpPr>
            <a:grpSpLocks/>
          </p:cNvGrpSpPr>
          <p:nvPr/>
        </p:nvGrpSpPr>
        <p:grpSpPr>
          <a:xfrm>
            <a:off x="2420512" y="1632787"/>
            <a:ext cx="1702347" cy="3735631"/>
            <a:chOff x="538164" y="1632787"/>
            <a:chExt cx="1702347" cy="3735631"/>
          </a:xfrm>
        </p:grpSpPr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943B9ACD-6C16-DD49-881E-4F7BC491AF1D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37" y="1632787"/>
              <a:ext cx="682001" cy="682001"/>
              <a:chOff x="539750" y="2164948"/>
              <a:chExt cx="522436" cy="522436"/>
            </a:xfrm>
          </p:grpSpPr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9748FF05-14A0-39BC-1F30-A924480D412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17" name="Grafik 16">
                <a:extLst>
                  <a:ext uri="{FF2B5EF4-FFF2-40B4-BE49-F238E27FC236}">
                    <a16:creationId xmlns:a16="http://schemas.microsoft.com/office/drawing/2014/main" id="{80AF5464-46B4-DEA9-236F-A557790BA3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9111" y="2214309"/>
                <a:ext cx="423714" cy="423714"/>
              </a:xfrm>
              <a:prstGeom prst="rect">
                <a:avLst/>
              </a:prstGeom>
            </p:spPr>
          </p:pic>
        </p:grpSp>
        <p:sp>
          <p:nvSpPr>
            <p:cNvPr id="13" name="Grafik 11">
              <a:extLst>
                <a:ext uri="{FF2B5EF4-FFF2-40B4-BE49-F238E27FC236}">
                  <a16:creationId xmlns:a16="http://schemas.microsoft.com/office/drawing/2014/main" id="{2E312581-BA9C-43A4-8C3F-7BBB9E54B200}"/>
                </a:ext>
              </a:extLst>
            </p:cNvPr>
            <p:cNvSpPr>
              <a:spLocks/>
            </p:cNvSpPr>
            <p:nvPr/>
          </p:nvSpPr>
          <p:spPr>
            <a:xfrm rot="5400000">
              <a:off x="1282663" y="4233890"/>
              <a:ext cx="213350" cy="362378"/>
            </a:xfrm>
            <a:custGeom>
              <a:avLst/>
              <a:gdLst>
                <a:gd name="connsiteX0" fmla="*/ 52352 w 347292"/>
                <a:gd name="connsiteY0" fmla="*/ 589882 h 589881"/>
                <a:gd name="connsiteX1" fmla="*/ 0 w 347292"/>
                <a:gd name="connsiteY1" fmla="*/ 537530 h 589881"/>
                <a:gd name="connsiteX2" fmla="*/ 242589 w 347292"/>
                <a:gd name="connsiteY2" fmla="*/ 294941 h 589881"/>
                <a:gd name="connsiteX3" fmla="*/ 0 w 347292"/>
                <a:gd name="connsiteY3" fmla="*/ 52352 h 589881"/>
                <a:gd name="connsiteX4" fmla="*/ 52352 w 347292"/>
                <a:gd name="connsiteY4" fmla="*/ 0 h 589881"/>
                <a:gd name="connsiteX5" fmla="*/ 347293 w 347292"/>
                <a:gd name="connsiteY5" fmla="*/ 294941 h 589881"/>
                <a:gd name="connsiteX6" fmla="*/ 52352 w 347292"/>
                <a:gd name="connsiteY6" fmla="*/ 589882 h 589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292" h="589881">
                  <a:moveTo>
                    <a:pt x="52352" y="589882"/>
                  </a:moveTo>
                  <a:lnTo>
                    <a:pt x="0" y="537530"/>
                  </a:lnTo>
                  <a:lnTo>
                    <a:pt x="242589" y="294941"/>
                  </a:lnTo>
                  <a:lnTo>
                    <a:pt x="0" y="52352"/>
                  </a:lnTo>
                  <a:lnTo>
                    <a:pt x="52352" y="0"/>
                  </a:lnTo>
                  <a:lnTo>
                    <a:pt x="347293" y="294941"/>
                  </a:lnTo>
                  <a:lnTo>
                    <a:pt x="52352" y="589882"/>
                  </a:lnTo>
                  <a:close/>
                </a:path>
              </a:pathLst>
            </a:custGeom>
            <a:solidFill>
              <a:schemeClr val="tx2"/>
            </a:solidFill>
            <a:ln w="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B622D7CD-1999-9439-920A-0A9C08FC97AE}"/>
                </a:ext>
              </a:extLst>
            </p:cNvPr>
            <p:cNvSpPr txBox="1">
              <a:spLocks/>
            </p:cNvSpPr>
            <p:nvPr/>
          </p:nvSpPr>
          <p:spPr>
            <a:xfrm>
              <a:off x="538164" y="4629754"/>
              <a:ext cx="1702347" cy="7386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9438EFD0-2F1D-E8B7-1946-3BE0BEFCDFA8}"/>
              </a:ext>
            </a:extLst>
          </p:cNvPr>
          <p:cNvGrpSpPr>
            <a:grpSpLocks/>
          </p:cNvGrpSpPr>
          <p:nvPr/>
        </p:nvGrpSpPr>
        <p:grpSpPr>
          <a:xfrm>
            <a:off x="4302860" y="1632787"/>
            <a:ext cx="1702347" cy="3735631"/>
            <a:chOff x="538164" y="1632787"/>
            <a:chExt cx="1702347" cy="3735631"/>
          </a:xfrm>
        </p:grpSpPr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2ECADB68-2C3C-9EE6-CBED-EB3499110E5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37" y="1632787"/>
              <a:ext cx="682001" cy="682001"/>
              <a:chOff x="539750" y="2164948"/>
              <a:chExt cx="522436" cy="522436"/>
            </a:xfrm>
          </p:grpSpPr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CEB0A4E6-591C-2937-4C12-5374230F145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47" name="Grafik 46">
                <a:extLst>
                  <a:ext uri="{FF2B5EF4-FFF2-40B4-BE49-F238E27FC236}">
                    <a16:creationId xmlns:a16="http://schemas.microsoft.com/office/drawing/2014/main" id="{7A250AE1-34DF-BC24-4B57-4CE3DFA61E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9111" y="2214309"/>
                <a:ext cx="423714" cy="423714"/>
              </a:xfrm>
              <a:prstGeom prst="rect">
                <a:avLst/>
              </a:prstGeom>
            </p:spPr>
          </p:pic>
        </p:grpSp>
        <p:sp>
          <p:nvSpPr>
            <p:cNvPr id="44" name="Grafik 11">
              <a:extLst>
                <a:ext uri="{FF2B5EF4-FFF2-40B4-BE49-F238E27FC236}">
                  <a16:creationId xmlns:a16="http://schemas.microsoft.com/office/drawing/2014/main" id="{9E90C08B-CB87-573F-65F6-C60EE826D71E}"/>
                </a:ext>
              </a:extLst>
            </p:cNvPr>
            <p:cNvSpPr>
              <a:spLocks/>
            </p:cNvSpPr>
            <p:nvPr/>
          </p:nvSpPr>
          <p:spPr>
            <a:xfrm rot="5400000">
              <a:off x="1282663" y="4233890"/>
              <a:ext cx="213350" cy="362378"/>
            </a:xfrm>
            <a:custGeom>
              <a:avLst/>
              <a:gdLst>
                <a:gd name="connsiteX0" fmla="*/ 52352 w 347292"/>
                <a:gd name="connsiteY0" fmla="*/ 589882 h 589881"/>
                <a:gd name="connsiteX1" fmla="*/ 0 w 347292"/>
                <a:gd name="connsiteY1" fmla="*/ 537530 h 589881"/>
                <a:gd name="connsiteX2" fmla="*/ 242589 w 347292"/>
                <a:gd name="connsiteY2" fmla="*/ 294941 h 589881"/>
                <a:gd name="connsiteX3" fmla="*/ 0 w 347292"/>
                <a:gd name="connsiteY3" fmla="*/ 52352 h 589881"/>
                <a:gd name="connsiteX4" fmla="*/ 52352 w 347292"/>
                <a:gd name="connsiteY4" fmla="*/ 0 h 589881"/>
                <a:gd name="connsiteX5" fmla="*/ 347293 w 347292"/>
                <a:gd name="connsiteY5" fmla="*/ 294941 h 589881"/>
                <a:gd name="connsiteX6" fmla="*/ 52352 w 347292"/>
                <a:gd name="connsiteY6" fmla="*/ 589882 h 589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292" h="589881">
                  <a:moveTo>
                    <a:pt x="52352" y="589882"/>
                  </a:moveTo>
                  <a:lnTo>
                    <a:pt x="0" y="537530"/>
                  </a:lnTo>
                  <a:lnTo>
                    <a:pt x="242589" y="294941"/>
                  </a:lnTo>
                  <a:lnTo>
                    <a:pt x="0" y="52352"/>
                  </a:lnTo>
                  <a:lnTo>
                    <a:pt x="52352" y="0"/>
                  </a:lnTo>
                  <a:lnTo>
                    <a:pt x="347293" y="294941"/>
                  </a:lnTo>
                  <a:lnTo>
                    <a:pt x="52352" y="589882"/>
                  </a:lnTo>
                  <a:close/>
                </a:path>
              </a:pathLst>
            </a:custGeom>
            <a:solidFill>
              <a:schemeClr val="tx2"/>
            </a:solidFill>
            <a:ln w="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89878E66-0ECB-26EE-9435-1E05356020F2}"/>
                </a:ext>
              </a:extLst>
            </p:cNvPr>
            <p:cNvSpPr txBox="1">
              <a:spLocks/>
            </p:cNvSpPr>
            <p:nvPr/>
          </p:nvSpPr>
          <p:spPr>
            <a:xfrm>
              <a:off x="538164" y="4629754"/>
              <a:ext cx="1702347" cy="7386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5645049C-59BE-9134-690B-C4839288CFE0}"/>
              </a:ext>
            </a:extLst>
          </p:cNvPr>
          <p:cNvGrpSpPr>
            <a:grpSpLocks/>
          </p:cNvGrpSpPr>
          <p:nvPr/>
        </p:nvGrpSpPr>
        <p:grpSpPr>
          <a:xfrm>
            <a:off x="6185208" y="1632787"/>
            <a:ext cx="1702347" cy="3735631"/>
            <a:chOff x="538164" y="1632787"/>
            <a:chExt cx="1702347" cy="3735631"/>
          </a:xfrm>
        </p:grpSpPr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157DF6B1-293B-7F10-28E7-81C4242B5BD0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37" y="1632787"/>
              <a:ext cx="682001" cy="682001"/>
              <a:chOff x="539750" y="2164948"/>
              <a:chExt cx="522436" cy="522436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C42448A1-CD6F-6950-BA10-B5921FFDAB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53" name="Grafik 52">
                <a:extLst>
                  <a:ext uri="{FF2B5EF4-FFF2-40B4-BE49-F238E27FC236}">
                    <a16:creationId xmlns:a16="http://schemas.microsoft.com/office/drawing/2014/main" id="{73BB0A2E-CF20-DCEB-B1D3-425BA2D701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9111" y="2214309"/>
                <a:ext cx="423714" cy="423714"/>
              </a:xfrm>
              <a:prstGeom prst="rect">
                <a:avLst/>
              </a:prstGeom>
            </p:spPr>
          </p:pic>
        </p:grpSp>
        <p:sp>
          <p:nvSpPr>
            <p:cNvPr id="50" name="Grafik 11">
              <a:extLst>
                <a:ext uri="{FF2B5EF4-FFF2-40B4-BE49-F238E27FC236}">
                  <a16:creationId xmlns:a16="http://schemas.microsoft.com/office/drawing/2014/main" id="{6C4A7A90-8D0F-F9BF-E9BD-8405D0DA6044}"/>
                </a:ext>
              </a:extLst>
            </p:cNvPr>
            <p:cNvSpPr>
              <a:spLocks/>
            </p:cNvSpPr>
            <p:nvPr/>
          </p:nvSpPr>
          <p:spPr>
            <a:xfrm rot="5400000">
              <a:off x="1282663" y="4233890"/>
              <a:ext cx="213350" cy="362378"/>
            </a:xfrm>
            <a:custGeom>
              <a:avLst/>
              <a:gdLst>
                <a:gd name="connsiteX0" fmla="*/ 52352 w 347292"/>
                <a:gd name="connsiteY0" fmla="*/ 589882 h 589881"/>
                <a:gd name="connsiteX1" fmla="*/ 0 w 347292"/>
                <a:gd name="connsiteY1" fmla="*/ 537530 h 589881"/>
                <a:gd name="connsiteX2" fmla="*/ 242589 w 347292"/>
                <a:gd name="connsiteY2" fmla="*/ 294941 h 589881"/>
                <a:gd name="connsiteX3" fmla="*/ 0 w 347292"/>
                <a:gd name="connsiteY3" fmla="*/ 52352 h 589881"/>
                <a:gd name="connsiteX4" fmla="*/ 52352 w 347292"/>
                <a:gd name="connsiteY4" fmla="*/ 0 h 589881"/>
                <a:gd name="connsiteX5" fmla="*/ 347293 w 347292"/>
                <a:gd name="connsiteY5" fmla="*/ 294941 h 589881"/>
                <a:gd name="connsiteX6" fmla="*/ 52352 w 347292"/>
                <a:gd name="connsiteY6" fmla="*/ 589882 h 589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292" h="589881">
                  <a:moveTo>
                    <a:pt x="52352" y="589882"/>
                  </a:moveTo>
                  <a:lnTo>
                    <a:pt x="0" y="537530"/>
                  </a:lnTo>
                  <a:lnTo>
                    <a:pt x="242589" y="294941"/>
                  </a:lnTo>
                  <a:lnTo>
                    <a:pt x="0" y="52352"/>
                  </a:lnTo>
                  <a:lnTo>
                    <a:pt x="52352" y="0"/>
                  </a:lnTo>
                  <a:lnTo>
                    <a:pt x="347293" y="294941"/>
                  </a:lnTo>
                  <a:lnTo>
                    <a:pt x="52352" y="589882"/>
                  </a:lnTo>
                  <a:close/>
                </a:path>
              </a:pathLst>
            </a:custGeom>
            <a:solidFill>
              <a:schemeClr val="tx2"/>
            </a:solidFill>
            <a:ln w="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01E627C4-8E4C-1AEA-1EB0-68F3515B4818}"/>
                </a:ext>
              </a:extLst>
            </p:cNvPr>
            <p:cNvSpPr txBox="1">
              <a:spLocks/>
            </p:cNvSpPr>
            <p:nvPr/>
          </p:nvSpPr>
          <p:spPr>
            <a:xfrm>
              <a:off x="538164" y="4629754"/>
              <a:ext cx="1702347" cy="7386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6F3FAB72-0D77-AA52-8D2A-B7197046497A}"/>
              </a:ext>
            </a:extLst>
          </p:cNvPr>
          <p:cNvGrpSpPr>
            <a:grpSpLocks/>
          </p:cNvGrpSpPr>
          <p:nvPr/>
        </p:nvGrpSpPr>
        <p:grpSpPr>
          <a:xfrm>
            <a:off x="8067556" y="1632787"/>
            <a:ext cx="1702347" cy="3735631"/>
            <a:chOff x="538164" y="1632787"/>
            <a:chExt cx="1702347" cy="3735631"/>
          </a:xfrm>
        </p:grpSpPr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3EB56316-CE50-7225-89C6-DABBB37E06C1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37" y="1632787"/>
              <a:ext cx="682001" cy="682001"/>
              <a:chOff x="539750" y="2164948"/>
              <a:chExt cx="522436" cy="522436"/>
            </a:xfrm>
          </p:grpSpPr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07F217C5-0231-D7B2-8619-54392E1327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59" name="Grafik 58">
                <a:extLst>
                  <a:ext uri="{FF2B5EF4-FFF2-40B4-BE49-F238E27FC236}">
                    <a16:creationId xmlns:a16="http://schemas.microsoft.com/office/drawing/2014/main" id="{C2AC8007-B75F-5845-CAA7-6857EFCFB0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9111" y="2214309"/>
                <a:ext cx="423714" cy="423714"/>
              </a:xfrm>
              <a:prstGeom prst="rect">
                <a:avLst/>
              </a:prstGeom>
            </p:spPr>
          </p:pic>
        </p:grpSp>
        <p:sp>
          <p:nvSpPr>
            <p:cNvPr id="56" name="Grafik 11">
              <a:extLst>
                <a:ext uri="{FF2B5EF4-FFF2-40B4-BE49-F238E27FC236}">
                  <a16:creationId xmlns:a16="http://schemas.microsoft.com/office/drawing/2014/main" id="{C7E6DFAD-BADD-1DB0-FCCB-7EC52A700488}"/>
                </a:ext>
              </a:extLst>
            </p:cNvPr>
            <p:cNvSpPr>
              <a:spLocks/>
            </p:cNvSpPr>
            <p:nvPr/>
          </p:nvSpPr>
          <p:spPr>
            <a:xfrm rot="5400000">
              <a:off x="1282663" y="4233890"/>
              <a:ext cx="213350" cy="362378"/>
            </a:xfrm>
            <a:custGeom>
              <a:avLst/>
              <a:gdLst>
                <a:gd name="connsiteX0" fmla="*/ 52352 w 347292"/>
                <a:gd name="connsiteY0" fmla="*/ 589882 h 589881"/>
                <a:gd name="connsiteX1" fmla="*/ 0 w 347292"/>
                <a:gd name="connsiteY1" fmla="*/ 537530 h 589881"/>
                <a:gd name="connsiteX2" fmla="*/ 242589 w 347292"/>
                <a:gd name="connsiteY2" fmla="*/ 294941 h 589881"/>
                <a:gd name="connsiteX3" fmla="*/ 0 w 347292"/>
                <a:gd name="connsiteY3" fmla="*/ 52352 h 589881"/>
                <a:gd name="connsiteX4" fmla="*/ 52352 w 347292"/>
                <a:gd name="connsiteY4" fmla="*/ 0 h 589881"/>
                <a:gd name="connsiteX5" fmla="*/ 347293 w 347292"/>
                <a:gd name="connsiteY5" fmla="*/ 294941 h 589881"/>
                <a:gd name="connsiteX6" fmla="*/ 52352 w 347292"/>
                <a:gd name="connsiteY6" fmla="*/ 589882 h 589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292" h="589881">
                  <a:moveTo>
                    <a:pt x="52352" y="589882"/>
                  </a:moveTo>
                  <a:lnTo>
                    <a:pt x="0" y="537530"/>
                  </a:lnTo>
                  <a:lnTo>
                    <a:pt x="242589" y="294941"/>
                  </a:lnTo>
                  <a:lnTo>
                    <a:pt x="0" y="52352"/>
                  </a:lnTo>
                  <a:lnTo>
                    <a:pt x="52352" y="0"/>
                  </a:lnTo>
                  <a:lnTo>
                    <a:pt x="347293" y="294941"/>
                  </a:lnTo>
                  <a:lnTo>
                    <a:pt x="52352" y="589882"/>
                  </a:lnTo>
                  <a:close/>
                </a:path>
              </a:pathLst>
            </a:custGeom>
            <a:solidFill>
              <a:schemeClr val="tx2"/>
            </a:solidFill>
            <a:ln w="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F1F8314D-2190-59F3-F94B-FEC7532BA62F}"/>
                </a:ext>
              </a:extLst>
            </p:cNvPr>
            <p:cNvSpPr txBox="1">
              <a:spLocks/>
            </p:cNvSpPr>
            <p:nvPr/>
          </p:nvSpPr>
          <p:spPr>
            <a:xfrm>
              <a:off x="538164" y="4629754"/>
              <a:ext cx="1702347" cy="7386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4FD6F3BF-CE9B-BF2E-095D-3D8643E7088F}"/>
              </a:ext>
            </a:extLst>
          </p:cNvPr>
          <p:cNvGrpSpPr>
            <a:grpSpLocks/>
          </p:cNvGrpSpPr>
          <p:nvPr/>
        </p:nvGrpSpPr>
        <p:grpSpPr>
          <a:xfrm>
            <a:off x="9949903" y="1632787"/>
            <a:ext cx="1702347" cy="3735631"/>
            <a:chOff x="538164" y="1632787"/>
            <a:chExt cx="1702347" cy="3735631"/>
          </a:xfrm>
        </p:grpSpPr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EB313878-4C93-7D07-CA7A-677AA0D707BA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48337" y="1632787"/>
              <a:ext cx="682001" cy="682001"/>
              <a:chOff x="539750" y="2164948"/>
              <a:chExt cx="522436" cy="522436"/>
            </a:xfrm>
          </p:grpSpPr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CF8A1274-FBE6-1195-8020-A39D1C0AD14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9750" y="2164948"/>
                <a:ext cx="522436" cy="522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/>
              </a:p>
            </p:txBody>
          </p:sp>
          <p:pic>
            <p:nvPicPr>
              <p:cNvPr id="65" name="Grafik 64">
                <a:extLst>
                  <a:ext uri="{FF2B5EF4-FFF2-40B4-BE49-F238E27FC236}">
                    <a16:creationId xmlns:a16="http://schemas.microsoft.com/office/drawing/2014/main" id="{C76F5546-7CA8-050A-D1B7-76EE81A871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9111" y="2214309"/>
                <a:ext cx="423714" cy="423714"/>
              </a:xfrm>
              <a:prstGeom prst="rect">
                <a:avLst/>
              </a:prstGeom>
            </p:spPr>
          </p:pic>
        </p:grpSp>
        <p:sp>
          <p:nvSpPr>
            <p:cNvPr id="62" name="Grafik 11">
              <a:extLst>
                <a:ext uri="{FF2B5EF4-FFF2-40B4-BE49-F238E27FC236}">
                  <a16:creationId xmlns:a16="http://schemas.microsoft.com/office/drawing/2014/main" id="{075F5596-5DB8-5A7E-A201-15C2A6D0A2D8}"/>
                </a:ext>
              </a:extLst>
            </p:cNvPr>
            <p:cNvSpPr>
              <a:spLocks/>
            </p:cNvSpPr>
            <p:nvPr/>
          </p:nvSpPr>
          <p:spPr>
            <a:xfrm rot="5400000">
              <a:off x="1282663" y="4233890"/>
              <a:ext cx="213350" cy="362378"/>
            </a:xfrm>
            <a:custGeom>
              <a:avLst/>
              <a:gdLst>
                <a:gd name="connsiteX0" fmla="*/ 52352 w 347292"/>
                <a:gd name="connsiteY0" fmla="*/ 589882 h 589881"/>
                <a:gd name="connsiteX1" fmla="*/ 0 w 347292"/>
                <a:gd name="connsiteY1" fmla="*/ 537530 h 589881"/>
                <a:gd name="connsiteX2" fmla="*/ 242589 w 347292"/>
                <a:gd name="connsiteY2" fmla="*/ 294941 h 589881"/>
                <a:gd name="connsiteX3" fmla="*/ 0 w 347292"/>
                <a:gd name="connsiteY3" fmla="*/ 52352 h 589881"/>
                <a:gd name="connsiteX4" fmla="*/ 52352 w 347292"/>
                <a:gd name="connsiteY4" fmla="*/ 0 h 589881"/>
                <a:gd name="connsiteX5" fmla="*/ 347293 w 347292"/>
                <a:gd name="connsiteY5" fmla="*/ 294941 h 589881"/>
                <a:gd name="connsiteX6" fmla="*/ 52352 w 347292"/>
                <a:gd name="connsiteY6" fmla="*/ 589882 h 589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292" h="589881">
                  <a:moveTo>
                    <a:pt x="52352" y="589882"/>
                  </a:moveTo>
                  <a:lnTo>
                    <a:pt x="0" y="537530"/>
                  </a:lnTo>
                  <a:lnTo>
                    <a:pt x="242589" y="294941"/>
                  </a:lnTo>
                  <a:lnTo>
                    <a:pt x="0" y="52352"/>
                  </a:lnTo>
                  <a:lnTo>
                    <a:pt x="52352" y="0"/>
                  </a:lnTo>
                  <a:lnTo>
                    <a:pt x="347293" y="294941"/>
                  </a:lnTo>
                  <a:lnTo>
                    <a:pt x="52352" y="589882"/>
                  </a:lnTo>
                  <a:close/>
                </a:path>
              </a:pathLst>
            </a:custGeom>
            <a:solidFill>
              <a:schemeClr val="tx2"/>
            </a:solidFill>
            <a:ln w="7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6C0280A1-FE2D-9742-AD63-B5E0DBF324CE}"/>
                </a:ext>
              </a:extLst>
            </p:cNvPr>
            <p:cNvSpPr txBox="1">
              <a:spLocks/>
            </p:cNvSpPr>
            <p:nvPr/>
          </p:nvSpPr>
          <p:spPr>
            <a:xfrm>
              <a:off x="538164" y="4629754"/>
              <a:ext cx="1702347" cy="7386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Lorem ipsum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dolor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consetetur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sadipscing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elitr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b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diam</a:t>
              </a:r>
              <a:r>
                <a:rPr lang="en-GB" sz="1200" dirty="0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dirty="0" err="1">
                  <a:solidFill>
                    <a:schemeClr val="tx2">
                      <a:lumMod val="10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nonumy</a:t>
              </a:r>
              <a:endParaRPr lang="en-GB" sz="1200" dirty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4059A727-63BC-BB65-B97A-A01DBDC891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109594-1B45-46DB-8A0B-416F125317DC}" type="slidenum">
              <a:rPr lang="en-GB" smtClean="0"/>
              <a:pPr/>
              <a:t>101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50892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DCCE5-F52B-4D61-4E96-4C22B1F93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429B659-BAEB-9565-2ABA-B13CE14BE7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29B659-BAEB-9565-2ABA-B13CE14BE7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>
            <a:extLst>
              <a:ext uri="{FF2B5EF4-FFF2-40B4-BE49-F238E27FC236}">
                <a16:creationId xmlns:a16="http://schemas.microsoft.com/office/drawing/2014/main" id="{0710FB7F-6055-7415-1A40-327E3BF0B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Next Steps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8BD0F7B-779D-1AF7-8B8A-E9C5B8B33E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Five</a:t>
            </a: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206777AB-EC2D-732A-486D-DE704A734196}"/>
              </a:ext>
            </a:extLst>
          </p:cNvPr>
          <p:cNvGrpSpPr>
            <a:grpSpLocks/>
          </p:cNvGrpSpPr>
          <p:nvPr/>
        </p:nvGrpSpPr>
        <p:grpSpPr>
          <a:xfrm>
            <a:off x="538163" y="1524807"/>
            <a:ext cx="11114086" cy="4526051"/>
            <a:chOff x="-365773" y="431099"/>
            <a:chExt cx="13799776" cy="5619759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4EDA1553-9A22-4F49-C00C-122AFA25DF50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5697953" y="542682"/>
              <a:ext cx="1133464" cy="113346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644" tIns="36822" rIns="73644" bIns="36822"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5" name="Rechteck 6">
              <a:extLst>
                <a:ext uri="{FF2B5EF4-FFF2-40B4-BE49-F238E27FC236}">
                  <a16:creationId xmlns:a16="http://schemas.microsoft.com/office/drawing/2014/main" id="{D2E31583-562C-C8D2-CAF0-81E5234C85D6}"/>
                </a:ext>
              </a:extLst>
            </p:cNvPr>
            <p:cNvSpPr>
              <a:spLocks/>
            </p:cNvSpPr>
            <p:nvPr/>
          </p:nvSpPr>
          <p:spPr bwMode="gray">
            <a:xfrm rot="18091664">
              <a:off x="6446450" y="1221856"/>
              <a:ext cx="742279" cy="455937"/>
            </a:xfrm>
            <a:custGeom>
              <a:avLst/>
              <a:gdLst/>
              <a:ahLst/>
              <a:cxnLst/>
              <a:rect l="l" t="t" r="r" b="b"/>
              <a:pathLst>
                <a:path w="740555" h="454025">
                  <a:moveTo>
                    <a:pt x="738116" y="0"/>
                  </a:moveTo>
                  <a:lnTo>
                    <a:pt x="2439" y="0"/>
                  </a:lnTo>
                  <a:cubicBezTo>
                    <a:pt x="51291" y="61928"/>
                    <a:pt x="78632" y="140484"/>
                    <a:pt x="78632" y="225425"/>
                  </a:cubicBezTo>
                  <a:cubicBezTo>
                    <a:pt x="78632" y="311816"/>
                    <a:pt x="50350" y="391601"/>
                    <a:pt x="0" y="454025"/>
                  </a:cubicBezTo>
                  <a:lnTo>
                    <a:pt x="740555" y="454025"/>
                  </a:lnTo>
                  <a:cubicBezTo>
                    <a:pt x="690205" y="391601"/>
                    <a:pt x="661923" y="311816"/>
                    <a:pt x="661923" y="225425"/>
                  </a:cubicBezTo>
                  <a:cubicBezTo>
                    <a:pt x="661923" y="140484"/>
                    <a:pt x="689264" y="61928"/>
                    <a:pt x="73811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644" tIns="36822" rIns="73644" bIns="36822"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68D6794E-6A6E-ACF4-72BD-3B87BADF15EB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6093512" y="924749"/>
              <a:ext cx="342343" cy="3693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GB" sz="1933" dirty="0">
                  <a:solidFill>
                    <a:schemeClr val="bg1"/>
                  </a:solidFill>
                </a:rPr>
                <a:t>01</a:t>
              </a:r>
            </a:p>
          </p:txBody>
        </p:sp>
        <p:sp>
          <p:nvSpPr>
            <p:cNvPr id="27" name="Rechteck 6">
              <a:extLst>
                <a:ext uri="{FF2B5EF4-FFF2-40B4-BE49-F238E27FC236}">
                  <a16:creationId xmlns:a16="http://schemas.microsoft.com/office/drawing/2014/main" id="{9CBD698E-3CC9-827F-012F-2F10C8296ACD}"/>
                </a:ext>
              </a:extLst>
            </p:cNvPr>
            <p:cNvSpPr>
              <a:spLocks/>
            </p:cNvSpPr>
            <p:nvPr/>
          </p:nvSpPr>
          <p:spPr bwMode="gray">
            <a:xfrm rot="14491664">
              <a:off x="6426901" y="1955579"/>
              <a:ext cx="743673" cy="455937"/>
            </a:xfrm>
            <a:custGeom>
              <a:avLst/>
              <a:gdLst/>
              <a:ahLst/>
              <a:cxnLst/>
              <a:rect l="l" t="t" r="r" b="b"/>
              <a:pathLst>
                <a:path w="740555" h="454025">
                  <a:moveTo>
                    <a:pt x="738116" y="0"/>
                  </a:moveTo>
                  <a:lnTo>
                    <a:pt x="2439" y="0"/>
                  </a:lnTo>
                  <a:cubicBezTo>
                    <a:pt x="51291" y="61928"/>
                    <a:pt x="78632" y="140484"/>
                    <a:pt x="78632" y="225425"/>
                  </a:cubicBezTo>
                  <a:cubicBezTo>
                    <a:pt x="78632" y="311816"/>
                    <a:pt x="50350" y="391601"/>
                    <a:pt x="0" y="454025"/>
                  </a:cubicBezTo>
                  <a:lnTo>
                    <a:pt x="740555" y="454025"/>
                  </a:lnTo>
                  <a:cubicBezTo>
                    <a:pt x="690205" y="391601"/>
                    <a:pt x="661923" y="311816"/>
                    <a:pt x="661923" y="225425"/>
                  </a:cubicBezTo>
                  <a:cubicBezTo>
                    <a:pt x="661923" y="140484"/>
                    <a:pt x="689264" y="61928"/>
                    <a:pt x="7381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644" tIns="36822" rIns="73644" bIns="36822"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D658192F-7533-B219-6980-2C2CE560948A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6813918" y="1203256"/>
              <a:ext cx="1257812" cy="12578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644" tIns="36822" rIns="73644" bIns="36822"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6D4D012D-9243-A374-03A6-F6C4DA04DD9C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5413550" y="1884314"/>
              <a:ext cx="1361116" cy="136111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644" tIns="36822" rIns="73644" bIns="36822"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1F9C3789-49A2-B1C9-EB86-EF4410741F73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6770398" y="2653891"/>
              <a:ext cx="1687802" cy="168780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644" tIns="36822" rIns="73644" bIns="36822"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6D76F8CA-2CC2-2012-F1BE-B4F13969F5D7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5081605" y="3991046"/>
              <a:ext cx="2059812" cy="205981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644" tIns="36822" rIns="73644" bIns="36822"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2" name="Rechteck 6">
              <a:extLst>
                <a:ext uri="{FF2B5EF4-FFF2-40B4-BE49-F238E27FC236}">
                  <a16:creationId xmlns:a16="http://schemas.microsoft.com/office/drawing/2014/main" id="{59D8765A-B39D-9227-3957-DDA90A15317F}"/>
                </a:ext>
              </a:extLst>
            </p:cNvPr>
            <p:cNvSpPr>
              <a:spLocks/>
            </p:cNvSpPr>
            <p:nvPr/>
          </p:nvSpPr>
          <p:spPr bwMode="gray">
            <a:xfrm rot="18091664">
              <a:off x="6403972" y="2755600"/>
              <a:ext cx="743673" cy="456099"/>
            </a:xfrm>
            <a:custGeom>
              <a:avLst/>
              <a:gdLst/>
              <a:ahLst/>
              <a:cxnLst/>
              <a:rect l="l" t="t" r="r" b="b"/>
              <a:pathLst>
                <a:path w="740555" h="454025">
                  <a:moveTo>
                    <a:pt x="738116" y="0"/>
                  </a:moveTo>
                  <a:lnTo>
                    <a:pt x="2439" y="0"/>
                  </a:lnTo>
                  <a:cubicBezTo>
                    <a:pt x="51291" y="61928"/>
                    <a:pt x="78632" y="140484"/>
                    <a:pt x="78632" y="225425"/>
                  </a:cubicBezTo>
                  <a:cubicBezTo>
                    <a:pt x="78632" y="311816"/>
                    <a:pt x="50350" y="391601"/>
                    <a:pt x="0" y="454025"/>
                  </a:cubicBezTo>
                  <a:lnTo>
                    <a:pt x="740555" y="454025"/>
                  </a:lnTo>
                  <a:cubicBezTo>
                    <a:pt x="690205" y="391601"/>
                    <a:pt x="661923" y="311816"/>
                    <a:pt x="661923" y="225425"/>
                  </a:cubicBezTo>
                  <a:cubicBezTo>
                    <a:pt x="661923" y="140484"/>
                    <a:pt x="689264" y="61928"/>
                    <a:pt x="73811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644" tIns="36822" rIns="73644" bIns="36822"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3" name="Rechteck 6">
              <a:extLst>
                <a:ext uri="{FF2B5EF4-FFF2-40B4-BE49-F238E27FC236}">
                  <a16:creationId xmlns:a16="http://schemas.microsoft.com/office/drawing/2014/main" id="{0AEC0375-AC69-E1CA-01A8-A5E3CFAB3675}"/>
                </a:ext>
              </a:extLst>
            </p:cNvPr>
            <p:cNvSpPr>
              <a:spLocks/>
            </p:cNvSpPr>
            <p:nvPr/>
          </p:nvSpPr>
          <p:spPr bwMode="gray">
            <a:xfrm rot="13477046">
              <a:off x="6551533" y="3967394"/>
              <a:ext cx="743675" cy="456099"/>
            </a:xfrm>
            <a:custGeom>
              <a:avLst/>
              <a:gdLst/>
              <a:ahLst/>
              <a:cxnLst/>
              <a:rect l="l" t="t" r="r" b="b"/>
              <a:pathLst>
                <a:path w="740555" h="454025">
                  <a:moveTo>
                    <a:pt x="738116" y="0"/>
                  </a:moveTo>
                  <a:lnTo>
                    <a:pt x="2439" y="0"/>
                  </a:lnTo>
                  <a:cubicBezTo>
                    <a:pt x="51291" y="61928"/>
                    <a:pt x="78632" y="140484"/>
                    <a:pt x="78632" y="225425"/>
                  </a:cubicBezTo>
                  <a:cubicBezTo>
                    <a:pt x="78632" y="311816"/>
                    <a:pt x="50350" y="391601"/>
                    <a:pt x="0" y="454025"/>
                  </a:cubicBezTo>
                  <a:lnTo>
                    <a:pt x="740555" y="454025"/>
                  </a:lnTo>
                  <a:cubicBezTo>
                    <a:pt x="690205" y="391601"/>
                    <a:pt x="661923" y="311816"/>
                    <a:pt x="661923" y="225425"/>
                  </a:cubicBezTo>
                  <a:cubicBezTo>
                    <a:pt x="661923" y="140484"/>
                    <a:pt x="689264" y="61928"/>
                    <a:pt x="73811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644" tIns="36822" rIns="73644" bIns="36822"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BC4F0B54-B55E-7F36-E89E-490AB6C21DBE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7271653" y="1647496"/>
              <a:ext cx="342343" cy="3693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GB" sz="1933" dirty="0">
                  <a:solidFill>
                    <a:schemeClr val="tx2"/>
                  </a:solidFill>
                </a:rPr>
                <a:t>02</a:t>
              </a: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F1FE314E-49B1-0AD9-DEA1-45722FA20890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7443126" y="3313127"/>
              <a:ext cx="342343" cy="3693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GB" sz="1933" dirty="0">
                  <a:solidFill>
                    <a:schemeClr val="bg1"/>
                  </a:solidFill>
                </a:rPr>
                <a:t>04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E46597A7-3954-D7D5-114E-128A4E5D3A86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5922937" y="2380207"/>
              <a:ext cx="342343" cy="3693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GB" sz="1933" dirty="0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10336BA1-C9D6-5395-8219-2B9BEE0722E7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5927606" y="4849022"/>
              <a:ext cx="342343" cy="3693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GB" sz="1933" dirty="0">
                  <a:solidFill>
                    <a:schemeClr val="bg1"/>
                  </a:solidFill>
                </a:rPr>
                <a:t>05</a:t>
              </a:r>
            </a:p>
          </p:txBody>
        </p:sp>
        <p:sp>
          <p:nvSpPr>
            <p:cNvPr id="69" name="Textfeld 68">
              <a:extLst>
                <a:ext uri="{FF2B5EF4-FFF2-40B4-BE49-F238E27FC236}">
                  <a16:creationId xmlns:a16="http://schemas.microsoft.com/office/drawing/2014/main" id="{DDC94B5D-02B4-4178-8508-5C09E3C73582}"/>
                </a:ext>
              </a:extLst>
            </p:cNvPr>
            <p:cNvSpPr txBox="1">
              <a:spLocks/>
            </p:cNvSpPr>
            <p:nvPr/>
          </p:nvSpPr>
          <p:spPr>
            <a:xfrm>
              <a:off x="8458200" y="2819478"/>
              <a:ext cx="4975803" cy="1356633"/>
            </a:xfrm>
            <a:prstGeom prst="rect">
              <a:avLst/>
            </a:prstGeom>
            <a:noFill/>
          </p:spPr>
          <p:txBody>
            <a:bodyPr wrap="square" lIns="144969" tIns="0" rIns="0" bIns="0" rtlCol="0" anchor="ctr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Lorem ipsum</a:t>
              </a:r>
              <a:r>
                <a:rPr lang="en-GB" sz="2400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dirty="0" err="1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dolor</a:t>
              </a:r>
              <a:r>
                <a:rPr lang="en-GB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 sit </a:t>
              </a:r>
              <a:r>
                <a:rPr lang="en-GB" dirty="0" err="1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amet</a:t>
              </a:r>
              <a:endParaRPr lang="en-GB" dirty="0">
                <a:solidFill>
                  <a:schemeClr val="accent2">
                    <a:lumMod val="100000"/>
                  </a:schemeClr>
                </a:solidFill>
                <a:cs typeface="Arial" panose="020B0604020202020204" pitchFamily="34" charset="0"/>
              </a:endParaRPr>
            </a:p>
            <a:p>
              <a:pPr>
                <a:spcAft>
                  <a:spcPts val="300"/>
                </a:spcAft>
              </a:pP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consetetur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sadipscing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elitr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sed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diam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nonumy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cs typeface="Arial" panose="020B0604020202020204" pitchFamily="34" charset="0"/>
              </a:endParaRPr>
            </a:p>
            <a:p>
              <a:pPr>
                <a:spcAft>
                  <a:spcPts val="300"/>
                </a:spcAft>
              </a:pPr>
              <a:r>
                <a:rPr lang="en-GB" sz="1400" dirty="0">
                  <a:solidFill>
                    <a:schemeClr val="accent6"/>
                  </a:solidFill>
                  <a:cs typeface="Arial" panose="020B0604020202020204" pitchFamily="34" charset="0"/>
                </a:rPr>
                <a:t>Owners Name</a:t>
              </a:r>
            </a:p>
          </p:txBody>
        </p: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172C02F6-1340-CE53-C8ED-CDD7241B4770}"/>
                </a:ext>
              </a:extLst>
            </p:cNvPr>
            <p:cNvSpPr txBox="1">
              <a:spLocks/>
            </p:cNvSpPr>
            <p:nvPr/>
          </p:nvSpPr>
          <p:spPr>
            <a:xfrm>
              <a:off x="8071729" y="1153847"/>
              <a:ext cx="5362274" cy="1356633"/>
            </a:xfrm>
            <a:prstGeom prst="rect">
              <a:avLst/>
            </a:prstGeom>
            <a:noFill/>
          </p:spPr>
          <p:txBody>
            <a:bodyPr wrap="square" lIns="144969" tIns="0" rIns="0" bIns="0" rtlCol="0" anchor="ctr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GB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Lorem ipsum</a:t>
              </a:r>
              <a:r>
                <a:rPr lang="en-GB" sz="2400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dirty="0" err="1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dolor</a:t>
              </a:r>
              <a:r>
                <a:rPr lang="en-GB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 sit </a:t>
              </a:r>
              <a:r>
                <a:rPr lang="en-GB" dirty="0" err="1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amet</a:t>
              </a:r>
              <a:endParaRPr lang="en-GB" dirty="0">
                <a:solidFill>
                  <a:schemeClr val="accent2">
                    <a:lumMod val="100000"/>
                  </a:schemeClr>
                </a:solidFill>
                <a:cs typeface="Arial" panose="020B0604020202020204" pitchFamily="34" charset="0"/>
              </a:endParaRPr>
            </a:p>
            <a:p>
              <a:pPr>
                <a:spcAft>
                  <a:spcPts val="300"/>
                </a:spcAft>
              </a:pP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consetetur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b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</a:b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sadipscing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elitr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sed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diam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nonumy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cs typeface="Arial" panose="020B0604020202020204" pitchFamily="34" charset="0"/>
              </a:endParaRPr>
            </a:p>
            <a:p>
              <a:pPr>
                <a:spcAft>
                  <a:spcPts val="300"/>
                </a:spcAft>
              </a:pPr>
              <a:r>
                <a:rPr lang="en-GB" sz="1400" dirty="0">
                  <a:solidFill>
                    <a:schemeClr val="accent6"/>
                  </a:solidFill>
                  <a:cs typeface="Arial" panose="020B0604020202020204" pitchFamily="34" charset="0"/>
                </a:rPr>
                <a:t>Owners Name</a:t>
              </a:r>
            </a:p>
          </p:txBody>
        </p: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50E46F-199C-DA0F-E0D5-E3C7371A7518}"/>
                </a:ext>
              </a:extLst>
            </p:cNvPr>
            <p:cNvSpPr txBox="1">
              <a:spLocks/>
            </p:cNvSpPr>
            <p:nvPr/>
          </p:nvSpPr>
          <p:spPr>
            <a:xfrm>
              <a:off x="-365773" y="4342637"/>
              <a:ext cx="5449213" cy="1356633"/>
            </a:xfrm>
            <a:prstGeom prst="rect">
              <a:avLst/>
            </a:prstGeom>
            <a:noFill/>
          </p:spPr>
          <p:txBody>
            <a:bodyPr wrap="square" lIns="0" tIns="0" rIns="144969" bIns="0" rtlCol="0" anchor="ctr">
              <a:spAutoFit/>
            </a:bodyPr>
            <a:lstStyle/>
            <a:p>
              <a:pPr algn="r">
                <a:spcAft>
                  <a:spcPts val="300"/>
                </a:spcAft>
              </a:pPr>
              <a:r>
                <a:rPr lang="en-GB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Lorem ipsum</a:t>
              </a:r>
              <a:r>
                <a:rPr lang="en-GB" sz="2400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dirty="0" err="1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dolor</a:t>
              </a:r>
              <a:r>
                <a:rPr lang="en-GB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 sit </a:t>
              </a:r>
              <a:r>
                <a:rPr lang="en-GB" dirty="0" err="1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amet</a:t>
              </a:r>
              <a:endParaRPr lang="en-GB" dirty="0">
                <a:solidFill>
                  <a:schemeClr val="accent2">
                    <a:lumMod val="100000"/>
                  </a:schemeClr>
                </a:solidFill>
                <a:cs typeface="Arial" panose="020B0604020202020204" pitchFamily="34" charset="0"/>
              </a:endParaRPr>
            </a:p>
            <a:p>
              <a:pPr algn="r">
                <a:spcAft>
                  <a:spcPts val="300"/>
                </a:spcAft>
              </a:pP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consetetur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b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</a:b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sadipscing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elitr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sed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diam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nonumy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cs typeface="Arial" panose="020B0604020202020204" pitchFamily="34" charset="0"/>
              </a:endParaRPr>
            </a:p>
            <a:p>
              <a:pPr algn="r">
                <a:spcAft>
                  <a:spcPts val="300"/>
                </a:spcAft>
              </a:pPr>
              <a:r>
                <a:rPr lang="en-GB" sz="1400" dirty="0">
                  <a:solidFill>
                    <a:schemeClr val="accent6"/>
                  </a:solidFill>
                  <a:cs typeface="Arial" panose="020B0604020202020204" pitchFamily="34" charset="0"/>
                </a:rPr>
                <a:t>Owners Name</a:t>
              </a:r>
            </a:p>
          </p:txBody>
        </p:sp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10BE5D1-2A50-6024-6CCD-8D68E8E854E4}"/>
                </a:ext>
              </a:extLst>
            </p:cNvPr>
            <p:cNvSpPr txBox="1">
              <a:spLocks/>
            </p:cNvSpPr>
            <p:nvPr/>
          </p:nvSpPr>
          <p:spPr>
            <a:xfrm>
              <a:off x="-365773" y="1886557"/>
              <a:ext cx="5779321" cy="1356633"/>
            </a:xfrm>
            <a:prstGeom prst="rect">
              <a:avLst/>
            </a:prstGeom>
            <a:noFill/>
          </p:spPr>
          <p:txBody>
            <a:bodyPr wrap="square" lIns="0" tIns="0" rIns="144969" bIns="0" rtlCol="0" anchor="ctr">
              <a:spAutoFit/>
            </a:bodyPr>
            <a:lstStyle/>
            <a:p>
              <a:pPr algn="r">
                <a:spcAft>
                  <a:spcPts val="300"/>
                </a:spcAft>
              </a:pPr>
              <a:r>
                <a:rPr lang="en-GB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Lorem ipsum</a:t>
              </a:r>
              <a:r>
                <a:rPr lang="en-GB" sz="2400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dirty="0" err="1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dolor</a:t>
              </a:r>
              <a:r>
                <a:rPr lang="en-GB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 sit </a:t>
              </a:r>
              <a:r>
                <a:rPr lang="en-GB" dirty="0" err="1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amet</a:t>
              </a:r>
              <a:endParaRPr lang="en-GB" dirty="0">
                <a:solidFill>
                  <a:schemeClr val="accent2">
                    <a:lumMod val="100000"/>
                  </a:schemeClr>
                </a:solidFill>
                <a:cs typeface="Arial" panose="020B0604020202020204" pitchFamily="34" charset="0"/>
              </a:endParaRPr>
            </a:p>
            <a:p>
              <a:pPr algn="r">
                <a:spcAft>
                  <a:spcPts val="300"/>
                </a:spcAft>
              </a:pP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consetetur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b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</a:b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sadipscing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elitr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sed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diam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nonumy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cs typeface="Arial" panose="020B0604020202020204" pitchFamily="34" charset="0"/>
              </a:endParaRPr>
            </a:p>
            <a:p>
              <a:pPr algn="r">
                <a:spcAft>
                  <a:spcPts val="300"/>
                </a:spcAft>
              </a:pPr>
              <a:r>
                <a:rPr lang="en-GB" sz="1400" dirty="0">
                  <a:solidFill>
                    <a:schemeClr val="accent6"/>
                  </a:solidFill>
                  <a:cs typeface="Arial" panose="020B0604020202020204" pitchFamily="34" charset="0"/>
                </a:rPr>
                <a:t>Owners Name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818A2F5E-158F-BDAB-B66C-710746183CA7}"/>
                </a:ext>
              </a:extLst>
            </p:cNvPr>
            <p:cNvSpPr txBox="1">
              <a:spLocks/>
            </p:cNvSpPr>
            <p:nvPr/>
          </p:nvSpPr>
          <p:spPr>
            <a:xfrm>
              <a:off x="-365773" y="431099"/>
              <a:ext cx="6076379" cy="1356633"/>
            </a:xfrm>
            <a:prstGeom prst="rect">
              <a:avLst/>
            </a:prstGeom>
            <a:noFill/>
          </p:spPr>
          <p:txBody>
            <a:bodyPr wrap="square" lIns="0" tIns="0" rIns="144969" bIns="0" rtlCol="0" anchor="ctr">
              <a:spAutoFit/>
            </a:bodyPr>
            <a:lstStyle/>
            <a:p>
              <a:pPr algn="r">
                <a:spcAft>
                  <a:spcPts val="300"/>
                </a:spcAft>
              </a:pPr>
              <a:r>
                <a:rPr lang="en-GB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Lorem ipsum</a:t>
              </a:r>
              <a:r>
                <a:rPr lang="en-GB" sz="2400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dirty="0" err="1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dolor</a:t>
              </a:r>
              <a:r>
                <a:rPr lang="en-GB" dirty="0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 sit </a:t>
              </a:r>
              <a:r>
                <a:rPr lang="en-GB" dirty="0" err="1">
                  <a:solidFill>
                    <a:schemeClr val="accent2">
                      <a:lumMod val="100000"/>
                    </a:schemeClr>
                  </a:solidFill>
                  <a:cs typeface="Arial" panose="020B0604020202020204" pitchFamily="34" charset="0"/>
                </a:rPr>
                <a:t>amet</a:t>
              </a:r>
              <a:endParaRPr lang="en-GB" dirty="0">
                <a:solidFill>
                  <a:schemeClr val="accent2">
                    <a:lumMod val="100000"/>
                  </a:schemeClr>
                </a:solidFill>
                <a:cs typeface="Arial" panose="020B0604020202020204" pitchFamily="34" charset="0"/>
              </a:endParaRPr>
            </a:p>
            <a:p>
              <a:pPr algn="r">
                <a:spcAft>
                  <a:spcPts val="300"/>
                </a:spcAft>
              </a:pP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Lorem ipsum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dolor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sit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amet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consetetur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b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</a:b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sadipscing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elitr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,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sed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diam</a:t>
              </a:r>
              <a:r>
                <a:rPr lang="en-GB" sz="1400" dirty="0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 </a:t>
              </a:r>
              <a:r>
                <a:rPr lang="en-GB" sz="1400" dirty="0" err="1">
                  <a:solidFill>
                    <a:schemeClr val="tx2">
                      <a:lumMod val="100000"/>
                    </a:schemeClr>
                  </a:solidFill>
                  <a:cs typeface="Arial" panose="020B0604020202020204" pitchFamily="34" charset="0"/>
                </a:rPr>
                <a:t>nonumy</a:t>
              </a:r>
              <a:endParaRPr lang="en-GB" sz="1400" dirty="0">
                <a:solidFill>
                  <a:schemeClr val="tx2">
                    <a:lumMod val="100000"/>
                  </a:schemeClr>
                </a:solidFill>
                <a:cs typeface="Arial" panose="020B0604020202020204" pitchFamily="34" charset="0"/>
              </a:endParaRPr>
            </a:p>
            <a:p>
              <a:pPr algn="r">
                <a:spcAft>
                  <a:spcPts val="300"/>
                </a:spcAft>
              </a:pPr>
              <a:r>
                <a:rPr lang="en-GB" sz="1400" dirty="0">
                  <a:solidFill>
                    <a:schemeClr val="accent6"/>
                  </a:solidFill>
                  <a:cs typeface="Arial" panose="020B0604020202020204" pitchFamily="34" charset="0"/>
                </a:rPr>
                <a:t>Owners Name</a:t>
              </a:r>
            </a:p>
          </p:txBody>
        </p:sp>
      </p:grp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D7B307A-0B2D-AE87-32B6-512D67852F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109594-1B45-46DB-8A0B-416F125317DC}" type="slidenum">
              <a:rPr lang="en-GB" smtClean="0"/>
              <a:pPr/>
              <a:t>102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11952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l-Futtaim Template 2025">
  <a:themeElements>
    <a:clrScheme name="Al-Futtaim_Colours">
      <a:dk1>
        <a:sysClr val="windowText" lastClr="000000"/>
      </a:dk1>
      <a:lt1>
        <a:sysClr val="window" lastClr="FFFFFF"/>
      </a:lt1>
      <a:dk2>
        <a:srgbClr val="0B1F41"/>
      </a:dk2>
      <a:lt2>
        <a:srgbClr val="FFFFFF"/>
      </a:lt2>
      <a:accent1>
        <a:srgbClr val="0B1F41"/>
      </a:accent1>
      <a:accent2>
        <a:srgbClr val="00AEEF"/>
      </a:accent2>
      <a:accent3>
        <a:srgbClr val="243754"/>
      </a:accent3>
      <a:accent4>
        <a:srgbClr val="E7E8E8"/>
      </a:accent4>
      <a:accent5>
        <a:srgbClr val="B3B3B3"/>
      </a:accent5>
      <a:accent6>
        <a:srgbClr val="7F7F7F"/>
      </a:accent6>
      <a:hlink>
        <a:srgbClr val="00AEEF"/>
      </a:hlink>
      <a:folHlink>
        <a:srgbClr val="0B1F41"/>
      </a:folHlink>
    </a:clrScheme>
    <a:fontScheme name="Al-Futtaim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lIns="108000" tIns="72000" rIns="108000" bIns="72000" rtlCol="0" anchor="t">
        <a:noAutofit/>
      </a:bodyPr>
      <a:lstStyle>
        <a:defPPr algn="l">
          <a:defRPr dirty="0" err="1">
            <a:solidFill>
              <a:schemeClr val="tx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5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buClr>
            <a:schemeClr val="tx2"/>
          </a:buClr>
          <a:buFont typeface="Arial" panose="020B0604020202020204" pitchFamily="34" charset="0"/>
          <a:buChar char="•"/>
          <a:defRPr sz="14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lide Library_Al-Futtaim_2025_vF2" id="{08EB5F57-CC61-4D78-BFB7-5D01E3DAA143}" vid="{D0F32FC6-1D62-4DC5-AB45-CC035EB1F142}"/>
    </a:ext>
  </a:extLst>
</a:theme>
</file>

<file path=ppt/theme/theme2.xml><?xml version="1.0" encoding="utf-8"?>
<a:theme xmlns:a="http://schemas.openxmlformats.org/drawingml/2006/main" name="1_Al-Futtaim Template 2025">
  <a:themeElements>
    <a:clrScheme name="Al-Futtaim_Colours">
      <a:dk1>
        <a:sysClr val="windowText" lastClr="000000"/>
      </a:dk1>
      <a:lt1>
        <a:sysClr val="window" lastClr="FFFFFF"/>
      </a:lt1>
      <a:dk2>
        <a:srgbClr val="0B1F41"/>
      </a:dk2>
      <a:lt2>
        <a:srgbClr val="FFFFFF"/>
      </a:lt2>
      <a:accent1>
        <a:srgbClr val="0B1F41"/>
      </a:accent1>
      <a:accent2>
        <a:srgbClr val="00AEEF"/>
      </a:accent2>
      <a:accent3>
        <a:srgbClr val="243754"/>
      </a:accent3>
      <a:accent4>
        <a:srgbClr val="E7E8E8"/>
      </a:accent4>
      <a:accent5>
        <a:srgbClr val="B3B3B3"/>
      </a:accent5>
      <a:accent6>
        <a:srgbClr val="7F7F7F"/>
      </a:accent6>
      <a:hlink>
        <a:srgbClr val="00AEEF"/>
      </a:hlink>
      <a:folHlink>
        <a:srgbClr val="0B1F41"/>
      </a:folHlink>
    </a:clrScheme>
    <a:fontScheme name="Al-Futtaim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lIns="108000" tIns="72000" rIns="108000" bIns="72000" rtlCol="0" anchor="t">
        <a:noAutofit/>
      </a:bodyPr>
      <a:lstStyle>
        <a:defPPr algn="l">
          <a:defRPr dirty="0" err="1">
            <a:solidFill>
              <a:schemeClr val="tx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5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buClr>
            <a:schemeClr val="tx2"/>
          </a:buClr>
          <a:buFont typeface="Arial" panose="020B0604020202020204" pitchFamily="34" charset="0"/>
          <a:buChar char="•"/>
          <a:defRPr sz="14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lide Library_Al-Futtaim_2025_vF2" id="{08EB5F57-CC61-4D78-BFB7-5D01E3DAA143}" vid="{580E56E6-8E75-4D4D-BC5A-0AE3FFCABBAB}"/>
    </a:ext>
  </a:extLst>
</a:theme>
</file>

<file path=ppt/theme/theme3.xml><?xml version="1.0" encoding="utf-8"?>
<a:theme xmlns:a="http://schemas.openxmlformats.org/drawingml/2006/main" name="Office Theme">
  <a:themeElements>
    <a:clrScheme name="Al-Futtaim_Colours">
      <a:dk1>
        <a:sysClr val="windowText" lastClr="000000"/>
      </a:dk1>
      <a:lt1>
        <a:sysClr val="window" lastClr="FFFFFF"/>
      </a:lt1>
      <a:dk2>
        <a:srgbClr val="0B1F41"/>
      </a:dk2>
      <a:lt2>
        <a:srgbClr val="FFFFFF"/>
      </a:lt2>
      <a:accent1>
        <a:srgbClr val="0B1F41"/>
      </a:accent1>
      <a:accent2>
        <a:srgbClr val="00AEEF"/>
      </a:accent2>
      <a:accent3>
        <a:srgbClr val="243754"/>
      </a:accent3>
      <a:accent4>
        <a:srgbClr val="E7E8E8"/>
      </a:accent4>
      <a:accent5>
        <a:srgbClr val="B3B3B3"/>
      </a:accent5>
      <a:accent6>
        <a:srgbClr val="7F7F7F"/>
      </a:accent6>
      <a:hlink>
        <a:srgbClr val="00AEEF"/>
      </a:hlink>
      <a:folHlink>
        <a:srgbClr val="0B1F41"/>
      </a:folHlink>
    </a:clrScheme>
    <a:fontScheme name="Al-Futtaim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Al-Futtaim_Colours">
      <a:dk1>
        <a:sysClr val="windowText" lastClr="000000"/>
      </a:dk1>
      <a:lt1>
        <a:sysClr val="window" lastClr="FFFFFF"/>
      </a:lt1>
      <a:dk2>
        <a:srgbClr val="0B1F41"/>
      </a:dk2>
      <a:lt2>
        <a:srgbClr val="FFFFFF"/>
      </a:lt2>
      <a:accent1>
        <a:srgbClr val="0B1F41"/>
      </a:accent1>
      <a:accent2>
        <a:srgbClr val="00AEEF"/>
      </a:accent2>
      <a:accent3>
        <a:srgbClr val="243754"/>
      </a:accent3>
      <a:accent4>
        <a:srgbClr val="E7E8E8"/>
      </a:accent4>
      <a:accent5>
        <a:srgbClr val="B3B3B3"/>
      </a:accent5>
      <a:accent6>
        <a:srgbClr val="7F7F7F"/>
      </a:accent6>
      <a:hlink>
        <a:srgbClr val="00AEEF"/>
      </a:hlink>
      <a:folHlink>
        <a:srgbClr val="0B1F41"/>
      </a:folHlink>
    </a:clrScheme>
    <a:fontScheme name="Al-Futtaim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dfc3837-64df-41b4-9fd5-0986c122560c" xsi:nil="true"/>
    <_ip_UnifiedCompliancePolicyUIAction xmlns="http://schemas.microsoft.com/sharepoint/v3" xsi:nil="true"/>
    <lcf76f155ced4ddcb4097134ff3c332f xmlns="2359ce1d-012d-4fe1-b1b1-10c6c3494fd4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6B5D8A68E2A642A3407A242E625493" ma:contentTypeVersion="19" ma:contentTypeDescription="Create a new document." ma:contentTypeScope="" ma:versionID="9e43aeb5a17f7dcaaf14ba090c465e61">
  <xsd:schema xmlns:xsd="http://www.w3.org/2001/XMLSchema" xmlns:xs="http://www.w3.org/2001/XMLSchema" xmlns:p="http://schemas.microsoft.com/office/2006/metadata/properties" xmlns:ns1="http://schemas.microsoft.com/sharepoint/v3" xmlns:ns2="2359ce1d-012d-4fe1-b1b1-10c6c3494fd4" xmlns:ns3="1dfc3837-64df-41b4-9fd5-0986c122560c" targetNamespace="http://schemas.microsoft.com/office/2006/metadata/properties" ma:root="true" ma:fieldsID="7044d60b9c71e86edcda3bbcc7099c75" ns1:_="" ns2:_="" ns3:_="">
    <xsd:import namespace="http://schemas.microsoft.com/sharepoint/v3"/>
    <xsd:import namespace="2359ce1d-012d-4fe1-b1b1-10c6c3494fd4"/>
    <xsd:import namespace="1dfc3837-64df-41b4-9fd5-0986c12256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LengthInSecond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59ce1d-012d-4fe1-b1b1-10c6c3494f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ff333aa0-1660-4a69-b487-86ecbf4b4b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fc3837-64df-41b4-9fd5-0986c122560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aafce10-d72c-4033-bf42-9de025e75337}" ma:internalName="TaxCatchAll" ma:showField="CatchAllData" ma:web="1dfc3837-64df-41b4-9fd5-0986c12256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CE4ECA-041F-4D7F-A89F-5F46E4D466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3E6AFD-E507-41D3-922F-C06E32761C90}">
  <ds:schemaRefs>
    <ds:schemaRef ds:uri="http://schemas.microsoft.com/office/2006/metadata/properties"/>
    <ds:schemaRef ds:uri="http://schemas.microsoft.com/office/infopath/2007/PartnerControls"/>
    <ds:schemaRef ds:uri="1dfc3837-64df-41b4-9fd5-0986c122560c"/>
    <ds:schemaRef ds:uri="http://schemas.microsoft.com/sharepoint/v3"/>
    <ds:schemaRef ds:uri="2359ce1d-012d-4fe1-b1b1-10c6c3494fd4"/>
  </ds:schemaRefs>
</ds:datastoreItem>
</file>

<file path=customXml/itemProps3.xml><?xml version="1.0" encoding="utf-8"?>
<ds:datastoreItem xmlns:ds="http://schemas.openxmlformats.org/officeDocument/2006/customXml" ds:itemID="{3CDCD62C-ECD6-40DE-873E-20CBC58C75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359ce1d-012d-4fe1-b1b1-10c6c3494fd4"/>
    <ds:schemaRef ds:uri="1dfc3837-64df-41b4-9fd5-0986c12256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Al-Futtaim Slide Library 2025</Template>
  <TotalTime>1437</TotalTime>
  <Words>11270</Words>
  <Application>Microsoft Office PowerPoint</Application>
  <PresentationFormat>Widescreen</PresentationFormat>
  <Paragraphs>1806</Paragraphs>
  <Slides>102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9" baseType="lpstr">
      <vt:lpstr>Arial</vt:lpstr>
      <vt:lpstr>Calibri</vt:lpstr>
      <vt:lpstr>Source Sans Pro Light</vt:lpstr>
      <vt:lpstr>Symbol</vt:lpstr>
      <vt:lpstr>Al-Futtaim Template 2025</vt:lpstr>
      <vt:lpstr>1_Al-Futtaim Template 2025</vt:lpstr>
      <vt:lpstr>think-cell Folie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Please insert Chapter name</vt:lpstr>
      <vt:lpstr>Please insert Chapter name</vt:lpstr>
      <vt:lpstr>Please insert a Headline</vt:lpstr>
      <vt:lpstr>Please insert a Headline</vt:lpstr>
      <vt:lpstr>Please insert a Headline</vt:lpstr>
      <vt:lpstr>Please insert a Headline</vt:lpstr>
      <vt:lpstr>Please insert a Headline</vt:lpstr>
      <vt:lpstr>Please insert a Headline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Our Story</vt:lpstr>
      <vt:lpstr>Leadership slide</vt:lpstr>
      <vt:lpstr>PowerPoint Presentation</vt:lpstr>
      <vt:lpstr>Text and image</vt:lpstr>
      <vt:lpstr>PowerPoint Presentation</vt:lpstr>
      <vt:lpstr>PowerPoint Presentation</vt:lpstr>
      <vt:lpstr>Facts and icons</vt:lpstr>
      <vt:lpstr>Facts and icons</vt:lpstr>
      <vt:lpstr>Headline</vt:lpstr>
      <vt:lpstr>Headline</vt:lpstr>
      <vt:lpstr>Headline</vt:lpstr>
      <vt:lpstr>Headline</vt:lpstr>
      <vt:lpstr>Executive Summary</vt:lpstr>
      <vt:lpstr>Resourcing</vt:lpstr>
      <vt:lpstr>Strategy &amp; Outcome</vt:lpstr>
      <vt:lpstr>Strategy &amp; Outcome</vt:lpstr>
      <vt:lpstr>Quarterly Roadmap</vt:lpstr>
      <vt:lpstr>Quarterly Roadmap</vt:lpstr>
      <vt:lpstr>Brands and Logos</vt:lpstr>
      <vt:lpstr>Logos</vt:lpstr>
      <vt:lpstr>Logo</vt:lpstr>
      <vt:lpstr>Logo</vt:lpstr>
      <vt:lpstr>Text Content</vt:lpstr>
      <vt:lpstr>Text</vt:lpstr>
      <vt:lpstr>Text</vt:lpstr>
      <vt:lpstr>Text</vt:lpstr>
      <vt:lpstr>Text</vt:lpstr>
      <vt:lpstr>Text</vt:lpstr>
      <vt:lpstr>Text</vt:lpstr>
      <vt:lpstr>Text</vt:lpstr>
      <vt:lpstr>Text</vt:lpstr>
      <vt:lpstr>Text</vt:lpstr>
      <vt:lpstr>Text</vt:lpstr>
      <vt:lpstr>02 Collums</vt:lpstr>
      <vt:lpstr>03 Collums</vt:lpstr>
      <vt:lpstr>04 Collums</vt:lpstr>
      <vt:lpstr>Split Design</vt:lpstr>
      <vt:lpstr>Text Boxes</vt:lpstr>
      <vt:lpstr>PowerPoint Presentation</vt:lpstr>
      <vt:lpstr>Text and images</vt:lpstr>
      <vt:lpstr>PowerPoint Presentation</vt:lpstr>
      <vt:lpstr>PowerPoint Presentation</vt:lpstr>
      <vt:lpstr>PowerPoint Presentation</vt:lpstr>
      <vt:lpstr>Text with image </vt:lpstr>
      <vt:lpstr>Text with image </vt:lpstr>
      <vt:lpstr>Text with horizontal image </vt:lpstr>
      <vt:lpstr>02 Collums</vt:lpstr>
      <vt:lpstr>03 Collums</vt:lpstr>
      <vt:lpstr>04 Collums</vt:lpstr>
      <vt:lpstr>03 Rows</vt:lpstr>
      <vt:lpstr>Table</vt:lpstr>
      <vt:lpstr>Table</vt:lpstr>
      <vt:lpstr>Timetable</vt:lpstr>
      <vt:lpstr>Timetable</vt:lpstr>
      <vt:lpstr>Timetable</vt:lpstr>
      <vt:lpstr>Timeline</vt:lpstr>
      <vt:lpstr>Timeline</vt:lpstr>
      <vt:lpstr>Organigram</vt:lpstr>
      <vt:lpstr>Organigram</vt:lpstr>
      <vt:lpstr>Leadership slide</vt:lpstr>
      <vt:lpstr>Organigram</vt:lpstr>
      <vt:lpstr>Text with numbers</vt:lpstr>
      <vt:lpstr>Text with numbers</vt:lpstr>
      <vt:lpstr>Factsheet page</vt:lpstr>
      <vt:lpstr>Circle Segments</vt:lpstr>
      <vt:lpstr>Circle Segments</vt:lpstr>
      <vt:lpstr>Headline</vt:lpstr>
      <vt:lpstr>Headline</vt:lpstr>
      <vt:lpstr>Headline</vt:lpstr>
      <vt:lpstr>Headline</vt:lpstr>
      <vt:lpstr>Chart</vt:lpstr>
      <vt:lpstr>Keynumbers</vt:lpstr>
      <vt:lpstr>Headline</vt:lpstr>
      <vt:lpstr>Bar Chart</vt:lpstr>
      <vt:lpstr>Next Steps</vt:lpstr>
      <vt:lpstr>Next Steps</vt:lpstr>
      <vt:lpstr>Next Steps</vt:lpstr>
      <vt:lpstr>Next Steps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Trisha Agrawal (RIT Student)</dc:creator>
  <cp:lastModifiedBy>Trisha Agrawal (RIT Student)</cp:lastModifiedBy>
  <cp:revision>3</cp:revision>
  <dcterms:created xsi:type="dcterms:W3CDTF">2026-08-07T12:25:18Z</dcterms:created>
  <dcterms:modified xsi:type="dcterms:W3CDTF">2026-08-11T07:39:16Z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0b6dcc-5b69-4203-8ec6-27757f277b9e_Enabled">
    <vt:lpwstr>true</vt:lpwstr>
  </property>
  <property fmtid="{D5CDD505-2E9C-101B-9397-08002B2CF9AE}" pid="3" name="MSIP_Label_2e0b6dcc-5b69-4203-8ec6-27757f277b9e_SetDate">
    <vt:lpwstr>2025-06-24T04:55:33Z</vt:lpwstr>
  </property>
  <property fmtid="{D5CDD505-2E9C-101B-9397-08002B2CF9AE}" pid="4" name="MSIP_Label_2e0b6dcc-5b69-4203-8ec6-27757f277b9e_Method">
    <vt:lpwstr>Standard</vt:lpwstr>
  </property>
  <property fmtid="{D5CDD505-2E9C-101B-9397-08002B2CF9AE}" pid="5" name="MSIP_Label_2e0b6dcc-5b69-4203-8ec6-27757f277b9e_Name">
    <vt:lpwstr>Confidential - External</vt:lpwstr>
  </property>
  <property fmtid="{D5CDD505-2E9C-101B-9397-08002B2CF9AE}" pid="6" name="MSIP_Label_2e0b6dcc-5b69-4203-8ec6-27757f277b9e_SiteId">
    <vt:lpwstr>79ddd250-40e1-4d41-ba0f-c9e9849725cb</vt:lpwstr>
  </property>
  <property fmtid="{D5CDD505-2E9C-101B-9397-08002B2CF9AE}" pid="7" name="MSIP_Label_2e0b6dcc-5b69-4203-8ec6-27757f277b9e_ActionId">
    <vt:lpwstr>1f2ffb68-870d-490f-89b9-bcbf0e4117f6</vt:lpwstr>
  </property>
  <property fmtid="{D5CDD505-2E9C-101B-9397-08002B2CF9AE}" pid="8" name="MSIP_Label_2e0b6dcc-5b69-4203-8ec6-27757f277b9e_ContentBits">
    <vt:lpwstr>2</vt:lpwstr>
  </property>
  <property fmtid="{D5CDD505-2E9C-101B-9397-08002B2CF9AE}" pid="9" name="MSIP_Label_2e0b6dcc-5b69-4203-8ec6-27757f277b9e_Tag">
    <vt:lpwstr>10, 1, 2, 1</vt:lpwstr>
  </property>
  <property fmtid="{D5CDD505-2E9C-101B-9397-08002B2CF9AE}" pid="10" name="ClassificationContentMarkingFooterLocations">
    <vt:lpwstr>Al-Futtaim Template 2025:8</vt:lpwstr>
  </property>
  <property fmtid="{D5CDD505-2E9C-101B-9397-08002B2CF9AE}" pid="11" name="ClassificationContentMarkingFooterText">
    <vt:lpwstr>Confidential - External Al-Futtaim</vt:lpwstr>
  </property>
  <property fmtid="{D5CDD505-2E9C-101B-9397-08002B2CF9AE}" pid="12" name="ContentTypeId">
    <vt:lpwstr>0x010100796B5D8A68E2A642A3407A242E625493</vt:lpwstr>
  </property>
  <property fmtid="{D5CDD505-2E9C-101B-9397-08002B2CF9AE}" pid="13" name="Order">
    <vt:r8>396100</vt:r8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  <property fmtid="{D5CDD505-2E9C-101B-9397-08002B2CF9AE}" pid="19" name="MediaServiceImageTags">
    <vt:lpwstr/>
  </property>
</Properties>
</file>